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avi" ContentType="video/avi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0" r:id="rId9"/>
  </p:sldIdLst>
  <p:sldSz cx="9144000" cy="6858000" type="screen4x3"/>
  <p:notesSz cx="6805613" cy="9939338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FF"/>
    <a:srgbClr val="FF6FCF"/>
    <a:srgbClr val="E8E8E8"/>
    <a:srgbClr val="FF0000"/>
    <a:srgbClr val="CCFFCC"/>
    <a:srgbClr val="FFFF99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64" autoAdjust="0"/>
    <p:restoredTop sz="90318" autoAdjust="0"/>
  </p:normalViewPr>
  <p:slideViewPr>
    <p:cSldViewPr>
      <p:cViewPr varScale="1">
        <p:scale>
          <a:sx n="87" d="100"/>
          <a:sy n="87" d="100"/>
        </p:scale>
        <p:origin x="-456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ja-JP"/>
          </a:p>
        </p:txBody>
      </p:sp>
      <p:sp>
        <p:nvSpPr>
          <p:cNvPr id="11267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54450" y="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ja-JP"/>
          </a:p>
        </p:txBody>
      </p:sp>
      <p:sp>
        <p:nvSpPr>
          <p:cNvPr id="11268" name="Rectangle 1028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920750" y="746125"/>
            <a:ext cx="4967288" cy="3725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269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1225"/>
            <a:ext cx="5443537" cy="4471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11270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0863"/>
            <a:ext cx="2949575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ja-JP"/>
          </a:p>
        </p:txBody>
      </p:sp>
      <p:sp>
        <p:nvSpPr>
          <p:cNvPr id="11271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4450" y="9440863"/>
            <a:ext cx="2949575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549F154-B9CE-4F32-82EE-7E32B97123AF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52435190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827B66-6E07-4E36-980B-E38C93CC76A1}" type="slidenum">
              <a:rPr lang="en-US" altLang="ja-JP"/>
              <a:pPr/>
              <a:t>1</a:t>
            </a:fld>
            <a:endParaRPr lang="en-US" altLang="ja-JP"/>
          </a:p>
        </p:txBody>
      </p:sp>
      <p:sp>
        <p:nvSpPr>
          <p:cNvPr id="1331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1A7190-F4EE-41B4-8A3B-3BA472F85D07}" type="slidenum">
              <a:rPr lang="en-US" altLang="ja-JP"/>
              <a:pPr/>
              <a:t>2</a:t>
            </a:fld>
            <a:endParaRPr lang="en-US" altLang="ja-JP"/>
          </a:p>
        </p:txBody>
      </p:sp>
      <p:sp>
        <p:nvSpPr>
          <p:cNvPr id="1433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という形で進める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33400" y="119697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ja-JP" altLang="en-US" noProof="0" smtClean="0"/>
              <a:t>マスター タイトルの書式設定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533400" y="2924175"/>
            <a:ext cx="4105275" cy="1752600"/>
          </a:xfrm>
        </p:spPr>
        <p:txBody>
          <a:bodyPr/>
          <a:lstStyle>
            <a:lvl1pPr marL="0" indent="0">
              <a:buFont typeface="Times" pitchFamily="-96" charset="0"/>
              <a:buNone/>
              <a:defRPr sz="2400"/>
            </a:lvl1pPr>
          </a:lstStyle>
          <a:p>
            <a:pPr lvl="0"/>
            <a:r>
              <a:rPr lang="ja-JP" altLang="en-US" noProof="0" smtClean="0"/>
              <a:t>マスター サブタイトルの書式設定</a:t>
            </a:r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563938" y="6589713"/>
            <a:ext cx="1090612" cy="268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900">
                <a:latin typeface="+mn-lt"/>
              </a:defRPr>
            </a:lvl1pPr>
          </a:lstStyle>
          <a:p>
            <a:endParaRPr lang="en-US" altLang="ja-JP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643438" y="6596063"/>
            <a:ext cx="4033837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</a:defRPr>
            </a:lvl1pPr>
          </a:lstStyle>
          <a:p>
            <a:r>
              <a:rPr lang="en-US" altLang="ja-JP"/>
              <a:t>©SIProp Project, 2006-2008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01088" y="6578600"/>
            <a:ext cx="442912" cy="27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</a:defRPr>
            </a:lvl1pPr>
          </a:lstStyle>
          <a:p>
            <a:fld id="{EB0D3198-0329-44DF-9AAC-4A94512E77BD}" type="slidenum">
              <a:rPr lang="en-US" altLang="ja-JP"/>
              <a:pPr/>
              <a:t>‹#›</a:t>
            </a:fld>
            <a:endParaRPr lang="en-US" altLang="ja-JP"/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0" y="2743200"/>
            <a:ext cx="9144000" cy="714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/>
          </a:p>
        </p:txBody>
      </p:sp>
      <p:pic>
        <p:nvPicPr>
          <p:cNvPr id="10255" name="Picture 15" descr="siprop-b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6" name="Picture 16" descr="siprop-whit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" y="2844800"/>
            <a:ext cx="349250" cy="116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7" name="Picture 17" descr="siprop-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343400"/>
            <a:ext cx="3622675" cy="209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283814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01506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125538"/>
            <a:ext cx="3810000" cy="5327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800600" y="1125538"/>
            <a:ext cx="3810000" cy="5327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14234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4561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58167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6452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629008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 smtClean="0"/>
              <a:t>アイコンをクリックして図を追加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168891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64780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67500" y="0"/>
            <a:ext cx="1943100" cy="6453188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6613" y="0"/>
            <a:ext cx="5678487" cy="6453188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28562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Rectangle 18"/>
          <p:cNvSpPr>
            <a:spLocks noChangeArrowheads="1"/>
          </p:cNvSpPr>
          <p:nvPr/>
        </p:nvSpPr>
        <p:spPr bwMode="auto">
          <a:xfrm>
            <a:off x="0" y="838200"/>
            <a:ext cx="9144000" cy="714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6613" y="0"/>
            <a:ext cx="7772400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125538"/>
            <a:ext cx="7772400" cy="532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3563938" y="6589713"/>
            <a:ext cx="1090612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ja-JP" sz="900">
              <a:latin typeface="ＭＳ Ｐゴシック" pitchFamily="-96" charset="-128"/>
            </a:endParaRPr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4643438" y="6596063"/>
            <a:ext cx="403383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r>
              <a:rPr lang="en-US" altLang="ja-JP" sz="1000">
                <a:latin typeface="ＭＳ Ｐゴシック" pitchFamily="-96" charset="-128"/>
              </a:rPr>
              <a:t>©SIProp Project, 2006-2008</a:t>
            </a:r>
          </a:p>
        </p:txBody>
      </p:sp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8701088" y="6578600"/>
            <a:ext cx="442912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fld id="{1C934D78-1088-494E-9DC5-A7B5EFD92A20}" type="slidenum">
              <a:rPr lang="en-US" altLang="ja-JP" sz="1000">
                <a:latin typeface="ＭＳ Ｐゴシック" pitchFamily="-96" charset="-128"/>
              </a:rPr>
              <a:pPr algn="r"/>
              <a:t>‹#›</a:t>
            </a:fld>
            <a:endParaRPr lang="en-US" altLang="ja-JP" sz="1000">
              <a:latin typeface="ＭＳ Ｐゴシック" pitchFamily="-96" charset="-128"/>
            </a:endParaRPr>
          </a:p>
        </p:txBody>
      </p:sp>
      <p:pic>
        <p:nvPicPr>
          <p:cNvPr id="1044" name="Picture 20" descr="siprop-bar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21" descr="siprop-logo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9863" y="0"/>
            <a:ext cx="1354137" cy="784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siprop-white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" y="2844800"/>
            <a:ext cx="349250" cy="116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itchFamily="-96" charset="-128"/>
          <a:ea typeface="ＭＳ Ｐゴシック" pitchFamily="-96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itchFamily="-96" charset="-128"/>
          <a:ea typeface="ＭＳ Ｐゴシック" pitchFamily="-96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itchFamily="-96" charset="-128"/>
          <a:ea typeface="ＭＳ Ｐゴシック" pitchFamily="-96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itchFamily="-96" charset="-128"/>
          <a:ea typeface="ＭＳ Ｐゴシック" pitchFamily="-96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itchFamily="-96" charset="-128"/>
          <a:ea typeface="ＭＳ Ｐゴシック" pitchFamily="-96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itchFamily="-96" charset="-128"/>
          <a:ea typeface="ＭＳ Ｐゴシック" pitchFamily="-96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itchFamily="-96" charset="-128"/>
          <a:ea typeface="ＭＳ Ｐゴシック" pitchFamily="-96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itchFamily="-96" charset="-128"/>
          <a:ea typeface="ＭＳ Ｐゴシック" pitchFamily="-96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Times" pitchFamily="-96" charset="0"/>
        <a:buBlip>
          <a:blip r:embed="rId16"/>
        </a:buBlip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8"/>
        </a:buBlip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9"/>
        </a:buBlip>
        <a:defRPr kumimoji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20"/>
        </a:buBlip>
        <a:defRPr kumimoji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Blip>
          <a:blip r:embed="rId20"/>
        </a:buBlip>
        <a:defRPr kumimoji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Blip>
          <a:blip r:embed="rId20"/>
        </a:buBlip>
        <a:defRPr kumimoji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Blip>
          <a:blip r:embed="rId20"/>
        </a:buBlip>
        <a:defRPr kumimoji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Blip>
          <a:blip r:embed="rId20"/>
        </a:buBlip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avi"/><Relationship Id="rId1" Type="http://schemas.microsoft.com/office/2007/relationships/media" Target="../media/media1.avi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©SIProp Project, 2006-2008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BA54920C-D495-48BB-9DF9-AE993D4FD899}" type="slidenum">
              <a:rPr lang="en-US" altLang="ja-JP"/>
              <a:pPr/>
              <a:t>1</a:t>
            </a:fld>
            <a:endParaRPr lang="en-US" altLang="ja-JP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ctrTitle"/>
          </p:nvPr>
        </p:nvSpPr>
        <p:spPr>
          <a:xfrm>
            <a:off x="533400" y="1352550"/>
            <a:ext cx="7772400" cy="1143000"/>
          </a:xfrm>
        </p:spPr>
        <p:txBody>
          <a:bodyPr/>
          <a:lstStyle/>
          <a:p>
            <a:r>
              <a:rPr lang="en-US" altLang="ja-JP" dirty="0" err="1" smtClean="0"/>
              <a:t>OpenFrameworks</a:t>
            </a:r>
            <a:r>
              <a:rPr lang="en-US" altLang="ja-JP" dirty="0" smtClean="0"/>
              <a:t> x </a:t>
            </a:r>
            <a:r>
              <a:rPr lang="en-US" altLang="ja-JP" dirty="0" err="1" smtClean="0"/>
              <a:t>Kinect</a:t>
            </a:r>
            <a:r>
              <a:rPr lang="en-US" altLang="ja-JP" dirty="0" smtClean="0"/>
              <a:t> x Android</a:t>
            </a:r>
            <a:endParaRPr lang="ja-JP" altLang="ja-JP" dirty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 smtClean="0"/>
              <a:t>にーさと</a:t>
            </a:r>
            <a:endParaRPr lang="en-US" altLang="ja-JP" dirty="0" smtClean="0"/>
          </a:p>
          <a:p>
            <a:r>
              <a:rPr lang="ja-JP" altLang="en-US" dirty="0" smtClean="0"/>
              <a:t>台湾人</a:t>
            </a:r>
            <a:endParaRPr lang="ja-JP" altLang="ja-JP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自己紹介</a:t>
            </a:r>
            <a:endParaRPr lang="ja-JP" altLang="ja-JP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 smtClean="0"/>
              <a:t>にーさと</a:t>
            </a:r>
            <a:endParaRPr lang="en-US" altLang="ja-JP" dirty="0" smtClean="0"/>
          </a:p>
          <a:p>
            <a:endParaRPr lang="en-US" altLang="ja-JP" dirty="0"/>
          </a:p>
          <a:p>
            <a:endParaRPr lang="en-US" altLang="ja-JP" dirty="0" smtClean="0"/>
          </a:p>
          <a:p>
            <a:endParaRPr lang="en-US" altLang="ja-JP" dirty="0"/>
          </a:p>
          <a:p>
            <a:endParaRPr lang="en-US" altLang="ja-JP" dirty="0" smtClean="0"/>
          </a:p>
          <a:p>
            <a:r>
              <a:rPr lang="ja-JP" altLang="en-US" dirty="0" smtClean="0"/>
              <a:t>台湾人</a:t>
            </a:r>
            <a:endParaRPr lang="en-US" altLang="ja-JP" dirty="0" smtClean="0"/>
          </a:p>
          <a:p>
            <a:pPr lvl="1"/>
            <a:r>
              <a:rPr lang="ja-JP" altLang="en-US" dirty="0"/>
              <a:t>あい</a:t>
            </a:r>
            <a:r>
              <a:rPr lang="ja-JP" altLang="en-US" dirty="0" err="1"/>
              <a:t>こんを</a:t>
            </a:r>
            <a:r>
              <a:rPr lang="ja-JP" altLang="en-US" dirty="0"/>
              <a:t>みれば、わかるな？</a:t>
            </a:r>
            <a:endParaRPr lang="ja-JP" altLang="ja-JP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5536" y="2924944"/>
            <a:ext cx="8640960" cy="1368152"/>
          </a:xfrm>
        </p:spPr>
        <p:txBody>
          <a:bodyPr/>
          <a:lstStyle/>
          <a:p>
            <a:pPr marL="0" indent="0" algn="ctr">
              <a:buNone/>
            </a:pPr>
            <a:r>
              <a:rPr kumimoji="1" lang="en-US" altLang="ja-JP" sz="4000" b="1" dirty="0" err="1" smtClean="0"/>
              <a:t>OpenFrameworks</a:t>
            </a:r>
            <a:r>
              <a:rPr kumimoji="1" lang="en-US" altLang="ja-JP" sz="4000" b="1" dirty="0" smtClean="0"/>
              <a:t> x </a:t>
            </a:r>
            <a:r>
              <a:rPr kumimoji="1" lang="en-US" altLang="ja-JP" sz="4000" b="1" dirty="0" err="1" smtClean="0"/>
              <a:t>Kinect</a:t>
            </a:r>
            <a:r>
              <a:rPr kumimoji="1" lang="en-US" altLang="ja-JP" sz="4000" b="1" dirty="0" smtClean="0"/>
              <a:t> x Android</a:t>
            </a:r>
            <a:endParaRPr kumimoji="1" lang="ja-JP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435287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これ、持ち運べるんだぜ！</a:t>
            </a:r>
            <a:endParaRPr kumimoji="1" lang="ja-JP" altLang="en-US" dirty="0"/>
          </a:p>
        </p:txBody>
      </p:sp>
      <p:pic>
        <p:nvPicPr>
          <p:cNvPr id="4" name="コンテンツ プレースホルダー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633" y="1125538"/>
            <a:ext cx="7103533" cy="5327650"/>
          </a:xfrm>
        </p:spPr>
      </p:pic>
    </p:spTree>
    <p:extLst>
      <p:ext uri="{BB962C8B-B14F-4D97-AF65-F5344CB8AC3E}">
        <p14:creationId xmlns:p14="http://schemas.microsoft.com/office/powerpoint/2010/main" val="3811953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動いてる</a:t>
            </a:r>
            <a:r>
              <a:rPr kumimoji="1" lang="ja-JP" altLang="en-US" dirty="0" err="1" smtClean="0"/>
              <a:t>で</a:t>
            </a:r>
            <a:r>
              <a:rPr kumimoji="1" lang="ja-JP" altLang="en-US" dirty="0" smtClean="0"/>
              <a:t>ゲソ</a:t>
            </a:r>
            <a:endParaRPr kumimoji="1" lang="ja-JP" altLang="en-US" dirty="0"/>
          </a:p>
        </p:txBody>
      </p:sp>
      <p:pic>
        <p:nvPicPr>
          <p:cNvPr id="4" name="VID_20110106_004348_xvid.avi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73163" y="1125538"/>
            <a:ext cx="7104062" cy="5327650"/>
          </a:xfrm>
        </p:spPr>
      </p:pic>
    </p:spTree>
    <p:extLst>
      <p:ext uri="{BB962C8B-B14F-4D97-AF65-F5344CB8AC3E}">
        <p14:creationId xmlns:p14="http://schemas.microsoft.com/office/powerpoint/2010/main" val="672792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苦労点 </a:t>
            </a:r>
            <a:r>
              <a:rPr kumimoji="1" lang="en-US" altLang="ja-JP" dirty="0" smtClean="0"/>
              <a:t>1/3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データ</a:t>
            </a:r>
            <a:r>
              <a:rPr lang="ja-JP" altLang="en-US" dirty="0" smtClean="0"/>
              <a:t>来ない</a:t>
            </a:r>
            <a:r>
              <a:rPr lang="ja-JP" altLang="en-US" dirty="0"/>
              <a:t>・・・</a:t>
            </a:r>
            <a:endParaRPr kumimoji="1" lang="en-US" altLang="ja-JP" dirty="0" smtClean="0"/>
          </a:p>
          <a:p>
            <a:pPr lvl="1"/>
            <a:r>
              <a:rPr lang="ja-JP" altLang="en-US" dirty="0"/>
              <a:t>コントロールメッセージは送れるが</a:t>
            </a:r>
            <a:r>
              <a:rPr lang="ja-JP" altLang="en-US" dirty="0" smtClean="0"/>
              <a:t>、カメラデータが来ない</a:t>
            </a:r>
            <a:endParaRPr lang="en-US" altLang="ja-JP" dirty="0" smtClean="0"/>
          </a:p>
          <a:p>
            <a:pPr lvl="2"/>
            <a:r>
              <a:rPr kumimoji="1" lang="en-US" altLang="ja-JP" dirty="0" smtClean="0"/>
              <a:t>USB2.0</a:t>
            </a:r>
            <a:r>
              <a:rPr lang="ja-JP" altLang="en-US" dirty="0" smtClean="0"/>
              <a:t>が必須だった・・・</a:t>
            </a:r>
            <a:endParaRPr lang="en-US" altLang="ja-JP" dirty="0" smtClean="0"/>
          </a:p>
          <a:p>
            <a:pPr lvl="2"/>
            <a:endParaRPr kumimoji="1" lang="en-US" altLang="ja-JP" dirty="0"/>
          </a:p>
          <a:p>
            <a:r>
              <a:rPr lang="ja-JP" altLang="en-US" dirty="0" smtClean="0"/>
              <a:t>処理速度問題</a:t>
            </a:r>
            <a:endParaRPr lang="en-US" altLang="ja-JP" dirty="0" smtClean="0"/>
          </a:p>
          <a:p>
            <a:pPr lvl="1"/>
            <a:r>
              <a:rPr kumimoji="1" lang="ja-JP" altLang="en-US" dirty="0" smtClean="0"/>
              <a:t>データは流れてきたけど、パケットが壊れてる</a:t>
            </a:r>
            <a:endParaRPr kumimoji="1" lang="en-US" altLang="ja-JP" dirty="0" smtClean="0"/>
          </a:p>
          <a:p>
            <a:pPr lvl="1"/>
            <a:endParaRPr lang="en-US" altLang="ja-JP" dirty="0" smtClean="0"/>
          </a:p>
          <a:p>
            <a:pPr lvl="1"/>
            <a:r>
              <a:rPr lang="ja-JP" altLang="en-US" dirty="0"/>
              <a:t>じゃ！</a:t>
            </a:r>
            <a:r>
              <a:rPr lang="ja-JP" altLang="en-US" dirty="0" smtClean="0"/>
              <a:t>処理</a:t>
            </a:r>
            <a:r>
              <a:rPr lang="ja-JP" altLang="en-US" dirty="0"/>
              <a:t>速度を</a:t>
            </a:r>
            <a:r>
              <a:rPr lang="ja-JP" altLang="en-US" dirty="0" smtClean="0"/>
              <a:t>アップ</a:t>
            </a:r>
            <a:r>
              <a:rPr lang="ja-JP" altLang="en-US" dirty="0"/>
              <a:t>させる</a:t>
            </a:r>
            <a:r>
              <a:rPr lang="ja-JP" altLang="en-US" dirty="0" smtClean="0"/>
              <a:t>！</a:t>
            </a:r>
            <a:endParaRPr kumimoji="1" lang="en-US" altLang="ja-JP" dirty="0"/>
          </a:p>
          <a:p>
            <a:pPr lvl="2"/>
            <a:r>
              <a:rPr lang="ja-JP" altLang="en-US" dirty="0" smtClean="0"/>
              <a:t>コンパイルオプションの見直し</a:t>
            </a:r>
            <a:endParaRPr lang="en-US" altLang="ja-JP" dirty="0" smtClean="0"/>
          </a:p>
          <a:p>
            <a:pPr lvl="2"/>
            <a:r>
              <a:rPr kumimoji="1" lang="ja-JP" altLang="en-US" dirty="0" smtClean="0"/>
              <a:t>クロックアップ</a:t>
            </a:r>
            <a:endParaRPr kumimoji="1" lang="en-US" altLang="ja-JP" dirty="0" smtClean="0"/>
          </a:p>
          <a:p>
            <a:pPr lvl="2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38476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苦労点 </a:t>
            </a:r>
            <a:r>
              <a:rPr lang="en-US" altLang="ja-JP" dirty="0" smtClean="0"/>
              <a:t>2/3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処理速度じゃ、無かった・・・</a:t>
            </a:r>
            <a:endParaRPr kumimoji="1" lang="en-US" altLang="ja-JP" dirty="0" smtClean="0"/>
          </a:p>
          <a:p>
            <a:pPr lvl="1"/>
            <a:r>
              <a:rPr lang="en-US" altLang="ja-JP" dirty="0"/>
              <a:t>Loop</a:t>
            </a:r>
            <a:r>
              <a:rPr lang="ja-JP" altLang="en-US" dirty="0"/>
              <a:t>が</a:t>
            </a:r>
            <a:r>
              <a:rPr lang="ja-JP" altLang="en-US" dirty="0" smtClean="0"/>
              <a:t>原因</a:t>
            </a:r>
            <a:endParaRPr lang="en-US" altLang="ja-JP" dirty="0" smtClean="0"/>
          </a:p>
          <a:p>
            <a:pPr lvl="2"/>
            <a:r>
              <a:rPr kumimoji="1" lang="en-US" altLang="ja-JP" dirty="0" smtClean="0"/>
              <a:t>Loop</a:t>
            </a:r>
            <a:r>
              <a:rPr kumimoji="1" lang="ja-JP" altLang="en-US" dirty="0" smtClean="0"/>
              <a:t>の</a:t>
            </a:r>
            <a:r>
              <a:rPr kumimoji="1" lang="en-US" altLang="ja-JP" dirty="0" smtClean="0"/>
              <a:t>wait</a:t>
            </a:r>
            <a:r>
              <a:rPr kumimoji="1" lang="ja-JP" altLang="en-US" dirty="0" err="1" smtClean="0"/>
              <a:t>を削</a:t>
            </a:r>
            <a:r>
              <a:rPr kumimoji="1" lang="ja-JP" altLang="en-US" dirty="0" smtClean="0"/>
              <a:t>除したら、完全動作！！！</a:t>
            </a:r>
            <a:endParaRPr kumimoji="1" lang="en-US" altLang="ja-JP" dirty="0" smtClean="0"/>
          </a:p>
          <a:p>
            <a:endParaRPr kumimoji="1" lang="en-US" altLang="ja-JP" dirty="0"/>
          </a:p>
          <a:p>
            <a:r>
              <a:rPr kumimoji="1" lang="en-US" altLang="ja-JP" dirty="0" err="1" smtClean="0"/>
              <a:t>MediaArt</a:t>
            </a:r>
            <a:r>
              <a:rPr kumimoji="1" lang="ja-JP" altLang="en-US" dirty="0" smtClean="0"/>
              <a:t>的な機能をばりばり使いたい！！！</a:t>
            </a:r>
            <a:endParaRPr kumimoji="1" lang="en-US" altLang="ja-JP" dirty="0" smtClean="0"/>
          </a:p>
          <a:p>
            <a:pPr lvl="1"/>
            <a:r>
              <a:rPr lang="en-US" altLang="ja-JP" dirty="0" err="1"/>
              <a:t>OpenCV</a:t>
            </a:r>
            <a:r>
              <a:rPr lang="ja-JP" altLang="en-US" dirty="0" smtClean="0"/>
              <a:t>を使ってみる！</a:t>
            </a:r>
            <a:endParaRPr kumimoji="1" lang="en-US" altLang="ja-JP" dirty="0" smtClean="0"/>
          </a:p>
          <a:p>
            <a:pPr lvl="2"/>
            <a:r>
              <a:rPr lang="ja-JP" altLang="en-US" dirty="0" smtClean="0"/>
              <a:t>メモリ足りない、足りない、足りない</a:t>
            </a:r>
            <a:r>
              <a:rPr lang="ja-JP" altLang="en-US" dirty="0" err="1" smtClean="0"/>
              <a:t>。。。</a:t>
            </a:r>
            <a:endParaRPr kumimoji="1" lang="en-US" altLang="ja-JP" dirty="0"/>
          </a:p>
          <a:p>
            <a:pPr lvl="3"/>
            <a:r>
              <a:rPr lang="en-US" altLang="ja-JP" dirty="0" smtClean="0"/>
              <a:t>640 x 480 x 4(</a:t>
            </a:r>
            <a:r>
              <a:rPr lang="en-US" altLang="ja-JP" dirty="0" err="1" smtClean="0"/>
              <a:t>RGBa</a:t>
            </a:r>
            <a:r>
              <a:rPr lang="en-US" altLang="ja-JP" dirty="0" smtClean="0"/>
              <a:t>) x 3</a:t>
            </a:r>
            <a:r>
              <a:rPr lang="ja-JP" altLang="en-US" dirty="0" smtClean="0"/>
              <a:t>枚分</a:t>
            </a:r>
            <a:r>
              <a:rPr lang="en-US" altLang="ja-JP" dirty="0" smtClean="0"/>
              <a:t>(</a:t>
            </a:r>
            <a:r>
              <a:rPr lang="ja-JP" altLang="en-US" dirty="0" smtClean="0"/>
              <a:t>元画像</a:t>
            </a:r>
            <a:r>
              <a:rPr lang="en-US" altLang="ja-JP" dirty="0" smtClean="0"/>
              <a:t>, </a:t>
            </a:r>
            <a:r>
              <a:rPr lang="ja-JP" altLang="en-US" dirty="0" smtClean="0"/>
              <a:t>操作用</a:t>
            </a:r>
            <a:r>
              <a:rPr lang="en-US" altLang="ja-JP" dirty="0" smtClean="0"/>
              <a:t>, </a:t>
            </a:r>
            <a:r>
              <a:rPr lang="ja-JP" altLang="en-US" dirty="0" smtClean="0"/>
              <a:t>出力用</a:t>
            </a:r>
            <a:r>
              <a:rPr lang="en-US" altLang="ja-JP" dirty="0" smtClean="0"/>
              <a:t>)</a:t>
            </a:r>
            <a:endParaRPr kumimoji="1" lang="en-US" altLang="ja-JP" dirty="0" smtClean="0"/>
          </a:p>
          <a:p>
            <a:pPr lvl="1"/>
            <a:r>
              <a:rPr lang="ja-JP" altLang="en-US" dirty="0" smtClean="0"/>
              <a:t>サイズオプティマイズ</a:t>
            </a:r>
            <a:endParaRPr lang="en-US" altLang="ja-JP" dirty="0" smtClean="0"/>
          </a:p>
          <a:p>
            <a:pPr lvl="1"/>
            <a:r>
              <a:rPr kumimoji="1" lang="ja-JP" altLang="en-US" dirty="0"/>
              <a:t>いらない機能</a:t>
            </a:r>
            <a:r>
              <a:rPr kumimoji="1" lang="ja-JP" altLang="en-US" dirty="0" smtClean="0"/>
              <a:t>削減</a:t>
            </a:r>
            <a:endParaRPr kumimoji="1" lang="en-US" altLang="ja-JP" dirty="0" smtClean="0"/>
          </a:p>
          <a:p>
            <a:pPr lvl="1"/>
            <a:r>
              <a:rPr kumimoji="1" lang="en-US" altLang="ja-JP" dirty="0" smtClean="0"/>
              <a:t>Heap</a:t>
            </a:r>
            <a:r>
              <a:rPr kumimoji="1" lang="ja-JP" altLang="en-US" dirty="0" smtClean="0"/>
              <a:t>上限のアップ</a:t>
            </a:r>
            <a:endParaRPr kumimoji="1" lang="en-US" altLang="ja-JP" dirty="0" smtClean="0"/>
          </a:p>
          <a:p>
            <a:pPr lvl="2"/>
            <a:r>
              <a:rPr lang="ja-JP" altLang="en-US" dirty="0"/>
              <a:t>だめでした・・</a:t>
            </a:r>
            <a:r>
              <a:rPr lang="ja-JP" altLang="en-US" dirty="0" smtClean="0"/>
              <a:t>・根本的にメモリが足りないみたい・・・</a:t>
            </a:r>
            <a:endParaRPr kumimoji="1" lang="en-US" altLang="ja-JP" dirty="0"/>
          </a:p>
          <a:p>
            <a:pPr marL="457200" lvl="1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37409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苦労点 </a:t>
            </a:r>
            <a:r>
              <a:rPr lang="en-US" altLang="ja-JP" dirty="0" smtClean="0"/>
              <a:t>3/3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ハードウェア編</a:t>
            </a:r>
            <a:endParaRPr lang="en-US" altLang="ja-JP" dirty="0"/>
          </a:p>
          <a:p>
            <a:pPr lvl="1"/>
            <a:r>
              <a:rPr kumimoji="1" lang="en-US" altLang="ja-JP" dirty="0" err="1" smtClean="0"/>
              <a:t>Kinect</a:t>
            </a:r>
            <a:endParaRPr kumimoji="1" lang="en-US" altLang="ja-JP" dirty="0" smtClean="0"/>
          </a:p>
          <a:p>
            <a:pPr lvl="2"/>
            <a:r>
              <a:rPr lang="en-US" altLang="ja-JP" dirty="0" smtClean="0"/>
              <a:t>14,800</a:t>
            </a:r>
            <a:r>
              <a:rPr lang="ja-JP" altLang="en-US" dirty="0" smtClean="0"/>
              <a:t>円</a:t>
            </a:r>
            <a:endParaRPr kumimoji="1" lang="en-US" altLang="ja-JP" dirty="0"/>
          </a:p>
          <a:p>
            <a:pPr lvl="1"/>
            <a:r>
              <a:rPr lang="ja-JP" altLang="en-US" dirty="0" smtClean="0"/>
              <a:t>モバイル化用バッテリー</a:t>
            </a:r>
            <a:endParaRPr lang="en-US" altLang="ja-JP" dirty="0" smtClean="0"/>
          </a:p>
          <a:p>
            <a:pPr lvl="2"/>
            <a:r>
              <a:rPr lang="ja-JP" altLang="en-US" dirty="0" smtClean="0"/>
              <a:t>約</a:t>
            </a:r>
            <a:r>
              <a:rPr lang="en-US" altLang="ja-JP" dirty="0" smtClean="0"/>
              <a:t>18,000</a:t>
            </a:r>
            <a:r>
              <a:rPr lang="ja-JP" altLang="en-US" dirty="0" smtClean="0"/>
              <a:t>円</a:t>
            </a:r>
            <a:endParaRPr lang="en-US" altLang="ja-JP" dirty="0" smtClean="0"/>
          </a:p>
          <a:p>
            <a:pPr marL="914400" lvl="2" indent="0">
              <a:buNone/>
            </a:pPr>
            <a:endParaRPr lang="en-US" altLang="ja-JP" dirty="0" smtClean="0"/>
          </a:p>
          <a:p>
            <a:pPr marL="914400" lvl="2" indent="0">
              <a:buNone/>
            </a:pPr>
            <a:r>
              <a:rPr lang="en-US" altLang="ja-JP" sz="2800" dirty="0" err="1" smtClean="0"/>
              <a:t>Kinect</a:t>
            </a:r>
            <a:r>
              <a:rPr lang="ja-JP" altLang="en-US" sz="2800" dirty="0" smtClean="0"/>
              <a:t>より、バッテリーの方が</a:t>
            </a:r>
            <a:r>
              <a:rPr lang="ja-JP" altLang="en-US" sz="2800" dirty="0" smtClean="0">
                <a:solidFill>
                  <a:srgbClr val="FF0000"/>
                </a:solidFill>
              </a:rPr>
              <a:t>高い</a:t>
            </a:r>
            <a:r>
              <a:rPr lang="ja-JP" altLang="en-US" sz="2800" dirty="0" smtClean="0"/>
              <a:t>です＞＜</a:t>
            </a:r>
            <a:endParaRPr lang="en-US" altLang="ja-JP" sz="2800" dirty="0" smtClean="0"/>
          </a:p>
        </p:txBody>
      </p:sp>
    </p:spTree>
    <p:extLst>
      <p:ext uri="{BB962C8B-B14F-4D97-AF65-F5344CB8AC3E}">
        <p14:creationId xmlns:p14="http://schemas.microsoft.com/office/powerpoint/2010/main" val="3225542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Prop">
  <a:themeElements>
    <a:clrScheme name="sipro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iprop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ipro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SIProp</Template>
  <TotalTime>849</TotalTime>
  <Words>204</Words>
  <Application>Microsoft Office PowerPoint</Application>
  <PresentationFormat>画面に合わせる (4:3)</PresentationFormat>
  <Paragraphs>51</Paragraphs>
  <Slides>8</Slides>
  <Notes>2</Notes>
  <HiddenSlides>0</HiddenSlides>
  <MMClips>1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Arial</vt:lpstr>
      <vt:lpstr>ＭＳ Ｐゴシック</vt:lpstr>
      <vt:lpstr>Times</vt:lpstr>
      <vt:lpstr>SIProp</vt:lpstr>
      <vt:lpstr>OpenFrameworks x Kinect x Android</vt:lpstr>
      <vt:lpstr>自己紹介</vt:lpstr>
      <vt:lpstr>PowerPoint プレゼンテーション</vt:lpstr>
      <vt:lpstr>これ、持ち運べるんだぜ！</vt:lpstr>
      <vt:lpstr>動いてるでゲソ</vt:lpstr>
      <vt:lpstr>苦労点 1/3</vt:lpstr>
      <vt:lpstr>苦労点 2/3</vt:lpstr>
      <vt:lpstr>苦労点 3/3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noritsuna</dc:creator>
  <cp:lastModifiedBy>noritsuna</cp:lastModifiedBy>
  <cp:revision>19</cp:revision>
  <dcterms:created xsi:type="dcterms:W3CDTF">2011-01-06T03:26:10Z</dcterms:created>
  <dcterms:modified xsi:type="dcterms:W3CDTF">2011-01-06T17:35:59Z</dcterms:modified>
</cp:coreProperties>
</file>