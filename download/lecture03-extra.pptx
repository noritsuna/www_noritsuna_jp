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4" r:id="rId3"/>
    <p:sldId id="262" r:id="rId4"/>
    <p:sldId id="265" r:id="rId5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A125"/>
    <a:srgbClr val="66FF33"/>
    <a:srgbClr val="CCFFCC"/>
    <a:srgbClr val="E5DEDB"/>
    <a:srgbClr val="0080FF"/>
    <a:srgbClr val="FF0000"/>
    <a:srgbClr val="FF6FCF"/>
    <a:srgbClr val="E8E8E8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49" autoAdjust="0"/>
    <p:restoredTop sz="90318" autoAdjust="0"/>
  </p:normalViewPr>
  <p:slideViewPr>
    <p:cSldViewPr>
      <p:cViewPr varScale="1">
        <p:scale>
          <a:sx n="87" d="100"/>
          <a:sy n="87" d="100"/>
        </p:scale>
        <p:origin x="53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09F16D-A5D2-4AEA-B0EF-699BC8DB2050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9414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D71AB-1AB1-49AC-B815-075566572DC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3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93135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 noProof="0" smtClean="0"/>
              <a:t>Click to edit Master title style</a:t>
            </a:r>
            <a:endParaRPr lang="ja-JP" altLang="en-US" noProof="0" smtClean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en-US" altLang="ja-JP" noProof="0" smtClean="0"/>
              <a:t>Click to edit Master subtitle style</a:t>
            </a:r>
            <a:endParaRPr lang="ja-JP" altLang="en-US" noProof="0" smtClean="0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E96569D1-15AB-4E5A-B692-F1A00763D9D9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9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762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58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91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12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58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71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2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anose="020B0600070205080204" pitchFamily="50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A7930ED-31C0-4461-B235-95703576676C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seez/opencv/blob/master/modules/androidcamera/camera_wrapper/camera_wrapper.cp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F11F904-56FD-4A1A-A7FA-EEA3E1D1CC6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8287072" cy="1143000"/>
          </a:xfrm>
        </p:spPr>
        <p:txBody>
          <a:bodyPr/>
          <a:lstStyle/>
          <a:p>
            <a:r>
              <a:rPr lang="en-US" dirty="0" smtClean="0"/>
              <a:t>How to Build Android Camera on </a:t>
            </a:r>
            <a:r>
              <a:rPr lang="en-US" dirty="0" err="1" smtClean="0"/>
              <a:t>OpenCV</a:t>
            </a:r>
            <a:endParaRPr 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Noritsuna</a:t>
            </a:r>
            <a:r>
              <a:rPr lang="en-US" dirty="0" smtClean="0"/>
              <a:t> Imamura</a:t>
            </a:r>
          </a:p>
          <a:p>
            <a:r>
              <a:rPr lang="en-US" dirty="0" smtClean="0"/>
              <a:t>noritsuna@siprop.org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Fix CMakeList.txt File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[</a:t>
            </a:r>
            <a:r>
              <a:rPr lang="en-US" altLang="ja-JP" dirty="0" err="1" smtClean="0"/>
              <a:t>OpenCV</a:t>
            </a:r>
            <a:r>
              <a:rPr lang="en-US" altLang="ja-JP" dirty="0" smtClean="0"/>
              <a:t>]/modules/</a:t>
            </a:r>
            <a:r>
              <a:rPr lang="en-US" altLang="ja-JP" dirty="0" err="1" smtClean="0"/>
              <a:t>androidcamera</a:t>
            </a:r>
            <a:r>
              <a:rPr lang="en-US" altLang="ja-JP" dirty="0" smtClean="0"/>
              <a:t>/CMakeList.txt</a:t>
            </a:r>
          </a:p>
          <a:p>
            <a:pPr lvl="1"/>
            <a:r>
              <a:rPr lang="en-US" altLang="ja-JP" dirty="0" smtClean="0"/>
              <a:t>Required “-</a:t>
            </a:r>
            <a:r>
              <a:rPr lang="en-US" altLang="ja-JP" dirty="0" err="1" smtClean="0"/>
              <a:t>fno-rtti</a:t>
            </a:r>
            <a:r>
              <a:rPr lang="en-US" altLang="ja-JP" dirty="0" smtClean="0"/>
              <a:t>” Option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403648" y="2636912"/>
            <a:ext cx="6933161" cy="4221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function(</a:t>
            </a:r>
            <a:r>
              <a:rPr lang="en-US" altLang="ja-JP" sz="1600" dirty="0" err="1"/>
              <a:t>replace_compiler_option</a:t>
            </a:r>
            <a:r>
              <a:rPr lang="en-US" altLang="ja-JP" sz="1600" dirty="0"/>
              <a:t> </a:t>
            </a:r>
            <a:r>
              <a:rPr lang="en-US" altLang="ja-JP" sz="1600" dirty="0" err="1"/>
              <a:t>var</a:t>
            </a:r>
            <a:r>
              <a:rPr lang="en-US" altLang="ja-JP" sz="1600" dirty="0"/>
              <a:t> old new)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if( "${${</a:t>
            </a:r>
            <a:r>
              <a:rPr lang="en-US" altLang="ja-JP" sz="1600" dirty="0" err="1"/>
              <a:t>var</a:t>
            </a:r>
            <a:r>
              <a:rPr lang="en-US" altLang="ja-JP" sz="1600" dirty="0"/>
              <a:t>}}" MATCHES "(^| )${new}($| )" 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  set(n "")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else()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  set(n "${new}")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</a:t>
            </a:r>
            <a:r>
              <a:rPr lang="en-US" altLang="ja-JP" sz="1600" dirty="0" err="1"/>
              <a:t>endif</a:t>
            </a:r>
            <a:r>
              <a:rPr lang="en-US" altLang="ja-JP" sz="1600" dirty="0"/>
              <a:t>()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if( "${${</a:t>
            </a:r>
            <a:r>
              <a:rPr lang="en-US" altLang="ja-JP" sz="1600" dirty="0" err="1"/>
              <a:t>var</a:t>
            </a:r>
            <a:r>
              <a:rPr lang="en-US" altLang="ja-JP" sz="1600" dirty="0"/>
              <a:t>}}" MATCHES "(^| )${old}($| )" 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  string( REGEX REPLACE "(^| )${old}($| )" " ${n} " ${</a:t>
            </a:r>
            <a:r>
              <a:rPr lang="en-US" altLang="ja-JP" sz="1600" dirty="0" err="1"/>
              <a:t>var</a:t>
            </a:r>
            <a:r>
              <a:rPr lang="en-US" altLang="ja-JP" sz="1600" dirty="0"/>
              <a:t>} "${${</a:t>
            </a:r>
            <a:r>
              <a:rPr lang="en-US" altLang="ja-JP" sz="1600" dirty="0" err="1"/>
              <a:t>var</a:t>
            </a:r>
            <a:r>
              <a:rPr lang="en-US" altLang="ja-JP" sz="1600" dirty="0"/>
              <a:t>}}" 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else()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  set( ${</a:t>
            </a:r>
            <a:r>
              <a:rPr lang="en-US" altLang="ja-JP" sz="1600" dirty="0" err="1"/>
              <a:t>var</a:t>
            </a:r>
            <a:r>
              <a:rPr lang="en-US" altLang="ja-JP" sz="1600" dirty="0"/>
              <a:t>} "${${</a:t>
            </a:r>
            <a:r>
              <a:rPr lang="en-US" altLang="ja-JP" sz="1600" dirty="0" err="1"/>
              <a:t>var</a:t>
            </a:r>
            <a:r>
              <a:rPr lang="en-US" altLang="ja-JP" sz="1600" dirty="0"/>
              <a:t>}} ${n}" 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</a:t>
            </a:r>
            <a:r>
              <a:rPr lang="en-US" altLang="ja-JP" sz="1600" dirty="0" err="1"/>
              <a:t>endif</a:t>
            </a:r>
            <a:r>
              <a:rPr lang="en-US" altLang="ja-JP" sz="1600" dirty="0"/>
              <a:t>()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  set( ${</a:t>
            </a:r>
            <a:r>
              <a:rPr lang="en-US" altLang="ja-JP" sz="1600" dirty="0" err="1"/>
              <a:t>var</a:t>
            </a:r>
            <a:r>
              <a:rPr lang="en-US" altLang="ja-JP" sz="1600" dirty="0"/>
              <a:t>} "${${</a:t>
            </a:r>
            <a:r>
              <a:rPr lang="en-US" altLang="ja-JP" sz="1600" dirty="0" err="1"/>
              <a:t>var</a:t>
            </a:r>
            <a:r>
              <a:rPr lang="en-US" altLang="ja-JP" sz="1600" dirty="0"/>
              <a:t>}}" PARENT_SCOPE 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 err="1"/>
              <a:t>endfunction</a:t>
            </a:r>
            <a:r>
              <a:rPr lang="en-US" altLang="ja-JP" sz="1600" dirty="0"/>
              <a:t>(</a:t>
            </a:r>
            <a:r>
              <a:rPr lang="en-US" altLang="ja-JP" sz="1600" dirty="0" err="1"/>
              <a:t>replace_compiler_option</a:t>
            </a:r>
            <a:r>
              <a:rPr lang="en-US" altLang="ja-JP" sz="1600" dirty="0"/>
              <a:t>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16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 err="1"/>
              <a:t>replace_compiler_option</a:t>
            </a:r>
            <a:r>
              <a:rPr lang="en-US" altLang="ja-JP" sz="1600" dirty="0"/>
              <a:t>(CMAKE_CXX_FLAGS "-</a:t>
            </a:r>
            <a:r>
              <a:rPr lang="en-US" altLang="ja-JP" sz="1600" dirty="0" err="1"/>
              <a:t>frtti</a:t>
            </a:r>
            <a:r>
              <a:rPr lang="en-US" altLang="ja-JP" sz="1600" dirty="0"/>
              <a:t>" "-</a:t>
            </a:r>
            <a:r>
              <a:rPr lang="en-US" altLang="ja-JP" sz="1600" dirty="0" err="1"/>
              <a:t>fno-rtti</a:t>
            </a:r>
            <a:r>
              <a:rPr lang="en-US" altLang="ja-JP" sz="1600" dirty="0"/>
              <a:t>")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600" dirty="0"/>
              <a:t>status("</a:t>
            </a:r>
            <a:r>
              <a:rPr lang="en-US" altLang="ja-JP" sz="1600" dirty="0" err="1"/>
              <a:t>camera_wrapper</a:t>
            </a:r>
            <a:r>
              <a:rPr lang="en-US" altLang="ja-JP" sz="1600" dirty="0"/>
              <a:t> C++ flags):" ${CMAKE_CXX_FLAGS})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93573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Fix CMakeList.txt File </a:t>
            </a:r>
            <a:r>
              <a:rPr lang="en-US" altLang="ja-JP" dirty="0" smtClean="0"/>
              <a:t>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Add 2 Options</a:t>
            </a:r>
          </a:p>
          <a:p>
            <a:pPr lvl="2"/>
            <a:r>
              <a:rPr kumimoji="1" lang="en-US" altLang="ja-JP" dirty="0" smtClean="0"/>
              <a:t>Please change “ANDROID_VERSION” to your Version.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475656" y="2564904"/>
            <a:ext cx="6933161" cy="10801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SET(BUILD_ANDROID_CAMERA_WRAPPER ON)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SET(ANDROID_VERSION "4.3.0</a:t>
            </a:r>
            <a:r>
              <a:rPr lang="en-US" altLang="ja-JP" sz="1800" dirty="0" smtClean="0"/>
              <a:t>")</a:t>
            </a:r>
            <a:endParaRPr lang="en-US" altLang="ja-JP" sz="1800" dirty="0"/>
          </a:p>
        </p:txBody>
      </p:sp>
    </p:spTree>
    <p:extLst>
      <p:ext uri="{BB962C8B-B14F-4D97-AF65-F5344CB8AC3E}">
        <p14:creationId xmlns:p14="http://schemas.microsoft.com/office/powerpoint/2010/main" val="382763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Modify Android Camera Source 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Android Camera Wrapper</a:t>
            </a:r>
          </a:p>
          <a:p>
            <a:pPr lvl="1"/>
            <a:r>
              <a:rPr lang="en-US" altLang="ja-JP" dirty="0" smtClean="0"/>
              <a:t>[</a:t>
            </a:r>
            <a:r>
              <a:rPr lang="en-US" altLang="ja-JP" dirty="0" err="1" smtClean="0"/>
              <a:t>OpenCV</a:t>
            </a:r>
            <a:r>
              <a:rPr lang="en-US" altLang="ja-JP" dirty="0" smtClean="0"/>
              <a:t> Source]modules/</a:t>
            </a:r>
            <a:r>
              <a:rPr lang="en-US" altLang="ja-JP" dirty="0" err="1" smtClean="0"/>
              <a:t>androidcamera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camera_wrapper</a:t>
            </a:r>
            <a:r>
              <a:rPr lang="en-US" altLang="ja-JP" dirty="0" smtClean="0"/>
              <a:t>/</a:t>
            </a:r>
            <a:endParaRPr kumimoji="1" lang="en-US" altLang="ja-JP" dirty="0" smtClean="0"/>
          </a:p>
          <a:p>
            <a:pPr lvl="2"/>
            <a:r>
              <a:rPr lang="en-US" dirty="0">
                <a:hlinkClick r:id="rId2" tooltip="camera_wrapper.cpp"/>
              </a:rPr>
              <a:t>camera_wrapper.cpp</a:t>
            </a:r>
            <a:endParaRPr lang="en-US" altLang="ja-JP" dirty="0"/>
          </a:p>
          <a:p>
            <a:r>
              <a:rPr kumimoji="1" lang="en-US" altLang="ja-JP" dirty="0" smtClean="0"/>
              <a:t>If your camera doesn’t work, you should check these source code:</a:t>
            </a:r>
          </a:p>
          <a:p>
            <a:pPr lvl="1"/>
            <a:r>
              <a:rPr lang="en-US" altLang="ja-JP" dirty="0"/>
              <a:t>Camera Service for Android Framework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[Android Source]/frameworks/</a:t>
            </a:r>
            <a:r>
              <a:rPr lang="en-US" altLang="ja-JP" dirty="0" err="1" smtClean="0"/>
              <a:t>av</a:t>
            </a:r>
            <a:r>
              <a:rPr lang="en-US" altLang="ja-JP" dirty="0" smtClean="0"/>
              <a:t>/services/camera/</a:t>
            </a:r>
            <a:r>
              <a:rPr lang="en-US" altLang="ja-JP" dirty="0" err="1" smtClean="0"/>
              <a:t>libcameraservice</a:t>
            </a:r>
            <a:r>
              <a:rPr lang="en-US" altLang="ja-JP" dirty="0" smtClean="0"/>
              <a:t>/</a:t>
            </a:r>
          </a:p>
          <a:p>
            <a:pPr lvl="2"/>
            <a:r>
              <a:rPr lang="en-US" altLang="ja-JP" dirty="0" smtClean="0"/>
              <a:t>[Android Source]/frameworks/base/core/</a:t>
            </a:r>
            <a:r>
              <a:rPr lang="en-US" altLang="ja-JP" dirty="0" err="1" smtClean="0"/>
              <a:t>jni</a:t>
            </a:r>
            <a:r>
              <a:rPr lang="en-US" altLang="ja-JP" dirty="0" smtClean="0"/>
              <a:t>/</a:t>
            </a:r>
            <a:endParaRPr kumimoji="1" lang="en-US" altLang="ja-JP" dirty="0" smtClean="0"/>
          </a:p>
          <a:p>
            <a:pPr lvl="1"/>
            <a:r>
              <a:rPr lang="en-US" altLang="ja-JP" dirty="0" err="1" smtClean="0"/>
              <a:t>CameraHAL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[Android </a:t>
            </a:r>
            <a:r>
              <a:rPr lang="en-US" altLang="ja-JP" dirty="0"/>
              <a:t>Source</a:t>
            </a:r>
            <a:r>
              <a:rPr lang="en-US" altLang="ja-JP" dirty="0" smtClean="0"/>
              <a:t>]/hardware/</a:t>
            </a:r>
            <a:r>
              <a:rPr lang="en-US" altLang="ja-JP" dirty="0" err="1" smtClean="0"/>
              <a:t>libhardware</a:t>
            </a:r>
            <a:r>
              <a:rPr lang="en-US" altLang="ja-JP" dirty="0" smtClean="0"/>
              <a:t>/modules/camera/</a:t>
            </a:r>
          </a:p>
          <a:p>
            <a:pPr lvl="2"/>
            <a:r>
              <a:rPr lang="en-US" altLang="ja-JP" dirty="0" smtClean="0"/>
              <a:t>[Android Source]/hardware/[Vendor Name]/</a:t>
            </a:r>
          </a:p>
          <a:p>
            <a:pPr lvl="2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3967574"/>
      </p:ext>
    </p:extLst>
  </p:cSld>
  <p:clrMapOvr>
    <a:masterClrMapping/>
  </p:clrMapOvr>
</p:sld>
</file>

<file path=ppt/theme/theme1.xml><?xml version="1.0" encoding="utf-8"?>
<a:theme xmlns:a="http://schemas.openxmlformats.org/drawingml/2006/main" name="sipro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lnDef>
  </a:objectDefaults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957</TotalTime>
  <Words>236</Words>
  <Application>Microsoft Office PowerPoint</Application>
  <PresentationFormat>On-screen Show (4:3)</PresentationFormat>
  <Paragraphs>43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ＭＳ Ｐゴシック</vt:lpstr>
      <vt:lpstr>Arial</vt:lpstr>
      <vt:lpstr>Times</vt:lpstr>
      <vt:lpstr>siprop</vt:lpstr>
      <vt:lpstr>How to Build Android Camera on OpenCV</vt:lpstr>
      <vt:lpstr>Fix CMakeList.txt File 1/2</vt:lpstr>
      <vt:lpstr>Fix CMakeList.txt File 2/2</vt:lpstr>
      <vt:lpstr>Modify Android Camera Source Code</vt:lpstr>
    </vt:vector>
  </TitlesOfParts>
  <Company>self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Noritsuna Imamura</dc:creator>
  <cp:lastModifiedBy>Noritsuna Imamura</cp:lastModifiedBy>
  <cp:revision>343</cp:revision>
  <dcterms:created xsi:type="dcterms:W3CDTF">2013-12-05T12:17:56Z</dcterms:created>
  <dcterms:modified xsi:type="dcterms:W3CDTF">2013-12-25T20:51:24Z</dcterms:modified>
</cp:coreProperties>
</file>