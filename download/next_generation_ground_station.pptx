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429" r:id="rId3"/>
    <p:sldId id="539" r:id="rId4"/>
    <p:sldId id="549" r:id="rId5"/>
    <p:sldId id="537" r:id="rId6"/>
    <p:sldId id="538" r:id="rId7"/>
    <p:sldId id="550" r:id="rId8"/>
    <p:sldId id="438" r:id="rId9"/>
    <p:sldId id="542" r:id="rId10"/>
    <p:sldId id="543" r:id="rId11"/>
    <p:sldId id="544" r:id="rId12"/>
    <p:sldId id="545" r:id="rId13"/>
    <p:sldId id="546" r:id="rId14"/>
    <p:sldId id="527" r:id="rId15"/>
    <p:sldId id="534" r:id="rId16"/>
    <p:sldId id="552" r:id="rId17"/>
    <p:sldId id="578" r:id="rId18"/>
    <p:sldId id="551" r:id="rId19"/>
    <p:sldId id="580" r:id="rId20"/>
    <p:sldId id="582" r:id="rId21"/>
    <p:sldId id="583" r:id="rId22"/>
    <p:sldId id="556" r:id="rId23"/>
    <p:sldId id="557" r:id="rId24"/>
    <p:sldId id="558" r:id="rId25"/>
    <p:sldId id="559" r:id="rId26"/>
    <p:sldId id="560" r:id="rId27"/>
    <p:sldId id="561" r:id="rId28"/>
    <p:sldId id="562" r:id="rId29"/>
    <p:sldId id="563" r:id="rId30"/>
    <p:sldId id="565" r:id="rId31"/>
    <p:sldId id="566" r:id="rId32"/>
    <p:sldId id="567" r:id="rId33"/>
    <p:sldId id="569" r:id="rId34"/>
    <p:sldId id="570" r:id="rId35"/>
    <p:sldId id="571" r:id="rId36"/>
    <p:sldId id="572" r:id="rId37"/>
    <p:sldId id="573" r:id="rId38"/>
    <p:sldId id="574" r:id="rId39"/>
    <p:sldId id="575" r:id="rId40"/>
    <p:sldId id="576" r:id="rId41"/>
    <p:sldId id="577" r:id="rId42"/>
    <p:sldId id="581" r:id="rId43"/>
  </p:sldIdLst>
  <p:sldSz cx="9144000" cy="6858000" type="screen4x3"/>
  <p:notesSz cx="6805613" cy="9939338"/>
  <p:defaultTextStyle>
    <a:defPPr>
      <a:defRPr lang="ja-JP"/>
    </a:defPPr>
    <a:lvl1pPr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0080FF"/>
    <a:srgbClr val="FF6FCF"/>
    <a:srgbClr val="E8E8E8"/>
    <a:srgbClr val="CCFFCC"/>
    <a:srgbClr val="FFFF99"/>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7" autoAdjust="0"/>
    <p:restoredTop sz="90318" autoAdjust="0"/>
  </p:normalViewPr>
  <p:slideViewPr>
    <p:cSldViewPr>
      <p:cViewPr varScale="1">
        <p:scale>
          <a:sx n="119" d="100"/>
          <a:sy n="119"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C86CBE-13C6-4C33-9F26-848833410B53}"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kumimoji="1" lang="ja-JP" altLang="en-US"/>
        </a:p>
      </dgm:t>
    </dgm:pt>
    <dgm:pt modelId="{E7113066-6315-4D09-A044-B09F1D44CB4E}">
      <dgm:prSet phldrT="[テキスト]"/>
      <dgm:spPr/>
      <dgm:t>
        <a:bodyPr/>
        <a:lstStyle/>
        <a:p>
          <a:r>
            <a:rPr kumimoji="1" lang="ja-JP" altLang="en-US" dirty="0"/>
            <a:t>興味対象</a:t>
          </a:r>
        </a:p>
      </dgm:t>
    </dgm:pt>
    <dgm:pt modelId="{E5CBA5E7-0122-4DA3-889D-FB7C962A17D8}" type="parTrans" cxnId="{8A3DE5DE-7787-44C7-AE96-FBF6494A565B}">
      <dgm:prSet/>
      <dgm:spPr/>
      <dgm:t>
        <a:bodyPr/>
        <a:lstStyle/>
        <a:p>
          <a:endParaRPr kumimoji="1" lang="ja-JP" altLang="en-US"/>
        </a:p>
      </dgm:t>
    </dgm:pt>
    <dgm:pt modelId="{B9AC92AF-1D94-44D9-922A-97702F25E77C}" type="sibTrans" cxnId="{8A3DE5DE-7787-44C7-AE96-FBF6494A565B}">
      <dgm:prSet/>
      <dgm:spPr/>
      <dgm:t>
        <a:bodyPr/>
        <a:lstStyle/>
        <a:p>
          <a:endParaRPr kumimoji="1" lang="ja-JP" altLang="en-US"/>
        </a:p>
      </dgm:t>
    </dgm:pt>
    <dgm:pt modelId="{ED9831B8-8F85-4AB1-8540-C0CFA42D1EA5}">
      <dgm:prSet phldrT="[テキスト]"/>
      <dgm:spPr/>
      <dgm:t>
        <a:bodyPr/>
        <a:lstStyle/>
        <a:p>
          <a:r>
            <a:rPr kumimoji="1" lang="ja-JP" altLang="en-US" dirty="0"/>
            <a:t>ビーコンの受信</a:t>
          </a:r>
        </a:p>
      </dgm:t>
    </dgm:pt>
    <dgm:pt modelId="{498135DD-F22C-41CC-8F60-603CFBA45120}" type="parTrans" cxnId="{CAADAE2E-A4FB-4120-A896-C1D879B5DE0C}">
      <dgm:prSet/>
      <dgm:spPr/>
      <dgm:t>
        <a:bodyPr/>
        <a:lstStyle/>
        <a:p>
          <a:endParaRPr kumimoji="1" lang="ja-JP" altLang="en-US"/>
        </a:p>
      </dgm:t>
    </dgm:pt>
    <dgm:pt modelId="{048E6972-754C-4BDE-BB1A-4AAD2067429B}" type="sibTrans" cxnId="{CAADAE2E-A4FB-4120-A896-C1D879B5DE0C}">
      <dgm:prSet/>
      <dgm:spPr/>
      <dgm:t>
        <a:bodyPr/>
        <a:lstStyle/>
        <a:p>
          <a:endParaRPr kumimoji="1" lang="ja-JP" altLang="en-US"/>
        </a:p>
      </dgm:t>
    </dgm:pt>
    <dgm:pt modelId="{9F7C66A6-1267-4FF3-AA3D-AB37E435A5AF}">
      <dgm:prSet phldrT="[テキスト]"/>
      <dgm:spPr/>
      <dgm:t>
        <a:bodyPr/>
        <a:lstStyle/>
        <a:p>
          <a:r>
            <a:rPr kumimoji="1" lang="ja-JP" altLang="en-US" dirty="0"/>
            <a:t>専門性</a:t>
          </a:r>
        </a:p>
      </dgm:t>
    </dgm:pt>
    <dgm:pt modelId="{29CB0DC8-8BB1-43DE-9F54-4E57032348AA}" type="parTrans" cxnId="{7A5F5864-C68E-4503-B483-5B355F79496A}">
      <dgm:prSet/>
      <dgm:spPr/>
      <dgm:t>
        <a:bodyPr/>
        <a:lstStyle/>
        <a:p>
          <a:endParaRPr kumimoji="1" lang="ja-JP" altLang="en-US"/>
        </a:p>
      </dgm:t>
    </dgm:pt>
    <dgm:pt modelId="{50EB5F71-43CA-4457-AC33-C90EF20993CC}" type="sibTrans" cxnId="{7A5F5864-C68E-4503-B483-5B355F79496A}">
      <dgm:prSet/>
      <dgm:spPr/>
      <dgm:t>
        <a:bodyPr/>
        <a:lstStyle/>
        <a:p>
          <a:endParaRPr kumimoji="1" lang="ja-JP" altLang="en-US"/>
        </a:p>
      </dgm:t>
    </dgm:pt>
    <dgm:pt modelId="{1BD845E6-BE5D-41C8-9600-6420768E515E}">
      <dgm:prSet phldrT="[テキスト]"/>
      <dgm:spPr/>
      <dgm:t>
        <a:bodyPr/>
        <a:lstStyle/>
        <a:p>
          <a:r>
            <a:rPr kumimoji="1" lang="ja-JP" altLang="en-US" dirty="0"/>
            <a:t>誰でも操作可能</a:t>
          </a:r>
        </a:p>
      </dgm:t>
    </dgm:pt>
    <dgm:pt modelId="{9B633145-23DA-4DA2-930C-9A37E699E18F}" type="parTrans" cxnId="{22D054F0-9DB8-4E33-BA3E-AC9E0D2275D6}">
      <dgm:prSet/>
      <dgm:spPr/>
      <dgm:t>
        <a:bodyPr/>
        <a:lstStyle/>
        <a:p>
          <a:endParaRPr kumimoji="1" lang="ja-JP" altLang="en-US"/>
        </a:p>
      </dgm:t>
    </dgm:pt>
    <dgm:pt modelId="{DEAA676A-C96F-427E-8E25-0A83F666C805}" type="sibTrans" cxnId="{22D054F0-9DB8-4E33-BA3E-AC9E0D2275D6}">
      <dgm:prSet/>
      <dgm:spPr/>
      <dgm:t>
        <a:bodyPr/>
        <a:lstStyle/>
        <a:p>
          <a:endParaRPr kumimoji="1" lang="ja-JP" altLang="en-US"/>
        </a:p>
      </dgm:t>
    </dgm:pt>
    <dgm:pt modelId="{3968618D-C092-4F30-B510-3E81B25174EF}">
      <dgm:prSet phldrT="[テキスト]"/>
      <dgm:spPr/>
      <dgm:t>
        <a:bodyPr/>
        <a:lstStyle/>
        <a:p>
          <a:r>
            <a:rPr lang="en-US" altLang="ja-JP" dirty="0"/>
            <a:t>(</a:t>
          </a:r>
          <a:r>
            <a:rPr lang="ja-JP" altLang="en-US" dirty="0"/>
            <a:t>アマチュア</a:t>
          </a:r>
          <a:r>
            <a:rPr lang="en-US" altLang="ja-JP" dirty="0"/>
            <a:t>)</a:t>
          </a:r>
          <a:r>
            <a:rPr lang="ja-JP" altLang="en-US" dirty="0"/>
            <a:t>無線免許不要</a:t>
          </a:r>
          <a:endParaRPr kumimoji="1" lang="ja-JP" altLang="en-US" dirty="0"/>
        </a:p>
      </dgm:t>
    </dgm:pt>
    <dgm:pt modelId="{92E51DEC-C400-444F-988F-963E1A3001B9}" type="parTrans" cxnId="{FD7203C8-7ABA-4603-AFD2-1A29F891F881}">
      <dgm:prSet/>
      <dgm:spPr/>
      <dgm:t>
        <a:bodyPr/>
        <a:lstStyle/>
        <a:p>
          <a:endParaRPr kumimoji="1" lang="ja-JP" altLang="en-US"/>
        </a:p>
      </dgm:t>
    </dgm:pt>
    <dgm:pt modelId="{489A6C0A-0F52-40B0-82B4-4B68B0EAA146}" type="sibTrans" cxnId="{FD7203C8-7ABA-4603-AFD2-1A29F891F881}">
      <dgm:prSet/>
      <dgm:spPr/>
      <dgm:t>
        <a:bodyPr/>
        <a:lstStyle/>
        <a:p>
          <a:endParaRPr kumimoji="1" lang="ja-JP" altLang="en-US"/>
        </a:p>
      </dgm:t>
    </dgm:pt>
    <dgm:pt modelId="{9B735A29-C6CA-491B-A036-033B54DC0147}">
      <dgm:prSet phldrT="[テキスト]"/>
      <dgm:spPr/>
      <dgm:t>
        <a:bodyPr/>
        <a:lstStyle/>
        <a:p>
          <a:r>
            <a:rPr kumimoji="1" lang="ja-JP" altLang="en-US" dirty="0"/>
            <a:t>製作</a:t>
          </a:r>
        </a:p>
      </dgm:t>
    </dgm:pt>
    <dgm:pt modelId="{6CD69D69-1D2C-4592-B453-EE1431518971}" type="parTrans" cxnId="{FA2DBE9A-FAF5-44BB-9B8B-C15AADB62F9B}">
      <dgm:prSet/>
      <dgm:spPr/>
      <dgm:t>
        <a:bodyPr/>
        <a:lstStyle/>
        <a:p>
          <a:endParaRPr kumimoji="1" lang="ja-JP" altLang="en-US"/>
        </a:p>
      </dgm:t>
    </dgm:pt>
    <dgm:pt modelId="{4AA8C45A-6212-4043-A141-EF9533F1EB68}" type="sibTrans" cxnId="{FA2DBE9A-FAF5-44BB-9B8B-C15AADB62F9B}">
      <dgm:prSet/>
      <dgm:spPr/>
      <dgm:t>
        <a:bodyPr/>
        <a:lstStyle/>
        <a:p>
          <a:endParaRPr kumimoji="1" lang="ja-JP" altLang="en-US"/>
        </a:p>
      </dgm:t>
    </dgm:pt>
    <dgm:pt modelId="{3ECD0782-55C8-4E19-82B2-A34207599239}">
      <dgm:prSet phldrT="[テキスト]"/>
      <dgm:spPr/>
      <dgm:t>
        <a:bodyPr/>
        <a:lstStyle/>
        <a:p>
          <a:r>
            <a:rPr kumimoji="1" lang="ja-JP" altLang="en-US" dirty="0"/>
            <a:t>予算：</a:t>
          </a:r>
          <a:r>
            <a:rPr kumimoji="1" lang="en-US" altLang="ja-JP" dirty="0"/>
            <a:t>1</a:t>
          </a:r>
          <a:r>
            <a:rPr kumimoji="1" lang="ja-JP" altLang="en-US" dirty="0"/>
            <a:t>万円以下</a:t>
          </a:r>
        </a:p>
      </dgm:t>
    </dgm:pt>
    <dgm:pt modelId="{1A4B19CF-A235-4E86-8FB4-E4546CF12100}" type="parTrans" cxnId="{9F8FB9A7-BF57-49DE-A718-7B46A8771415}">
      <dgm:prSet/>
      <dgm:spPr/>
      <dgm:t>
        <a:bodyPr/>
        <a:lstStyle/>
        <a:p>
          <a:endParaRPr kumimoji="1" lang="ja-JP" altLang="en-US"/>
        </a:p>
      </dgm:t>
    </dgm:pt>
    <dgm:pt modelId="{BA7C9B34-AE19-4EA5-8AE2-3590DB2A6DC9}" type="sibTrans" cxnId="{9F8FB9A7-BF57-49DE-A718-7B46A8771415}">
      <dgm:prSet/>
      <dgm:spPr/>
      <dgm:t>
        <a:bodyPr/>
        <a:lstStyle/>
        <a:p>
          <a:endParaRPr kumimoji="1" lang="ja-JP" altLang="en-US"/>
        </a:p>
      </dgm:t>
    </dgm:pt>
    <dgm:pt modelId="{A980336D-48C0-4700-B0BC-BDACBEAC0467}">
      <dgm:prSet phldrT="[テキスト]"/>
      <dgm:spPr/>
      <dgm:t>
        <a:bodyPr/>
        <a:lstStyle/>
        <a:p>
          <a:r>
            <a:rPr kumimoji="1" lang="ja-JP" altLang="en-US" dirty="0"/>
            <a:t>入手性の良さ</a:t>
          </a:r>
        </a:p>
      </dgm:t>
    </dgm:pt>
    <dgm:pt modelId="{37D99967-E2D1-4654-B394-BFAD379289EC}" type="parTrans" cxnId="{851D222D-DF3F-493B-8495-1A7571337057}">
      <dgm:prSet/>
      <dgm:spPr/>
      <dgm:t>
        <a:bodyPr/>
        <a:lstStyle/>
        <a:p>
          <a:endParaRPr kumimoji="1" lang="ja-JP" altLang="en-US"/>
        </a:p>
      </dgm:t>
    </dgm:pt>
    <dgm:pt modelId="{32B33106-EF06-4B1B-900C-1EDDF6ADBF04}" type="sibTrans" cxnId="{851D222D-DF3F-493B-8495-1A7571337057}">
      <dgm:prSet/>
      <dgm:spPr/>
      <dgm:t>
        <a:bodyPr/>
        <a:lstStyle/>
        <a:p>
          <a:endParaRPr kumimoji="1" lang="ja-JP" altLang="en-US"/>
        </a:p>
      </dgm:t>
    </dgm:pt>
    <dgm:pt modelId="{672D7296-C2E1-4B9B-AC32-3F7D7FFA7203}">
      <dgm:prSet phldrT="[テキスト]"/>
      <dgm:spPr/>
      <dgm:t>
        <a:bodyPr/>
        <a:lstStyle/>
        <a:p>
          <a:r>
            <a:rPr kumimoji="1" lang="ja-JP" altLang="en-US" dirty="0"/>
            <a:t>衛星写真・動画の受信</a:t>
          </a:r>
        </a:p>
      </dgm:t>
    </dgm:pt>
    <dgm:pt modelId="{37841454-6FA7-4A18-A805-4D8C9CBB68F7}" type="parTrans" cxnId="{8F434697-8FF5-4D29-9621-960539FA3284}">
      <dgm:prSet/>
      <dgm:spPr/>
      <dgm:t>
        <a:bodyPr/>
        <a:lstStyle/>
        <a:p>
          <a:endParaRPr kumimoji="1" lang="ja-JP" altLang="en-US"/>
        </a:p>
      </dgm:t>
    </dgm:pt>
    <dgm:pt modelId="{1D82A4B0-59B6-48E8-8539-66B8FD006291}" type="sibTrans" cxnId="{8F434697-8FF5-4D29-9621-960539FA3284}">
      <dgm:prSet/>
      <dgm:spPr/>
      <dgm:t>
        <a:bodyPr/>
        <a:lstStyle/>
        <a:p>
          <a:endParaRPr kumimoji="1" lang="ja-JP" altLang="en-US"/>
        </a:p>
      </dgm:t>
    </dgm:pt>
    <dgm:pt modelId="{9E5396D5-7011-4C28-A9B5-C142576CC463}" type="pres">
      <dgm:prSet presAssocID="{36C86CBE-13C6-4C33-9F26-848833410B53}" presName="Name0" presStyleCnt="0">
        <dgm:presLayoutVars>
          <dgm:dir/>
          <dgm:animLvl val="lvl"/>
          <dgm:resizeHandles val="exact"/>
        </dgm:presLayoutVars>
      </dgm:prSet>
      <dgm:spPr/>
    </dgm:pt>
    <dgm:pt modelId="{B76AA7A1-4F0B-4758-A2B1-5E11CE031519}" type="pres">
      <dgm:prSet presAssocID="{E7113066-6315-4D09-A044-B09F1D44CB4E}" presName="linNode" presStyleCnt="0"/>
      <dgm:spPr/>
    </dgm:pt>
    <dgm:pt modelId="{6B8ABCCE-23EE-48B0-BE01-FF70CAA14620}" type="pres">
      <dgm:prSet presAssocID="{E7113066-6315-4D09-A044-B09F1D44CB4E}" presName="parentText" presStyleLbl="node1" presStyleIdx="0" presStyleCnt="3">
        <dgm:presLayoutVars>
          <dgm:chMax val="1"/>
          <dgm:bulletEnabled val="1"/>
        </dgm:presLayoutVars>
      </dgm:prSet>
      <dgm:spPr/>
    </dgm:pt>
    <dgm:pt modelId="{EA201948-EA42-48DD-9273-F4FA911B06B1}" type="pres">
      <dgm:prSet presAssocID="{E7113066-6315-4D09-A044-B09F1D44CB4E}" presName="descendantText" presStyleLbl="alignAccFollowNode1" presStyleIdx="0" presStyleCnt="3" custLinFactNeighborX="2440">
        <dgm:presLayoutVars>
          <dgm:bulletEnabled val="1"/>
        </dgm:presLayoutVars>
      </dgm:prSet>
      <dgm:spPr/>
    </dgm:pt>
    <dgm:pt modelId="{AD525E07-ED08-4F5A-BF28-E3C6F0F335F8}" type="pres">
      <dgm:prSet presAssocID="{B9AC92AF-1D94-44D9-922A-97702F25E77C}" presName="sp" presStyleCnt="0"/>
      <dgm:spPr/>
    </dgm:pt>
    <dgm:pt modelId="{C73AA0CD-0D2F-437F-8DD7-8AAFA9B2E6BA}" type="pres">
      <dgm:prSet presAssocID="{9F7C66A6-1267-4FF3-AA3D-AB37E435A5AF}" presName="linNode" presStyleCnt="0"/>
      <dgm:spPr/>
    </dgm:pt>
    <dgm:pt modelId="{4BFA3700-E0B7-45D8-8BC3-F3BEF4F6640F}" type="pres">
      <dgm:prSet presAssocID="{9F7C66A6-1267-4FF3-AA3D-AB37E435A5AF}" presName="parentText" presStyleLbl="node1" presStyleIdx="1" presStyleCnt="3" custLinFactNeighborX="-202" custLinFactNeighborY="-347">
        <dgm:presLayoutVars>
          <dgm:chMax val="1"/>
          <dgm:bulletEnabled val="1"/>
        </dgm:presLayoutVars>
      </dgm:prSet>
      <dgm:spPr/>
    </dgm:pt>
    <dgm:pt modelId="{5B150628-AE58-4940-A20A-5F577EB72A09}" type="pres">
      <dgm:prSet presAssocID="{9F7C66A6-1267-4FF3-AA3D-AB37E435A5AF}" presName="descendantText" presStyleLbl="alignAccFollowNode1" presStyleIdx="1" presStyleCnt="3">
        <dgm:presLayoutVars>
          <dgm:bulletEnabled val="1"/>
        </dgm:presLayoutVars>
      </dgm:prSet>
      <dgm:spPr/>
    </dgm:pt>
    <dgm:pt modelId="{FCD0381F-1B7C-4514-B492-6313FB2D2988}" type="pres">
      <dgm:prSet presAssocID="{50EB5F71-43CA-4457-AC33-C90EF20993CC}" presName="sp" presStyleCnt="0"/>
      <dgm:spPr/>
    </dgm:pt>
    <dgm:pt modelId="{2CAB69CC-BE49-48DF-AE57-60EDC390B75B}" type="pres">
      <dgm:prSet presAssocID="{9B735A29-C6CA-491B-A036-033B54DC0147}" presName="linNode" presStyleCnt="0"/>
      <dgm:spPr/>
    </dgm:pt>
    <dgm:pt modelId="{0FE11A33-3BE4-45F7-B28B-A9845B1645D0}" type="pres">
      <dgm:prSet presAssocID="{9B735A29-C6CA-491B-A036-033B54DC0147}" presName="parentText" presStyleLbl="node1" presStyleIdx="2" presStyleCnt="3">
        <dgm:presLayoutVars>
          <dgm:chMax val="1"/>
          <dgm:bulletEnabled val="1"/>
        </dgm:presLayoutVars>
      </dgm:prSet>
      <dgm:spPr/>
    </dgm:pt>
    <dgm:pt modelId="{8E57130C-4310-4078-BE54-3310AAC3AC1C}" type="pres">
      <dgm:prSet presAssocID="{9B735A29-C6CA-491B-A036-033B54DC0147}" presName="descendantText" presStyleLbl="alignAccFollowNode1" presStyleIdx="2" presStyleCnt="3">
        <dgm:presLayoutVars>
          <dgm:bulletEnabled val="1"/>
        </dgm:presLayoutVars>
      </dgm:prSet>
      <dgm:spPr/>
    </dgm:pt>
  </dgm:ptLst>
  <dgm:cxnLst>
    <dgm:cxn modelId="{EB120703-37BB-498F-A33C-223705F4D132}" type="presOf" srcId="{3ECD0782-55C8-4E19-82B2-A34207599239}" destId="{8E57130C-4310-4078-BE54-3310AAC3AC1C}" srcOrd="0" destOrd="0" presId="urn:microsoft.com/office/officeart/2005/8/layout/vList5"/>
    <dgm:cxn modelId="{CA4D4A18-54A4-494F-B539-DDBC0F7019BB}" type="presOf" srcId="{ED9831B8-8F85-4AB1-8540-C0CFA42D1EA5}" destId="{EA201948-EA42-48DD-9273-F4FA911B06B1}" srcOrd="0" destOrd="0" presId="urn:microsoft.com/office/officeart/2005/8/layout/vList5"/>
    <dgm:cxn modelId="{851D222D-DF3F-493B-8495-1A7571337057}" srcId="{9B735A29-C6CA-491B-A036-033B54DC0147}" destId="{A980336D-48C0-4700-B0BC-BDACBEAC0467}" srcOrd="1" destOrd="0" parTransId="{37D99967-E2D1-4654-B394-BFAD379289EC}" sibTransId="{32B33106-EF06-4B1B-900C-1EDDF6ADBF04}"/>
    <dgm:cxn modelId="{CAADAE2E-A4FB-4120-A896-C1D879B5DE0C}" srcId="{E7113066-6315-4D09-A044-B09F1D44CB4E}" destId="{ED9831B8-8F85-4AB1-8540-C0CFA42D1EA5}" srcOrd="0" destOrd="0" parTransId="{498135DD-F22C-41CC-8F60-603CFBA45120}" sibTransId="{048E6972-754C-4BDE-BB1A-4AAD2067429B}"/>
    <dgm:cxn modelId="{8530A141-C483-4EB7-8D1F-68CE5296E14A}" type="presOf" srcId="{E7113066-6315-4D09-A044-B09F1D44CB4E}" destId="{6B8ABCCE-23EE-48B0-BE01-FF70CAA14620}" srcOrd="0" destOrd="0" presId="urn:microsoft.com/office/officeart/2005/8/layout/vList5"/>
    <dgm:cxn modelId="{36A76944-E0FD-4609-819B-21A634569081}" type="presOf" srcId="{3968618D-C092-4F30-B510-3E81B25174EF}" destId="{5B150628-AE58-4940-A20A-5F577EB72A09}" srcOrd="0" destOrd="1" presId="urn:microsoft.com/office/officeart/2005/8/layout/vList5"/>
    <dgm:cxn modelId="{7A5F5864-C68E-4503-B483-5B355F79496A}" srcId="{36C86CBE-13C6-4C33-9F26-848833410B53}" destId="{9F7C66A6-1267-4FF3-AA3D-AB37E435A5AF}" srcOrd="1" destOrd="0" parTransId="{29CB0DC8-8BB1-43DE-9F54-4E57032348AA}" sibTransId="{50EB5F71-43CA-4457-AC33-C90EF20993CC}"/>
    <dgm:cxn modelId="{B987DE47-096B-4E3E-A276-D717F448EE74}" type="presOf" srcId="{1BD845E6-BE5D-41C8-9600-6420768E515E}" destId="{5B150628-AE58-4940-A20A-5F577EB72A09}" srcOrd="0" destOrd="0" presId="urn:microsoft.com/office/officeart/2005/8/layout/vList5"/>
    <dgm:cxn modelId="{5FD1084E-241E-4550-A20B-322F5D2BABA5}" type="presOf" srcId="{9F7C66A6-1267-4FF3-AA3D-AB37E435A5AF}" destId="{4BFA3700-E0B7-45D8-8BC3-F3BEF4F6640F}" srcOrd="0" destOrd="0" presId="urn:microsoft.com/office/officeart/2005/8/layout/vList5"/>
    <dgm:cxn modelId="{D4A3CD75-51AB-48E1-B5EB-CBE4104DF3FB}" type="presOf" srcId="{672D7296-C2E1-4B9B-AC32-3F7D7FFA7203}" destId="{EA201948-EA42-48DD-9273-F4FA911B06B1}" srcOrd="0" destOrd="1" presId="urn:microsoft.com/office/officeart/2005/8/layout/vList5"/>
    <dgm:cxn modelId="{8F434697-8FF5-4D29-9621-960539FA3284}" srcId="{E7113066-6315-4D09-A044-B09F1D44CB4E}" destId="{672D7296-C2E1-4B9B-AC32-3F7D7FFA7203}" srcOrd="1" destOrd="0" parTransId="{37841454-6FA7-4A18-A805-4D8C9CBB68F7}" sibTransId="{1D82A4B0-59B6-48E8-8539-66B8FD006291}"/>
    <dgm:cxn modelId="{FA2DBE9A-FAF5-44BB-9B8B-C15AADB62F9B}" srcId="{36C86CBE-13C6-4C33-9F26-848833410B53}" destId="{9B735A29-C6CA-491B-A036-033B54DC0147}" srcOrd="2" destOrd="0" parTransId="{6CD69D69-1D2C-4592-B453-EE1431518971}" sibTransId="{4AA8C45A-6212-4043-A141-EF9533F1EB68}"/>
    <dgm:cxn modelId="{9E5A3E9D-9D1D-4E69-86A2-E7C23BB9F4A4}" type="presOf" srcId="{A980336D-48C0-4700-B0BC-BDACBEAC0467}" destId="{8E57130C-4310-4078-BE54-3310AAC3AC1C}" srcOrd="0" destOrd="1" presId="urn:microsoft.com/office/officeart/2005/8/layout/vList5"/>
    <dgm:cxn modelId="{9F8FB9A7-BF57-49DE-A718-7B46A8771415}" srcId="{9B735A29-C6CA-491B-A036-033B54DC0147}" destId="{3ECD0782-55C8-4E19-82B2-A34207599239}" srcOrd="0" destOrd="0" parTransId="{1A4B19CF-A235-4E86-8FB4-E4546CF12100}" sibTransId="{BA7C9B34-AE19-4EA5-8AE2-3590DB2A6DC9}"/>
    <dgm:cxn modelId="{75A9E9B6-DE88-4F18-902A-C311F8969544}" type="presOf" srcId="{9B735A29-C6CA-491B-A036-033B54DC0147}" destId="{0FE11A33-3BE4-45F7-B28B-A9845B1645D0}" srcOrd="0" destOrd="0" presId="urn:microsoft.com/office/officeart/2005/8/layout/vList5"/>
    <dgm:cxn modelId="{15FBBBC4-2B09-48F0-AC90-E947AEE78852}" type="presOf" srcId="{36C86CBE-13C6-4C33-9F26-848833410B53}" destId="{9E5396D5-7011-4C28-A9B5-C142576CC463}" srcOrd="0" destOrd="0" presId="urn:microsoft.com/office/officeart/2005/8/layout/vList5"/>
    <dgm:cxn modelId="{FD7203C8-7ABA-4603-AFD2-1A29F891F881}" srcId="{9F7C66A6-1267-4FF3-AA3D-AB37E435A5AF}" destId="{3968618D-C092-4F30-B510-3E81B25174EF}" srcOrd="1" destOrd="0" parTransId="{92E51DEC-C400-444F-988F-963E1A3001B9}" sibTransId="{489A6C0A-0F52-40B0-82B4-4B68B0EAA146}"/>
    <dgm:cxn modelId="{8A3DE5DE-7787-44C7-AE96-FBF6494A565B}" srcId="{36C86CBE-13C6-4C33-9F26-848833410B53}" destId="{E7113066-6315-4D09-A044-B09F1D44CB4E}" srcOrd="0" destOrd="0" parTransId="{E5CBA5E7-0122-4DA3-889D-FB7C962A17D8}" sibTransId="{B9AC92AF-1D94-44D9-922A-97702F25E77C}"/>
    <dgm:cxn modelId="{22D054F0-9DB8-4E33-BA3E-AC9E0D2275D6}" srcId="{9F7C66A6-1267-4FF3-AA3D-AB37E435A5AF}" destId="{1BD845E6-BE5D-41C8-9600-6420768E515E}" srcOrd="0" destOrd="0" parTransId="{9B633145-23DA-4DA2-930C-9A37E699E18F}" sibTransId="{DEAA676A-C96F-427E-8E25-0A83F666C805}"/>
    <dgm:cxn modelId="{8EE7F976-7F50-431B-8515-DA0B5BCC4626}" type="presParOf" srcId="{9E5396D5-7011-4C28-A9B5-C142576CC463}" destId="{B76AA7A1-4F0B-4758-A2B1-5E11CE031519}" srcOrd="0" destOrd="0" presId="urn:microsoft.com/office/officeart/2005/8/layout/vList5"/>
    <dgm:cxn modelId="{35E3BA7A-75B6-4464-B3E0-7117929638F0}" type="presParOf" srcId="{B76AA7A1-4F0B-4758-A2B1-5E11CE031519}" destId="{6B8ABCCE-23EE-48B0-BE01-FF70CAA14620}" srcOrd="0" destOrd="0" presId="urn:microsoft.com/office/officeart/2005/8/layout/vList5"/>
    <dgm:cxn modelId="{9EF4FB1E-EADE-4D07-A8AC-774BAC573D9F}" type="presParOf" srcId="{B76AA7A1-4F0B-4758-A2B1-5E11CE031519}" destId="{EA201948-EA42-48DD-9273-F4FA911B06B1}" srcOrd="1" destOrd="0" presId="urn:microsoft.com/office/officeart/2005/8/layout/vList5"/>
    <dgm:cxn modelId="{125985E0-855A-48BE-99A4-3AE83B47EFD3}" type="presParOf" srcId="{9E5396D5-7011-4C28-A9B5-C142576CC463}" destId="{AD525E07-ED08-4F5A-BF28-E3C6F0F335F8}" srcOrd="1" destOrd="0" presId="urn:microsoft.com/office/officeart/2005/8/layout/vList5"/>
    <dgm:cxn modelId="{0B406FE7-FEE2-4DA0-82B4-972BB71206CE}" type="presParOf" srcId="{9E5396D5-7011-4C28-A9B5-C142576CC463}" destId="{C73AA0CD-0D2F-437F-8DD7-8AAFA9B2E6BA}" srcOrd="2" destOrd="0" presId="urn:microsoft.com/office/officeart/2005/8/layout/vList5"/>
    <dgm:cxn modelId="{3FDF7430-CD11-47C8-9065-D9AA4FACFFC0}" type="presParOf" srcId="{C73AA0CD-0D2F-437F-8DD7-8AAFA9B2E6BA}" destId="{4BFA3700-E0B7-45D8-8BC3-F3BEF4F6640F}" srcOrd="0" destOrd="0" presId="urn:microsoft.com/office/officeart/2005/8/layout/vList5"/>
    <dgm:cxn modelId="{443A6DA1-8426-4934-8C1D-5F5E20673A6C}" type="presParOf" srcId="{C73AA0CD-0D2F-437F-8DD7-8AAFA9B2E6BA}" destId="{5B150628-AE58-4940-A20A-5F577EB72A09}" srcOrd="1" destOrd="0" presId="urn:microsoft.com/office/officeart/2005/8/layout/vList5"/>
    <dgm:cxn modelId="{A14B69CF-DC27-48F2-8952-009C05E79EBC}" type="presParOf" srcId="{9E5396D5-7011-4C28-A9B5-C142576CC463}" destId="{FCD0381F-1B7C-4514-B492-6313FB2D2988}" srcOrd="3" destOrd="0" presId="urn:microsoft.com/office/officeart/2005/8/layout/vList5"/>
    <dgm:cxn modelId="{F4584267-AB49-4D79-B7F5-4CCE5AF73F50}" type="presParOf" srcId="{9E5396D5-7011-4C28-A9B5-C142576CC463}" destId="{2CAB69CC-BE49-48DF-AE57-60EDC390B75B}" srcOrd="4" destOrd="0" presId="urn:microsoft.com/office/officeart/2005/8/layout/vList5"/>
    <dgm:cxn modelId="{3D3CA6E0-129B-46F0-867A-385DFEDC85A0}" type="presParOf" srcId="{2CAB69CC-BE49-48DF-AE57-60EDC390B75B}" destId="{0FE11A33-3BE4-45F7-B28B-A9845B1645D0}" srcOrd="0" destOrd="0" presId="urn:microsoft.com/office/officeart/2005/8/layout/vList5"/>
    <dgm:cxn modelId="{5C61DED7-58EE-46C4-A3F8-536F12926C17}" type="presParOf" srcId="{2CAB69CC-BE49-48DF-AE57-60EDC390B75B}" destId="{8E57130C-4310-4078-BE54-3310AAC3AC1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27E173-00A6-465A-A414-10F1DE0A9420}" type="doc">
      <dgm:prSet loTypeId="urn:microsoft.com/office/officeart/2005/8/layout/radial4" loCatId="relationship" qsTypeId="urn:microsoft.com/office/officeart/2005/8/quickstyle/simple1" qsCatId="simple" csTypeId="urn:microsoft.com/office/officeart/2005/8/colors/colorful5" csCatId="colorful" phldr="1"/>
      <dgm:spPr/>
      <dgm:t>
        <a:bodyPr/>
        <a:lstStyle/>
        <a:p>
          <a:endParaRPr kumimoji="1" lang="ja-JP" altLang="en-US"/>
        </a:p>
      </dgm:t>
    </dgm:pt>
    <dgm:pt modelId="{27482421-176B-48A5-A859-D1183D3C6815}">
      <dgm:prSet phldrT="[テキスト]"/>
      <dgm:spPr/>
      <dgm:t>
        <a:bodyPr/>
        <a:lstStyle/>
        <a:p>
          <a:r>
            <a:rPr kumimoji="1" lang="ja-JP" altLang="en-US" dirty="0"/>
            <a:t>次世代衛星　地上局</a:t>
          </a:r>
          <a:endParaRPr kumimoji="1" lang="en-US" altLang="ja-JP" dirty="0"/>
        </a:p>
      </dgm:t>
    </dgm:pt>
    <dgm:pt modelId="{D4D7F5B6-5C0A-4FB3-BC76-F12DFEAB8165}" type="parTrans" cxnId="{D41114C1-1FFB-49E5-92FF-AAD6954F4235}">
      <dgm:prSet/>
      <dgm:spPr/>
      <dgm:t>
        <a:bodyPr/>
        <a:lstStyle/>
        <a:p>
          <a:endParaRPr kumimoji="1" lang="ja-JP" altLang="en-US"/>
        </a:p>
      </dgm:t>
    </dgm:pt>
    <dgm:pt modelId="{2EEA0985-8BF5-4DB0-8DD4-C2702EA9D920}" type="sibTrans" cxnId="{D41114C1-1FFB-49E5-92FF-AAD6954F4235}">
      <dgm:prSet/>
      <dgm:spPr/>
      <dgm:t>
        <a:bodyPr/>
        <a:lstStyle/>
        <a:p>
          <a:endParaRPr kumimoji="1" lang="ja-JP" altLang="en-US"/>
        </a:p>
      </dgm:t>
    </dgm:pt>
    <dgm:pt modelId="{045928F5-C930-4234-956F-CE145BD0C7D2}">
      <dgm:prSet phldrT="[テキスト]"/>
      <dgm:spPr/>
      <dgm:t>
        <a:bodyPr/>
        <a:lstStyle/>
        <a:p>
          <a:r>
            <a:rPr kumimoji="1" lang="ja-JP" altLang="en-US" dirty="0"/>
            <a:t>モダンといえない</a:t>
          </a:r>
        </a:p>
      </dgm:t>
    </dgm:pt>
    <dgm:pt modelId="{8A3F676D-1E40-4859-BB94-36B7D463A0C3}" type="parTrans" cxnId="{4ED5AA67-5429-4C28-B89E-C697341A61A1}">
      <dgm:prSet/>
      <dgm:spPr/>
      <dgm:t>
        <a:bodyPr/>
        <a:lstStyle/>
        <a:p>
          <a:endParaRPr kumimoji="1" lang="ja-JP" altLang="en-US"/>
        </a:p>
      </dgm:t>
    </dgm:pt>
    <dgm:pt modelId="{BB4E8E4C-7F9D-412A-9456-9E7320119AA5}" type="sibTrans" cxnId="{4ED5AA67-5429-4C28-B89E-C697341A61A1}">
      <dgm:prSet/>
      <dgm:spPr/>
      <dgm:t>
        <a:bodyPr/>
        <a:lstStyle/>
        <a:p>
          <a:endParaRPr kumimoji="1" lang="ja-JP" altLang="en-US"/>
        </a:p>
      </dgm:t>
    </dgm:pt>
    <dgm:pt modelId="{3B5DB749-3157-413E-B232-0164F8E6FA0B}">
      <dgm:prSet phldrT="[テキスト]"/>
      <dgm:spPr/>
      <dgm:t>
        <a:bodyPr/>
        <a:lstStyle/>
        <a:p>
          <a:r>
            <a:rPr kumimoji="1" lang="en-US" altLang="ja-JP" dirty="0"/>
            <a:t>CW</a:t>
          </a:r>
          <a:r>
            <a:rPr kumimoji="1" lang="ja-JP" altLang="en-US" dirty="0"/>
            <a:t>受信できない</a:t>
          </a:r>
        </a:p>
      </dgm:t>
    </dgm:pt>
    <dgm:pt modelId="{2115E3D5-8D45-4B72-B42C-C33E9E240F46}" type="parTrans" cxnId="{BD5E659C-9C79-4BC9-AD89-8ACB1E543563}">
      <dgm:prSet/>
      <dgm:spPr/>
      <dgm:t>
        <a:bodyPr/>
        <a:lstStyle/>
        <a:p>
          <a:endParaRPr kumimoji="1" lang="ja-JP" altLang="en-US"/>
        </a:p>
      </dgm:t>
    </dgm:pt>
    <dgm:pt modelId="{F8D2A3E2-D1B8-47CC-BBD1-6CEC0C9D3ED8}" type="sibTrans" cxnId="{BD5E659C-9C79-4BC9-AD89-8ACB1E543563}">
      <dgm:prSet/>
      <dgm:spPr/>
      <dgm:t>
        <a:bodyPr/>
        <a:lstStyle/>
        <a:p>
          <a:endParaRPr kumimoji="1" lang="ja-JP" altLang="en-US"/>
        </a:p>
      </dgm:t>
    </dgm:pt>
    <dgm:pt modelId="{065765AA-CB3F-4693-93E9-EF59A07068CD}">
      <dgm:prSet phldrT="[テキスト]"/>
      <dgm:spPr/>
      <dgm:t>
        <a:bodyPr/>
        <a:lstStyle/>
        <a:p>
          <a:r>
            <a:rPr kumimoji="1" lang="en-US" altLang="ja-JP" dirty="0"/>
            <a:t>SDR+GNU </a:t>
          </a:r>
          <a:r>
            <a:rPr kumimoji="1" lang="en-US" altLang="ja-JP" dirty="0" err="1"/>
            <a:t>Raido</a:t>
          </a:r>
          <a:r>
            <a:rPr kumimoji="1" lang="ja-JP" altLang="en-US" dirty="0"/>
            <a:t>連携</a:t>
          </a:r>
        </a:p>
      </dgm:t>
    </dgm:pt>
    <dgm:pt modelId="{28F38ABC-B305-4D64-8C76-DFE672085853}" type="parTrans" cxnId="{B098F671-25CC-418E-BC9C-B2DD401709FC}">
      <dgm:prSet/>
      <dgm:spPr/>
      <dgm:t>
        <a:bodyPr/>
        <a:lstStyle/>
        <a:p>
          <a:endParaRPr kumimoji="1" lang="ja-JP" altLang="en-US"/>
        </a:p>
      </dgm:t>
    </dgm:pt>
    <dgm:pt modelId="{1BDDB072-9AD2-4CC4-89E6-F192DCD7D3E3}" type="sibTrans" cxnId="{B098F671-25CC-418E-BC9C-B2DD401709FC}">
      <dgm:prSet/>
      <dgm:spPr/>
      <dgm:t>
        <a:bodyPr/>
        <a:lstStyle/>
        <a:p>
          <a:endParaRPr kumimoji="1" lang="ja-JP" altLang="en-US"/>
        </a:p>
      </dgm:t>
    </dgm:pt>
    <dgm:pt modelId="{5FDFACD0-A005-4EB9-91B0-B07A039D65DA}">
      <dgm:prSet phldrT="[テキスト]"/>
      <dgm:spPr/>
      <dgm:t>
        <a:bodyPr/>
        <a:lstStyle/>
        <a:p>
          <a:r>
            <a:rPr kumimoji="1" lang="en-US" altLang="ja-JP" dirty="0"/>
            <a:t>PC</a:t>
          </a:r>
          <a:r>
            <a:rPr kumimoji="1" lang="ja-JP" altLang="en-US" dirty="0"/>
            <a:t>からスマホの時代へ</a:t>
          </a:r>
        </a:p>
      </dgm:t>
    </dgm:pt>
    <dgm:pt modelId="{0C10F866-21F7-4CC0-8497-22FEBA1A0404}" type="parTrans" cxnId="{2497FBC9-CA09-4509-B9CA-B818ECEB29F6}">
      <dgm:prSet/>
      <dgm:spPr/>
      <dgm:t>
        <a:bodyPr/>
        <a:lstStyle/>
        <a:p>
          <a:endParaRPr kumimoji="1" lang="ja-JP" altLang="en-US"/>
        </a:p>
      </dgm:t>
    </dgm:pt>
    <dgm:pt modelId="{8CBF9F3F-F742-4622-B987-1549A97CA9AE}" type="sibTrans" cxnId="{2497FBC9-CA09-4509-B9CA-B818ECEB29F6}">
      <dgm:prSet/>
      <dgm:spPr/>
      <dgm:t>
        <a:bodyPr/>
        <a:lstStyle/>
        <a:p>
          <a:endParaRPr kumimoji="1" lang="ja-JP" altLang="en-US"/>
        </a:p>
      </dgm:t>
    </dgm:pt>
    <dgm:pt modelId="{AFEF17BF-4112-4880-9397-49B03C78FF66}">
      <dgm:prSet phldrT="[テキスト]"/>
      <dgm:spPr/>
      <dgm:t>
        <a:bodyPr/>
        <a:lstStyle/>
        <a:p>
          <a:r>
            <a:rPr kumimoji="1" lang="ja-JP" altLang="en-US" dirty="0"/>
            <a:t>データ受信こそ、本命</a:t>
          </a:r>
        </a:p>
      </dgm:t>
    </dgm:pt>
    <dgm:pt modelId="{4663D822-1D7F-40F1-9221-FF08D4B65DFA}" type="parTrans" cxnId="{EFBBFF41-0091-43B2-9BA8-4DDEAEB77C52}">
      <dgm:prSet/>
      <dgm:spPr/>
      <dgm:t>
        <a:bodyPr/>
        <a:lstStyle/>
        <a:p>
          <a:endParaRPr kumimoji="1" lang="ja-JP" altLang="en-US"/>
        </a:p>
      </dgm:t>
    </dgm:pt>
    <dgm:pt modelId="{8F60479E-C967-4E9F-91EF-8264A4216D3C}" type="sibTrans" cxnId="{EFBBFF41-0091-43B2-9BA8-4DDEAEB77C52}">
      <dgm:prSet/>
      <dgm:spPr/>
      <dgm:t>
        <a:bodyPr/>
        <a:lstStyle/>
        <a:p>
          <a:endParaRPr kumimoji="1" lang="ja-JP" altLang="en-US"/>
        </a:p>
      </dgm:t>
    </dgm:pt>
    <dgm:pt modelId="{DD07D533-FD3A-4259-8AEF-5B441E5742FD}">
      <dgm:prSet phldrT="[テキスト]"/>
      <dgm:spPr/>
      <dgm:t>
        <a:bodyPr/>
        <a:lstStyle/>
        <a:p>
          <a:r>
            <a:rPr kumimoji="1" lang="ja-JP" altLang="en-US" dirty="0"/>
            <a:t>次世代無線機の本命</a:t>
          </a:r>
        </a:p>
      </dgm:t>
    </dgm:pt>
    <dgm:pt modelId="{CE025680-49B9-44FD-BB31-3EDA0A979934}" type="parTrans" cxnId="{52B5F35F-72D3-4FF4-BE4B-8FB3BE533EB0}">
      <dgm:prSet/>
      <dgm:spPr/>
      <dgm:t>
        <a:bodyPr/>
        <a:lstStyle/>
        <a:p>
          <a:endParaRPr kumimoji="1" lang="ja-JP" altLang="en-US"/>
        </a:p>
      </dgm:t>
    </dgm:pt>
    <dgm:pt modelId="{A58000AB-0BC5-4E8E-B95B-D0077B5C035F}" type="sibTrans" cxnId="{52B5F35F-72D3-4FF4-BE4B-8FB3BE533EB0}">
      <dgm:prSet/>
      <dgm:spPr/>
      <dgm:t>
        <a:bodyPr/>
        <a:lstStyle/>
        <a:p>
          <a:endParaRPr kumimoji="1" lang="ja-JP" altLang="en-US"/>
        </a:p>
      </dgm:t>
    </dgm:pt>
    <dgm:pt modelId="{389130A8-0340-48DD-AB6A-880A485F5C44}">
      <dgm:prSet phldrT="[テキスト]"/>
      <dgm:spPr/>
      <dgm:t>
        <a:bodyPr/>
        <a:lstStyle/>
        <a:p>
          <a:r>
            <a:rPr kumimoji="1" lang="ja-JP" altLang="en-US" dirty="0"/>
            <a:t>画像データ</a:t>
          </a:r>
        </a:p>
      </dgm:t>
    </dgm:pt>
    <dgm:pt modelId="{7025DA8F-488C-46C1-B803-594F9864669A}" type="parTrans" cxnId="{C42AAEE3-E696-4F4D-8354-108AC6A62E1D}">
      <dgm:prSet/>
      <dgm:spPr/>
      <dgm:t>
        <a:bodyPr/>
        <a:lstStyle/>
        <a:p>
          <a:endParaRPr kumimoji="1" lang="ja-JP" altLang="en-US"/>
        </a:p>
      </dgm:t>
    </dgm:pt>
    <dgm:pt modelId="{0E4D4C6E-FAE4-4668-9655-73043BDB98BA}" type="sibTrans" cxnId="{C42AAEE3-E696-4F4D-8354-108AC6A62E1D}">
      <dgm:prSet/>
      <dgm:spPr/>
      <dgm:t>
        <a:bodyPr/>
        <a:lstStyle/>
        <a:p>
          <a:endParaRPr kumimoji="1" lang="ja-JP" altLang="en-US"/>
        </a:p>
      </dgm:t>
    </dgm:pt>
    <dgm:pt modelId="{1B9CC4FF-5A0F-43F8-A1EB-8457656AA02E}">
      <dgm:prSet phldrT="[テキスト]"/>
      <dgm:spPr/>
      <dgm:t>
        <a:bodyPr/>
        <a:lstStyle/>
        <a:p>
          <a:r>
            <a:rPr kumimoji="1" lang="ja-JP" altLang="en-US" dirty="0"/>
            <a:t>ストリーミング映像</a:t>
          </a:r>
        </a:p>
      </dgm:t>
    </dgm:pt>
    <dgm:pt modelId="{41832E6E-2A0C-459A-BABB-3BDDF592E83F}" type="parTrans" cxnId="{CB1B5E68-ACD1-4791-B919-073DD908EC34}">
      <dgm:prSet/>
      <dgm:spPr/>
      <dgm:t>
        <a:bodyPr/>
        <a:lstStyle/>
        <a:p>
          <a:endParaRPr kumimoji="1" lang="ja-JP" altLang="en-US"/>
        </a:p>
      </dgm:t>
    </dgm:pt>
    <dgm:pt modelId="{F08AB1C4-4FED-4E76-AE77-A7E600085E05}" type="sibTrans" cxnId="{CB1B5E68-ACD1-4791-B919-073DD908EC34}">
      <dgm:prSet/>
      <dgm:spPr/>
      <dgm:t>
        <a:bodyPr/>
        <a:lstStyle/>
        <a:p>
          <a:endParaRPr kumimoji="1" lang="ja-JP" altLang="en-US"/>
        </a:p>
      </dgm:t>
    </dgm:pt>
    <dgm:pt modelId="{E827B4A1-D153-418C-A839-0DCA1D91C943}">
      <dgm:prSet phldrT="[テキスト]"/>
      <dgm:spPr/>
      <dgm:t>
        <a:bodyPr/>
        <a:lstStyle/>
        <a:p>
          <a:r>
            <a:rPr kumimoji="1" lang="ja-JP" altLang="en-US" dirty="0"/>
            <a:t>いろいろな変調方式</a:t>
          </a:r>
        </a:p>
      </dgm:t>
    </dgm:pt>
    <dgm:pt modelId="{2100FB0F-A553-424D-B732-0FA6AC12F41A}" type="parTrans" cxnId="{31AEAC70-ED5C-4BF4-BEF6-E43856EC837F}">
      <dgm:prSet/>
      <dgm:spPr/>
      <dgm:t>
        <a:bodyPr/>
        <a:lstStyle/>
        <a:p>
          <a:endParaRPr kumimoji="1" lang="ja-JP" altLang="en-US"/>
        </a:p>
      </dgm:t>
    </dgm:pt>
    <dgm:pt modelId="{78350888-3CE4-43EF-AFF1-C96E2E7A25B2}" type="sibTrans" cxnId="{31AEAC70-ED5C-4BF4-BEF6-E43856EC837F}">
      <dgm:prSet/>
      <dgm:spPr/>
      <dgm:t>
        <a:bodyPr/>
        <a:lstStyle/>
        <a:p>
          <a:endParaRPr kumimoji="1" lang="ja-JP" altLang="en-US"/>
        </a:p>
      </dgm:t>
    </dgm:pt>
    <dgm:pt modelId="{B2AB524C-C705-4941-A44A-9C092FC81C35}">
      <dgm:prSet phldrT="[テキスト]"/>
      <dgm:spPr/>
      <dgm:t>
        <a:bodyPr/>
        <a:lstStyle/>
        <a:p>
          <a:r>
            <a:rPr kumimoji="1" lang="ja-JP" altLang="en-US" dirty="0"/>
            <a:t>データ処理</a:t>
          </a:r>
        </a:p>
      </dgm:t>
    </dgm:pt>
    <dgm:pt modelId="{7FE730FD-924A-420B-A2A4-9CAD155D559B}" type="parTrans" cxnId="{E2C7DD34-9DA1-44C4-AED8-A547F7231C36}">
      <dgm:prSet/>
      <dgm:spPr/>
      <dgm:t>
        <a:bodyPr/>
        <a:lstStyle/>
        <a:p>
          <a:endParaRPr kumimoji="1" lang="ja-JP" altLang="en-US"/>
        </a:p>
      </dgm:t>
    </dgm:pt>
    <dgm:pt modelId="{AEB30CF0-D352-43EC-AB3D-1FF771251B31}" type="sibTrans" cxnId="{E2C7DD34-9DA1-44C4-AED8-A547F7231C36}">
      <dgm:prSet/>
      <dgm:spPr/>
      <dgm:t>
        <a:bodyPr/>
        <a:lstStyle/>
        <a:p>
          <a:endParaRPr kumimoji="1" lang="ja-JP" altLang="en-US"/>
        </a:p>
      </dgm:t>
    </dgm:pt>
    <dgm:pt modelId="{318052F3-3F44-4B10-A94A-C07B7540CC18}">
      <dgm:prSet phldrT="[テキスト]"/>
      <dgm:spPr/>
      <dgm:t>
        <a:bodyPr/>
        <a:lstStyle/>
        <a:p>
          <a:r>
            <a:rPr kumimoji="1" lang="ja-JP" altLang="en-US" dirty="0"/>
            <a:t>マルチ</a:t>
          </a:r>
          <a:r>
            <a:rPr kumimoji="1" lang="en-US" altLang="ja-JP" dirty="0"/>
            <a:t>OS</a:t>
          </a:r>
          <a:r>
            <a:rPr kumimoji="1" lang="ja-JP" altLang="en-US" dirty="0"/>
            <a:t>対応</a:t>
          </a:r>
        </a:p>
      </dgm:t>
    </dgm:pt>
    <dgm:pt modelId="{4FF58374-F565-4590-9BB4-404573409A86}" type="parTrans" cxnId="{7B974019-0079-48EB-A54B-74CB11F7E789}">
      <dgm:prSet/>
      <dgm:spPr/>
      <dgm:t>
        <a:bodyPr/>
        <a:lstStyle/>
        <a:p>
          <a:endParaRPr kumimoji="1" lang="ja-JP" altLang="en-US"/>
        </a:p>
      </dgm:t>
    </dgm:pt>
    <dgm:pt modelId="{4FB9BC96-0070-4049-92E5-DA698926FCE8}" type="sibTrans" cxnId="{7B974019-0079-48EB-A54B-74CB11F7E789}">
      <dgm:prSet/>
      <dgm:spPr/>
      <dgm:t>
        <a:bodyPr/>
        <a:lstStyle/>
        <a:p>
          <a:endParaRPr kumimoji="1" lang="ja-JP" altLang="en-US"/>
        </a:p>
      </dgm:t>
    </dgm:pt>
    <dgm:pt modelId="{1284703D-29D1-4723-9C44-1CB75F7C2A82}">
      <dgm:prSet phldrT="[テキスト]"/>
      <dgm:spPr/>
      <dgm:t>
        <a:bodyPr/>
        <a:lstStyle/>
        <a:p>
          <a:r>
            <a:rPr kumimoji="1" lang="ja-JP" altLang="en-US" dirty="0"/>
            <a:t>送信も必須</a:t>
          </a:r>
        </a:p>
      </dgm:t>
    </dgm:pt>
    <dgm:pt modelId="{09302299-EF06-4805-B0EA-512826164FD7}" type="parTrans" cxnId="{1A100B3D-F853-4433-A81B-D66C1E0E6E54}">
      <dgm:prSet/>
      <dgm:spPr/>
      <dgm:t>
        <a:bodyPr/>
        <a:lstStyle/>
        <a:p>
          <a:endParaRPr kumimoji="1" lang="ja-JP" altLang="en-US"/>
        </a:p>
      </dgm:t>
    </dgm:pt>
    <dgm:pt modelId="{A16BC00B-6D4B-45AF-8F20-34CBA8CFB295}" type="sibTrans" cxnId="{1A100B3D-F853-4433-A81B-D66C1E0E6E54}">
      <dgm:prSet/>
      <dgm:spPr/>
      <dgm:t>
        <a:bodyPr/>
        <a:lstStyle/>
        <a:p>
          <a:endParaRPr kumimoji="1" lang="ja-JP" altLang="en-US"/>
        </a:p>
      </dgm:t>
    </dgm:pt>
    <dgm:pt modelId="{25DF9798-8DE5-4CCA-B345-2C9E18D2A94A}" type="pres">
      <dgm:prSet presAssocID="{F527E173-00A6-465A-A414-10F1DE0A9420}" presName="cycle" presStyleCnt="0">
        <dgm:presLayoutVars>
          <dgm:chMax val="1"/>
          <dgm:dir/>
          <dgm:animLvl val="ctr"/>
          <dgm:resizeHandles val="exact"/>
        </dgm:presLayoutVars>
      </dgm:prSet>
      <dgm:spPr/>
    </dgm:pt>
    <dgm:pt modelId="{2B6236CB-1E3A-413C-AA52-34E211E75FAF}" type="pres">
      <dgm:prSet presAssocID="{27482421-176B-48A5-A859-D1183D3C6815}" presName="centerShape" presStyleLbl="node0" presStyleIdx="0" presStyleCnt="1"/>
      <dgm:spPr/>
    </dgm:pt>
    <dgm:pt modelId="{2E06BFFD-96D4-4B07-A6D7-0A562EFA0954}" type="pres">
      <dgm:prSet presAssocID="{8A3F676D-1E40-4859-BB94-36B7D463A0C3}" presName="parTrans" presStyleLbl="bgSibTrans2D1" presStyleIdx="0" presStyleCnt="3"/>
      <dgm:spPr/>
    </dgm:pt>
    <dgm:pt modelId="{2B2D56D5-8A7A-441D-84EE-31951DADC43A}" type="pres">
      <dgm:prSet presAssocID="{045928F5-C930-4234-956F-CE145BD0C7D2}" presName="node" presStyleLbl="node1" presStyleIdx="0" presStyleCnt="3" custScaleX="108147" custScaleY="75370">
        <dgm:presLayoutVars>
          <dgm:bulletEnabled val="1"/>
        </dgm:presLayoutVars>
      </dgm:prSet>
      <dgm:spPr/>
    </dgm:pt>
    <dgm:pt modelId="{32655887-1D5F-41CD-BACB-3030E70C7C13}" type="pres">
      <dgm:prSet presAssocID="{2115E3D5-8D45-4B72-B42C-C33E9E240F46}" presName="parTrans" presStyleLbl="bgSibTrans2D1" presStyleIdx="1" presStyleCnt="3"/>
      <dgm:spPr/>
    </dgm:pt>
    <dgm:pt modelId="{AF27A4E2-B0D0-4880-8963-C24A0EC54E83}" type="pres">
      <dgm:prSet presAssocID="{3B5DB749-3157-413E-B232-0164F8E6FA0B}" presName="node" presStyleLbl="node1" presStyleIdx="1" presStyleCnt="3" custScaleX="112035" custScaleY="95484">
        <dgm:presLayoutVars>
          <dgm:bulletEnabled val="1"/>
        </dgm:presLayoutVars>
      </dgm:prSet>
      <dgm:spPr/>
    </dgm:pt>
    <dgm:pt modelId="{350FCE2D-4434-4E01-AE91-93A2DE6552B0}" type="pres">
      <dgm:prSet presAssocID="{28F38ABC-B305-4D64-8C76-DFE672085853}" presName="parTrans" presStyleLbl="bgSibTrans2D1" presStyleIdx="2" presStyleCnt="3"/>
      <dgm:spPr/>
    </dgm:pt>
    <dgm:pt modelId="{1A3596E3-05F9-4A53-BB6E-B6A1AA7868DA}" type="pres">
      <dgm:prSet presAssocID="{065765AA-CB3F-4693-93E9-EF59A07068CD}" presName="node" presStyleLbl="node1" presStyleIdx="2" presStyleCnt="3" custScaleX="111680" custScaleY="74684">
        <dgm:presLayoutVars>
          <dgm:bulletEnabled val="1"/>
        </dgm:presLayoutVars>
      </dgm:prSet>
      <dgm:spPr/>
    </dgm:pt>
  </dgm:ptLst>
  <dgm:cxnLst>
    <dgm:cxn modelId="{7B974019-0079-48EB-A54B-74CB11F7E789}" srcId="{5FDFACD0-A005-4EB9-91B0-B07A039D65DA}" destId="{318052F3-3F44-4B10-A94A-C07B7540CC18}" srcOrd="0" destOrd="0" parTransId="{4FF58374-F565-4590-9BB4-404573409A86}" sibTransId="{4FB9BC96-0070-4049-92E5-DA698926FCE8}"/>
    <dgm:cxn modelId="{E2C7DD34-9DA1-44C4-AED8-A547F7231C36}" srcId="{DD07D533-FD3A-4259-8AEF-5B441E5742FD}" destId="{B2AB524C-C705-4941-A44A-9C092FC81C35}" srcOrd="1" destOrd="0" parTransId="{7FE730FD-924A-420B-A2A4-9CAD155D559B}" sibTransId="{AEB30CF0-D352-43EC-AB3D-1FF771251B31}"/>
    <dgm:cxn modelId="{1A100B3D-F853-4433-A81B-D66C1E0E6E54}" srcId="{3B5DB749-3157-413E-B232-0164F8E6FA0B}" destId="{1284703D-29D1-4723-9C44-1CB75F7C2A82}" srcOrd="1" destOrd="0" parTransId="{09302299-EF06-4805-B0EA-512826164FD7}" sibTransId="{A16BC00B-6D4B-45AF-8F20-34CBA8CFB295}"/>
    <dgm:cxn modelId="{0300205B-9553-4051-908D-00FA96F99278}" type="presOf" srcId="{DD07D533-FD3A-4259-8AEF-5B441E5742FD}" destId="{1A3596E3-05F9-4A53-BB6E-B6A1AA7868DA}" srcOrd="0" destOrd="1" presId="urn:microsoft.com/office/officeart/2005/8/layout/radial4"/>
    <dgm:cxn modelId="{52B5F35F-72D3-4FF4-BE4B-8FB3BE533EB0}" srcId="{065765AA-CB3F-4693-93E9-EF59A07068CD}" destId="{DD07D533-FD3A-4259-8AEF-5B441E5742FD}" srcOrd="0" destOrd="0" parTransId="{CE025680-49B9-44FD-BB31-3EDA0A979934}" sibTransId="{A58000AB-0BC5-4E8E-B95B-D0077B5C035F}"/>
    <dgm:cxn modelId="{EFBBFF41-0091-43B2-9BA8-4DDEAEB77C52}" srcId="{3B5DB749-3157-413E-B232-0164F8E6FA0B}" destId="{AFEF17BF-4112-4880-9397-49B03C78FF66}" srcOrd="0" destOrd="0" parTransId="{4663D822-1D7F-40F1-9221-FF08D4B65DFA}" sibTransId="{8F60479E-C967-4E9F-91EF-8264A4216D3C}"/>
    <dgm:cxn modelId="{4ED5AA67-5429-4C28-B89E-C697341A61A1}" srcId="{27482421-176B-48A5-A859-D1183D3C6815}" destId="{045928F5-C930-4234-956F-CE145BD0C7D2}" srcOrd="0" destOrd="0" parTransId="{8A3F676D-1E40-4859-BB94-36B7D463A0C3}" sibTransId="{BB4E8E4C-7F9D-412A-9456-9E7320119AA5}"/>
    <dgm:cxn modelId="{CB1B5E68-ACD1-4791-B919-073DD908EC34}" srcId="{AFEF17BF-4112-4880-9397-49B03C78FF66}" destId="{1B9CC4FF-5A0F-43F8-A1EB-8457656AA02E}" srcOrd="1" destOrd="0" parTransId="{41832E6E-2A0C-459A-BABB-3BDDF592E83F}" sibTransId="{F08AB1C4-4FED-4E76-AE77-A7E600085E05}"/>
    <dgm:cxn modelId="{78CBAB4E-354A-49EF-98FC-F66DB8527C46}" type="presOf" srcId="{8A3F676D-1E40-4859-BB94-36B7D463A0C3}" destId="{2E06BFFD-96D4-4B07-A6D7-0A562EFA0954}" srcOrd="0" destOrd="0" presId="urn:microsoft.com/office/officeart/2005/8/layout/radial4"/>
    <dgm:cxn modelId="{DF79EB4E-6237-4B29-AAA0-AA2334C702AA}" type="presOf" srcId="{1B9CC4FF-5A0F-43F8-A1EB-8457656AA02E}" destId="{AF27A4E2-B0D0-4880-8963-C24A0EC54E83}" srcOrd="0" destOrd="3" presId="urn:microsoft.com/office/officeart/2005/8/layout/radial4"/>
    <dgm:cxn modelId="{2CB3184F-208A-4758-A5AA-5514E7FE8AA4}" type="presOf" srcId="{389130A8-0340-48DD-AB6A-880A485F5C44}" destId="{AF27A4E2-B0D0-4880-8963-C24A0EC54E83}" srcOrd="0" destOrd="2" presId="urn:microsoft.com/office/officeart/2005/8/layout/radial4"/>
    <dgm:cxn modelId="{31AEAC70-ED5C-4BF4-BEF6-E43856EC837F}" srcId="{DD07D533-FD3A-4259-8AEF-5B441E5742FD}" destId="{E827B4A1-D153-418C-A839-0DCA1D91C943}" srcOrd="0" destOrd="0" parTransId="{2100FB0F-A553-424D-B732-0FA6AC12F41A}" sibTransId="{78350888-3CE4-43EF-AFF1-C96E2E7A25B2}"/>
    <dgm:cxn modelId="{B098F671-25CC-418E-BC9C-B2DD401709FC}" srcId="{27482421-176B-48A5-A859-D1183D3C6815}" destId="{065765AA-CB3F-4693-93E9-EF59A07068CD}" srcOrd="2" destOrd="0" parTransId="{28F38ABC-B305-4D64-8C76-DFE672085853}" sibTransId="{1BDDB072-9AD2-4CC4-89E6-F192DCD7D3E3}"/>
    <dgm:cxn modelId="{1700A373-D1B2-4320-B4BC-699102C914C4}" type="presOf" srcId="{1284703D-29D1-4723-9C44-1CB75F7C2A82}" destId="{AF27A4E2-B0D0-4880-8963-C24A0EC54E83}" srcOrd="0" destOrd="4" presId="urn:microsoft.com/office/officeart/2005/8/layout/radial4"/>
    <dgm:cxn modelId="{2A9DB658-3518-4881-994B-CCAEFE2066B0}" type="presOf" srcId="{F527E173-00A6-465A-A414-10F1DE0A9420}" destId="{25DF9798-8DE5-4CCA-B345-2C9E18D2A94A}" srcOrd="0" destOrd="0" presId="urn:microsoft.com/office/officeart/2005/8/layout/radial4"/>
    <dgm:cxn modelId="{71699686-26FA-4A06-8F28-F04D2FC30FDF}" type="presOf" srcId="{E827B4A1-D153-418C-A839-0DCA1D91C943}" destId="{1A3596E3-05F9-4A53-BB6E-B6A1AA7868DA}" srcOrd="0" destOrd="2" presId="urn:microsoft.com/office/officeart/2005/8/layout/radial4"/>
    <dgm:cxn modelId="{02770F8B-205B-4832-B0CC-A6A233752EAD}" type="presOf" srcId="{B2AB524C-C705-4941-A44A-9C092FC81C35}" destId="{1A3596E3-05F9-4A53-BB6E-B6A1AA7868DA}" srcOrd="0" destOrd="3" presId="urn:microsoft.com/office/officeart/2005/8/layout/radial4"/>
    <dgm:cxn modelId="{7B6A1594-547E-4C4F-B79E-34B53448950F}" type="presOf" srcId="{AFEF17BF-4112-4880-9397-49B03C78FF66}" destId="{AF27A4E2-B0D0-4880-8963-C24A0EC54E83}" srcOrd="0" destOrd="1" presId="urn:microsoft.com/office/officeart/2005/8/layout/radial4"/>
    <dgm:cxn modelId="{BD5E659C-9C79-4BC9-AD89-8ACB1E543563}" srcId="{27482421-176B-48A5-A859-D1183D3C6815}" destId="{3B5DB749-3157-413E-B232-0164F8E6FA0B}" srcOrd="1" destOrd="0" parTransId="{2115E3D5-8D45-4B72-B42C-C33E9E240F46}" sibTransId="{F8D2A3E2-D1B8-47CC-BBD1-6CEC0C9D3ED8}"/>
    <dgm:cxn modelId="{7C2772B7-914B-41A2-8B38-0C9530C307E3}" type="presOf" srcId="{2115E3D5-8D45-4B72-B42C-C33E9E240F46}" destId="{32655887-1D5F-41CD-BACB-3030E70C7C13}" srcOrd="0" destOrd="0" presId="urn:microsoft.com/office/officeart/2005/8/layout/radial4"/>
    <dgm:cxn modelId="{6DCFB6BB-18CD-44C4-BC4E-4A3C88B89AD2}" type="presOf" srcId="{318052F3-3F44-4B10-A94A-C07B7540CC18}" destId="{2B2D56D5-8A7A-441D-84EE-31951DADC43A}" srcOrd="0" destOrd="2" presId="urn:microsoft.com/office/officeart/2005/8/layout/radial4"/>
    <dgm:cxn modelId="{D41114C1-1FFB-49E5-92FF-AAD6954F4235}" srcId="{F527E173-00A6-465A-A414-10F1DE0A9420}" destId="{27482421-176B-48A5-A859-D1183D3C6815}" srcOrd="0" destOrd="0" parTransId="{D4D7F5B6-5C0A-4FB3-BC76-F12DFEAB8165}" sibTransId="{2EEA0985-8BF5-4DB0-8DD4-C2702EA9D920}"/>
    <dgm:cxn modelId="{2497FBC9-CA09-4509-B9CA-B818ECEB29F6}" srcId="{045928F5-C930-4234-956F-CE145BD0C7D2}" destId="{5FDFACD0-A005-4EB9-91B0-B07A039D65DA}" srcOrd="0" destOrd="0" parTransId="{0C10F866-21F7-4CC0-8497-22FEBA1A0404}" sibTransId="{8CBF9F3F-F742-4622-B987-1549A97CA9AE}"/>
    <dgm:cxn modelId="{C285D8D2-F4BF-4AC6-A6AE-EED8A3703103}" type="presOf" srcId="{065765AA-CB3F-4693-93E9-EF59A07068CD}" destId="{1A3596E3-05F9-4A53-BB6E-B6A1AA7868DA}" srcOrd="0" destOrd="0" presId="urn:microsoft.com/office/officeart/2005/8/layout/radial4"/>
    <dgm:cxn modelId="{ED9C0EDF-D789-4948-8D18-DE79CBB9AECF}" type="presOf" srcId="{3B5DB749-3157-413E-B232-0164F8E6FA0B}" destId="{AF27A4E2-B0D0-4880-8963-C24A0EC54E83}" srcOrd="0" destOrd="0" presId="urn:microsoft.com/office/officeart/2005/8/layout/radial4"/>
    <dgm:cxn modelId="{3EA7DBE0-502E-46D5-BEC4-94BAC6B8CC77}" type="presOf" srcId="{045928F5-C930-4234-956F-CE145BD0C7D2}" destId="{2B2D56D5-8A7A-441D-84EE-31951DADC43A}" srcOrd="0" destOrd="0" presId="urn:microsoft.com/office/officeart/2005/8/layout/radial4"/>
    <dgm:cxn modelId="{C42AAEE3-E696-4F4D-8354-108AC6A62E1D}" srcId="{AFEF17BF-4112-4880-9397-49B03C78FF66}" destId="{389130A8-0340-48DD-AB6A-880A485F5C44}" srcOrd="0" destOrd="0" parTransId="{7025DA8F-488C-46C1-B803-594F9864669A}" sibTransId="{0E4D4C6E-FAE4-4668-9655-73043BDB98BA}"/>
    <dgm:cxn modelId="{70AD4DFC-5292-4CF5-B90D-0A5272D92A4B}" type="presOf" srcId="{28F38ABC-B305-4D64-8C76-DFE672085853}" destId="{350FCE2D-4434-4E01-AE91-93A2DE6552B0}" srcOrd="0" destOrd="0" presId="urn:microsoft.com/office/officeart/2005/8/layout/radial4"/>
    <dgm:cxn modelId="{FAB548FD-C0AD-446F-A5C0-C8287E7DED9F}" type="presOf" srcId="{27482421-176B-48A5-A859-D1183D3C6815}" destId="{2B6236CB-1E3A-413C-AA52-34E211E75FAF}" srcOrd="0" destOrd="0" presId="urn:microsoft.com/office/officeart/2005/8/layout/radial4"/>
    <dgm:cxn modelId="{ACEECDFD-3700-41E8-97D6-06FFD218B498}" type="presOf" srcId="{5FDFACD0-A005-4EB9-91B0-B07A039D65DA}" destId="{2B2D56D5-8A7A-441D-84EE-31951DADC43A}" srcOrd="0" destOrd="1" presId="urn:microsoft.com/office/officeart/2005/8/layout/radial4"/>
    <dgm:cxn modelId="{D4476493-1408-4773-97CC-04B724A68081}" type="presParOf" srcId="{25DF9798-8DE5-4CCA-B345-2C9E18D2A94A}" destId="{2B6236CB-1E3A-413C-AA52-34E211E75FAF}" srcOrd="0" destOrd="0" presId="urn:microsoft.com/office/officeart/2005/8/layout/radial4"/>
    <dgm:cxn modelId="{16913288-37C1-4228-BABE-12A31F8B5DF8}" type="presParOf" srcId="{25DF9798-8DE5-4CCA-B345-2C9E18D2A94A}" destId="{2E06BFFD-96D4-4B07-A6D7-0A562EFA0954}" srcOrd="1" destOrd="0" presId="urn:microsoft.com/office/officeart/2005/8/layout/radial4"/>
    <dgm:cxn modelId="{2E2C3EFE-2D07-403A-BCB1-D46BCEFEBF19}" type="presParOf" srcId="{25DF9798-8DE5-4CCA-B345-2C9E18D2A94A}" destId="{2B2D56D5-8A7A-441D-84EE-31951DADC43A}" srcOrd="2" destOrd="0" presId="urn:microsoft.com/office/officeart/2005/8/layout/radial4"/>
    <dgm:cxn modelId="{1146B266-659A-4B90-8510-AE4E5C608C15}" type="presParOf" srcId="{25DF9798-8DE5-4CCA-B345-2C9E18D2A94A}" destId="{32655887-1D5F-41CD-BACB-3030E70C7C13}" srcOrd="3" destOrd="0" presId="urn:microsoft.com/office/officeart/2005/8/layout/radial4"/>
    <dgm:cxn modelId="{331D9242-0F62-43E4-941B-629FF7C59E31}" type="presParOf" srcId="{25DF9798-8DE5-4CCA-B345-2C9E18D2A94A}" destId="{AF27A4E2-B0D0-4880-8963-C24A0EC54E83}" srcOrd="4" destOrd="0" presId="urn:microsoft.com/office/officeart/2005/8/layout/radial4"/>
    <dgm:cxn modelId="{B97F3A3E-A4D7-4466-B6F9-802F2F5C4347}" type="presParOf" srcId="{25DF9798-8DE5-4CCA-B345-2C9E18D2A94A}" destId="{350FCE2D-4434-4E01-AE91-93A2DE6552B0}" srcOrd="5" destOrd="0" presId="urn:microsoft.com/office/officeart/2005/8/layout/radial4"/>
    <dgm:cxn modelId="{07F0D906-6E11-49CE-A096-63DAA3037C87}" type="presParOf" srcId="{25DF9798-8DE5-4CCA-B345-2C9E18D2A94A}" destId="{1A3596E3-05F9-4A53-BB6E-B6A1AA7868DA}"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CEA77F7-E91C-4AB5-991A-9CC9E780889F}" type="doc">
      <dgm:prSet loTypeId="urn:microsoft.com/office/officeart/2005/8/layout/equation2" loCatId="relationship" qsTypeId="urn:microsoft.com/office/officeart/2005/8/quickstyle/simple1" qsCatId="simple" csTypeId="urn:microsoft.com/office/officeart/2005/8/colors/colorful5" csCatId="colorful" phldr="1"/>
      <dgm:spPr/>
    </dgm:pt>
    <dgm:pt modelId="{4145F932-778B-457A-B408-CB4A5901603F}">
      <dgm:prSet phldrT="[テキスト]"/>
      <dgm:spPr/>
      <dgm:t>
        <a:bodyPr/>
        <a:lstStyle/>
        <a:p>
          <a:r>
            <a:rPr kumimoji="1" lang="ja-JP" altLang="en-US" dirty="0"/>
            <a:t>スマホ対応</a:t>
          </a:r>
        </a:p>
      </dgm:t>
    </dgm:pt>
    <dgm:pt modelId="{63DF5F1A-C1D3-480A-83B9-9CBDCECBA906}" type="parTrans" cxnId="{13364834-5E55-49E5-8298-D5DC16A67010}">
      <dgm:prSet/>
      <dgm:spPr/>
      <dgm:t>
        <a:bodyPr/>
        <a:lstStyle/>
        <a:p>
          <a:endParaRPr kumimoji="1" lang="ja-JP" altLang="en-US"/>
        </a:p>
      </dgm:t>
    </dgm:pt>
    <dgm:pt modelId="{02019336-33FD-4E29-907D-5E351B7B7FF6}" type="sibTrans" cxnId="{13364834-5E55-49E5-8298-D5DC16A67010}">
      <dgm:prSet/>
      <dgm:spPr/>
      <dgm:t>
        <a:bodyPr/>
        <a:lstStyle/>
        <a:p>
          <a:endParaRPr kumimoji="1" lang="ja-JP" altLang="en-US"/>
        </a:p>
      </dgm:t>
    </dgm:pt>
    <dgm:pt modelId="{8A4DC90C-265F-47F7-8129-96D6D5E66DDC}">
      <dgm:prSet phldrT="[テキスト]"/>
      <dgm:spPr/>
      <dgm:t>
        <a:bodyPr/>
        <a:lstStyle/>
        <a:p>
          <a:r>
            <a:rPr kumimoji="1" lang="en-US" altLang="ja-JP" dirty="0"/>
            <a:t>SDR</a:t>
          </a:r>
          <a:r>
            <a:rPr kumimoji="1" lang="ja-JP" altLang="en-US" dirty="0"/>
            <a:t>　　対応</a:t>
          </a:r>
        </a:p>
      </dgm:t>
    </dgm:pt>
    <dgm:pt modelId="{E21DF5CE-AB1F-4946-9DB0-F0A7A8EAD24F}" type="parTrans" cxnId="{7E49CA2F-57EC-495B-AC02-8BA177769A88}">
      <dgm:prSet/>
      <dgm:spPr/>
      <dgm:t>
        <a:bodyPr/>
        <a:lstStyle/>
        <a:p>
          <a:endParaRPr kumimoji="1" lang="ja-JP" altLang="en-US"/>
        </a:p>
      </dgm:t>
    </dgm:pt>
    <dgm:pt modelId="{4F0EC30A-FC5A-4994-AC58-6AD380757545}" type="sibTrans" cxnId="{7E49CA2F-57EC-495B-AC02-8BA177769A88}">
      <dgm:prSet/>
      <dgm:spPr/>
      <dgm:t>
        <a:bodyPr/>
        <a:lstStyle/>
        <a:p>
          <a:endParaRPr kumimoji="1" lang="ja-JP" altLang="en-US"/>
        </a:p>
      </dgm:t>
    </dgm:pt>
    <dgm:pt modelId="{5C25C0DD-5EC0-457D-9456-61ABF54151DE}">
      <dgm:prSet phldrT="[テキスト]"/>
      <dgm:spPr/>
      <dgm:t>
        <a:bodyPr/>
        <a:lstStyle/>
        <a:p>
          <a:r>
            <a:rPr kumimoji="1" lang="ja-JP" altLang="en-US" dirty="0"/>
            <a:t>分散データ　受信</a:t>
          </a:r>
        </a:p>
      </dgm:t>
    </dgm:pt>
    <dgm:pt modelId="{5F74450E-6677-46C3-8121-87BE10003928}" type="parTrans" cxnId="{73C410B2-1EC8-49CD-AA34-5AC05F86E829}">
      <dgm:prSet/>
      <dgm:spPr/>
      <dgm:t>
        <a:bodyPr/>
        <a:lstStyle/>
        <a:p>
          <a:endParaRPr kumimoji="1" lang="ja-JP" altLang="en-US"/>
        </a:p>
      </dgm:t>
    </dgm:pt>
    <dgm:pt modelId="{BC354B97-89AE-4190-8FCB-B7C2174D5817}" type="sibTrans" cxnId="{73C410B2-1EC8-49CD-AA34-5AC05F86E829}">
      <dgm:prSet/>
      <dgm:spPr/>
      <dgm:t>
        <a:bodyPr/>
        <a:lstStyle/>
        <a:p>
          <a:endParaRPr kumimoji="1" lang="ja-JP" altLang="en-US"/>
        </a:p>
      </dgm:t>
    </dgm:pt>
    <dgm:pt modelId="{4D354FBF-2B43-4F8E-ADA6-6A7D14CE4822}">
      <dgm:prSet phldrT="[テキスト]"/>
      <dgm:spPr/>
      <dgm:t>
        <a:bodyPr/>
        <a:lstStyle/>
        <a:p>
          <a:r>
            <a:rPr kumimoji="1" lang="ja-JP" altLang="en-US" dirty="0"/>
            <a:t>次世代衛星　地上局</a:t>
          </a:r>
        </a:p>
      </dgm:t>
    </dgm:pt>
    <dgm:pt modelId="{96FAD77C-847E-4448-9B19-2C5188A9AB8E}" type="parTrans" cxnId="{7926AD11-8723-4732-A49D-5523F8849777}">
      <dgm:prSet/>
      <dgm:spPr/>
      <dgm:t>
        <a:bodyPr/>
        <a:lstStyle/>
        <a:p>
          <a:endParaRPr kumimoji="1" lang="ja-JP" altLang="en-US"/>
        </a:p>
      </dgm:t>
    </dgm:pt>
    <dgm:pt modelId="{6BB9D6B1-9A37-4FEF-AB17-A1B7551EA4ED}" type="sibTrans" cxnId="{7926AD11-8723-4732-A49D-5523F8849777}">
      <dgm:prSet/>
      <dgm:spPr/>
      <dgm:t>
        <a:bodyPr/>
        <a:lstStyle/>
        <a:p>
          <a:endParaRPr kumimoji="1" lang="ja-JP" altLang="en-US"/>
        </a:p>
      </dgm:t>
    </dgm:pt>
    <dgm:pt modelId="{0EE0D989-5267-4A58-A21A-5990BC83B7F9}" type="pres">
      <dgm:prSet presAssocID="{6CEA77F7-E91C-4AB5-991A-9CC9E780889F}" presName="Name0" presStyleCnt="0">
        <dgm:presLayoutVars>
          <dgm:dir/>
          <dgm:resizeHandles val="exact"/>
        </dgm:presLayoutVars>
      </dgm:prSet>
      <dgm:spPr/>
    </dgm:pt>
    <dgm:pt modelId="{EE2D7426-1375-4696-B9D9-9794CF9D34FE}" type="pres">
      <dgm:prSet presAssocID="{6CEA77F7-E91C-4AB5-991A-9CC9E780889F}" presName="vNodes" presStyleCnt="0"/>
      <dgm:spPr/>
    </dgm:pt>
    <dgm:pt modelId="{28A6FA7B-4C94-452C-82E5-27490F4AC818}" type="pres">
      <dgm:prSet presAssocID="{4145F932-778B-457A-B408-CB4A5901603F}" presName="node" presStyleLbl="node1" presStyleIdx="0" presStyleCnt="4">
        <dgm:presLayoutVars>
          <dgm:bulletEnabled val="1"/>
        </dgm:presLayoutVars>
      </dgm:prSet>
      <dgm:spPr/>
    </dgm:pt>
    <dgm:pt modelId="{4DFD89E1-4234-4B30-AA0C-F1ADF19A82D4}" type="pres">
      <dgm:prSet presAssocID="{02019336-33FD-4E29-907D-5E351B7B7FF6}" presName="spacerT" presStyleCnt="0"/>
      <dgm:spPr/>
    </dgm:pt>
    <dgm:pt modelId="{EA93361E-5BE1-4760-8557-A20308BDAEFE}" type="pres">
      <dgm:prSet presAssocID="{02019336-33FD-4E29-907D-5E351B7B7FF6}" presName="sibTrans" presStyleLbl="sibTrans2D1" presStyleIdx="0" presStyleCnt="3"/>
      <dgm:spPr/>
    </dgm:pt>
    <dgm:pt modelId="{85D5F849-19D3-4E25-A412-9506F363FCA2}" type="pres">
      <dgm:prSet presAssocID="{02019336-33FD-4E29-907D-5E351B7B7FF6}" presName="spacerB" presStyleCnt="0"/>
      <dgm:spPr/>
    </dgm:pt>
    <dgm:pt modelId="{E5A1A8D3-0649-42DA-BAD7-A11D1816AFDB}" type="pres">
      <dgm:prSet presAssocID="{8A4DC90C-265F-47F7-8129-96D6D5E66DDC}" presName="node" presStyleLbl="node1" presStyleIdx="1" presStyleCnt="4">
        <dgm:presLayoutVars>
          <dgm:bulletEnabled val="1"/>
        </dgm:presLayoutVars>
      </dgm:prSet>
      <dgm:spPr/>
    </dgm:pt>
    <dgm:pt modelId="{3B2E56F2-7545-4071-93A9-6050151E7F41}" type="pres">
      <dgm:prSet presAssocID="{4F0EC30A-FC5A-4994-AC58-6AD380757545}" presName="spacerT" presStyleCnt="0"/>
      <dgm:spPr/>
    </dgm:pt>
    <dgm:pt modelId="{2EB59012-9FA0-4785-953D-3F6273CA4870}" type="pres">
      <dgm:prSet presAssocID="{4F0EC30A-FC5A-4994-AC58-6AD380757545}" presName="sibTrans" presStyleLbl="sibTrans2D1" presStyleIdx="1" presStyleCnt="3"/>
      <dgm:spPr/>
    </dgm:pt>
    <dgm:pt modelId="{DF4CA0A2-251F-4A70-90A5-5B76547B966B}" type="pres">
      <dgm:prSet presAssocID="{4F0EC30A-FC5A-4994-AC58-6AD380757545}" presName="spacerB" presStyleCnt="0"/>
      <dgm:spPr/>
    </dgm:pt>
    <dgm:pt modelId="{996256A5-0C67-43DC-BF01-36CE28C3A5A3}" type="pres">
      <dgm:prSet presAssocID="{5C25C0DD-5EC0-457D-9456-61ABF54151DE}" presName="node" presStyleLbl="node1" presStyleIdx="2" presStyleCnt="4">
        <dgm:presLayoutVars>
          <dgm:bulletEnabled val="1"/>
        </dgm:presLayoutVars>
      </dgm:prSet>
      <dgm:spPr/>
    </dgm:pt>
    <dgm:pt modelId="{083D82C9-F943-4DF0-A7BC-094F7665009E}" type="pres">
      <dgm:prSet presAssocID="{6CEA77F7-E91C-4AB5-991A-9CC9E780889F}" presName="sibTransLast" presStyleLbl="sibTrans2D1" presStyleIdx="2" presStyleCnt="3"/>
      <dgm:spPr/>
    </dgm:pt>
    <dgm:pt modelId="{30335A33-4242-472A-BF26-DC23D5C4D559}" type="pres">
      <dgm:prSet presAssocID="{6CEA77F7-E91C-4AB5-991A-9CC9E780889F}" presName="connectorText" presStyleLbl="sibTrans2D1" presStyleIdx="2" presStyleCnt="3"/>
      <dgm:spPr/>
    </dgm:pt>
    <dgm:pt modelId="{59A6E163-CA49-4967-9BE2-ECCD367E47C1}" type="pres">
      <dgm:prSet presAssocID="{6CEA77F7-E91C-4AB5-991A-9CC9E780889F}" presName="lastNode" presStyleLbl="node1" presStyleIdx="3" presStyleCnt="4">
        <dgm:presLayoutVars>
          <dgm:bulletEnabled val="1"/>
        </dgm:presLayoutVars>
      </dgm:prSet>
      <dgm:spPr/>
    </dgm:pt>
  </dgm:ptLst>
  <dgm:cxnLst>
    <dgm:cxn modelId="{FD836310-6CC5-4D4C-BA77-0B9F943962DD}" type="presOf" srcId="{5C25C0DD-5EC0-457D-9456-61ABF54151DE}" destId="{996256A5-0C67-43DC-BF01-36CE28C3A5A3}" srcOrd="0" destOrd="0" presId="urn:microsoft.com/office/officeart/2005/8/layout/equation2"/>
    <dgm:cxn modelId="{7926AD11-8723-4732-A49D-5523F8849777}" srcId="{6CEA77F7-E91C-4AB5-991A-9CC9E780889F}" destId="{4D354FBF-2B43-4F8E-ADA6-6A7D14CE4822}" srcOrd="3" destOrd="0" parTransId="{96FAD77C-847E-4448-9B19-2C5188A9AB8E}" sibTransId="{6BB9D6B1-9A37-4FEF-AB17-A1B7551EA4ED}"/>
    <dgm:cxn modelId="{78AF7812-903C-4CBC-809A-BBBCD9852DE9}" type="presOf" srcId="{8A4DC90C-265F-47F7-8129-96D6D5E66DDC}" destId="{E5A1A8D3-0649-42DA-BAD7-A11D1816AFDB}" srcOrd="0" destOrd="0" presId="urn:microsoft.com/office/officeart/2005/8/layout/equation2"/>
    <dgm:cxn modelId="{7E49CA2F-57EC-495B-AC02-8BA177769A88}" srcId="{6CEA77F7-E91C-4AB5-991A-9CC9E780889F}" destId="{8A4DC90C-265F-47F7-8129-96D6D5E66DDC}" srcOrd="1" destOrd="0" parTransId="{E21DF5CE-AB1F-4946-9DB0-F0A7A8EAD24F}" sibTransId="{4F0EC30A-FC5A-4994-AC58-6AD380757545}"/>
    <dgm:cxn modelId="{13364834-5E55-49E5-8298-D5DC16A67010}" srcId="{6CEA77F7-E91C-4AB5-991A-9CC9E780889F}" destId="{4145F932-778B-457A-B408-CB4A5901603F}" srcOrd="0" destOrd="0" parTransId="{63DF5F1A-C1D3-480A-83B9-9CBDCECBA906}" sibTransId="{02019336-33FD-4E29-907D-5E351B7B7FF6}"/>
    <dgm:cxn modelId="{BA23CC3A-3D20-4D18-A1F3-B06743204763}" type="presOf" srcId="{4145F932-778B-457A-B408-CB4A5901603F}" destId="{28A6FA7B-4C94-452C-82E5-27490F4AC818}" srcOrd="0" destOrd="0" presId="urn:microsoft.com/office/officeart/2005/8/layout/equation2"/>
    <dgm:cxn modelId="{3F9D925F-F02A-4273-91A2-A9A2B6AD2DC1}" type="presOf" srcId="{BC354B97-89AE-4190-8FCB-B7C2174D5817}" destId="{30335A33-4242-472A-BF26-DC23D5C4D559}" srcOrd="1" destOrd="0" presId="urn:microsoft.com/office/officeart/2005/8/layout/equation2"/>
    <dgm:cxn modelId="{26C10965-FB20-4AE6-859E-A24B4874A083}" type="presOf" srcId="{4F0EC30A-FC5A-4994-AC58-6AD380757545}" destId="{2EB59012-9FA0-4785-953D-3F6273CA4870}" srcOrd="0" destOrd="0" presId="urn:microsoft.com/office/officeart/2005/8/layout/equation2"/>
    <dgm:cxn modelId="{E08DD34A-869D-4A85-A4DC-AE59A99AAC0D}" type="presOf" srcId="{4D354FBF-2B43-4F8E-ADA6-6A7D14CE4822}" destId="{59A6E163-CA49-4967-9BE2-ECCD367E47C1}" srcOrd="0" destOrd="0" presId="urn:microsoft.com/office/officeart/2005/8/layout/equation2"/>
    <dgm:cxn modelId="{B8016597-B3D3-4ACC-BA4B-AA2A8439AE4D}" type="presOf" srcId="{6CEA77F7-E91C-4AB5-991A-9CC9E780889F}" destId="{0EE0D989-5267-4A58-A21A-5990BC83B7F9}" srcOrd="0" destOrd="0" presId="urn:microsoft.com/office/officeart/2005/8/layout/equation2"/>
    <dgm:cxn modelId="{73C410B2-1EC8-49CD-AA34-5AC05F86E829}" srcId="{6CEA77F7-E91C-4AB5-991A-9CC9E780889F}" destId="{5C25C0DD-5EC0-457D-9456-61ABF54151DE}" srcOrd="2" destOrd="0" parTransId="{5F74450E-6677-46C3-8121-87BE10003928}" sibTransId="{BC354B97-89AE-4190-8FCB-B7C2174D5817}"/>
    <dgm:cxn modelId="{35D42DE3-5A8B-4321-869C-7F6409192C84}" type="presOf" srcId="{BC354B97-89AE-4190-8FCB-B7C2174D5817}" destId="{083D82C9-F943-4DF0-A7BC-094F7665009E}" srcOrd="0" destOrd="0" presId="urn:microsoft.com/office/officeart/2005/8/layout/equation2"/>
    <dgm:cxn modelId="{C45EBEE9-26A2-4FD1-81F7-1C57622A4CE2}" type="presOf" srcId="{02019336-33FD-4E29-907D-5E351B7B7FF6}" destId="{EA93361E-5BE1-4760-8557-A20308BDAEFE}" srcOrd="0" destOrd="0" presId="urn:microsoft.com/office/officeart/2005/8/layout/equation2"/>
    <dgm:cxn modelId="{17492F56-34D5-451F-B458-DD45B0C9689D}" type="presParOf" srcId="{0EE0D989-5267-4A58-A21A-5990BC83B7F9}" destId="{EE2D7426-1375-4696-B9D9-9794CF9D34FE}" srcOrd="0" destOrd="0" presId="urn:microsoft.com/office/officeart/2005/8/layout/equation2"/>
    <dgm:cxn modelId="{E5CCDD82-F68C-4D44-9E0B-1D90005125AC}" type="presParOf" srcId="{EE2D7426-1375-4696-B9D9-9794CF9D34FE}" destId="{28A6FA7B-4C94-452C-82E5-27490F4AC818}" srcOrd="0" destOrd="0" presId="urn:microsoft.com/office/officeart/2005/8/layout/equation2"/>
    <dgm:cxn modelId="{3CC898B4-8E0F-4DBA-A269-7E1494176805}" type="presParOf" srcId="{EE2D7426-1375-4696-B9D9-9794CF9D34FE}" destId="{4DFD89E1-4234-4B30-AA0C-F1ADF19A82D4}" srcOrd="1" destOrd="0" presId="urn:microsoft.com/office/officeart/2005/8/layout/equation2"/>
    <dgm:cxn modelId="{2A4CCEDD-5C92-4AEA-BB45-9B4D15D5D2C6}" type="presParOf" srcId="{EE2D7426-1375-4696-B9D9-9794CF9D34FE}" destId="{EA93361E-5BE1-4760-8557-A20308BDAEFE}" srcOrd="2" destOrd="0" presId="urn:microsoft.com/office/officeart/2005/8/layout/equation2"/>
    <dgm:cxn modelId="{16FB84DC-BAFC-438C-93A8-1D34BF1256F6}" type="presParOf" srcId="{EE2D7426-1375-4696-B9D9-9794CF9D34FE}" destId="{85D5F849-19D3-4E25-A412-9506F363FCA2}" srcOrd="3" destOrd="0" presId="urn:microsoft.com/office/officeart/2005/8/layout/equation2"/>
    <dgm:cxn modelId="{653574D5-6323-4707-958D-5B548BB5B3A3}" type="presParOf" srcId="{EE2D7426-1375-4696-B9D9-9794CF9D34FE}" destId="{E5A1A8D3-0649-42DA-BAD7-A11D1816AFDB}" srcOrd="4" destOrd="0" presId="urn:microsoft.com/office/officeart/2005/8/layout/equation2"/>
    <dgm:cxn modelId="{830F0B59-F6A9-40D1-8921-A203D160D9E5}" type="presParOf" srcId="{EE2D7426-1375-4696-B9D9-9794CF9D34FE}" destId="{3B2E56F2-7545-4071-93A9-6050151E7F41}" srcOrd="5" destOrd="0" presId="urn:microsoft.com/office/officeart/2005/8/layout/equation2"/>
    <dgm:cxn modelId="{59D7FBFB-3864-48CD-911B-1D3BFD4F8841}" type="presParOf" srcId="{EE2D7426-1375-4696-B9D9-9794CF9D34FE}" destId="{2EB59012-9FA0-4785-953D-3F6273CA4870}" srcOrd="6" destOrd="0" presId="urn:microsoft.com/office/officeart/2005/8/layout/equation2"/>
    <dgm:cxn modelId="{05C51012-1A46-4B33-B58F-AE916F0837D3}" type="presParOf" srcId="{EE2D7426-1375-4696-B9D9-9794CF9D34FE}" destId="{DF4CA0A2-251F-4A70-90A5-5B76547B966B}" srcOrd="7" destOrd="0" presId="urn:microsoft.com/office/officeart/2005/8/layout/equation2"/>
    <dgm:cxn modelId="{503B743F-9249-4809-9E05-A343B44187DF}" type="presParOf" srcId="{EE2D7426-1375-4696-B9D9-9794CF9D34FE}" destId="{996256A5-0C67-43DC-BF01-36CE28C3A5A3}" srcOrd="8" destOrd="0" presId="urn:microsoft.com/office/officeart/2005/8/layout/equation2"/>
    <dgm:cxn modelId="{74F99FD8-0903-4CBB-9448-2FE5A972B0C5}" type="presParOf" srcId="{0EE0D989-5267-4A58-A21A-5990BC83B7F9}" destId="{083D82C9-F943-4DF0-A7BC-094F7665009E}" srcOrd="1" destOrd="0" presId="urn:microsoft.com/office/officeart/2005/8/layout/equation2"/>
    <dgm:cxn modelId="{B5F82490-182F-495F-B2B7-D05EA592DDB8}" type="presParOf" srcId="{083D82C9-F943-4DF0-A7BC-094F7665009E}" destId="{30335A33-4242-472A-BF26-DC23D5C4D559}" srcOrd="0" destOrd="0" presId="urn:microsoft.com/office/officeart/2005/8/layout/equation2"/>
    <dgm:cxn modelId="{5136426A-CA5C-48E9-8C52-ED1B6E87A806}" type="presParOf" srcId="{0EE0D989-5267-4A58-A21A-5990BC83B7F9}" destId="{59A6E163-CA49-4967-9BE2-ECCD367E47C1}"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2F014C-33CE-458E-B76A-35A3E2BE7338}"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kumimoji="1" lang="ja-JP" altLang="en-US"/>
        </a:p>
      </dgm:t>
    </dgm:pt>
    <dgm:pt modelId="{80CAE103-D055-4D55-892E-8EFB1E0102E7}">
      <dgm:prSet phldrT="[テキスト]" custT="1"/>
      <dgm:spPr/>
      <dgm:t>
        <a:bodyPr/>
        <a:lstStyle/>
        <a:p>
          <a:r>
            <a:rPr kumimoji="1" lang="ja-JP" altLang="en-US" sz="2000" b="1"/>
            <a:t>トランスポート層</a:t>
          </a:r>
          <a:endParaRPr kumimoji="1" lang="ja-JP" altLang="en-US" sz="2000" b="1" dirty="0"/>
        </a:p>
      </dgm:t>
    </dgm:pt>
    <dgm:pt modelId="{57EF1B12-B01E-40EC-9224-10CE39555C89}" type="parTrans" cxnId="{7C09DCC2-E4A2-4376-A7CA-966BA05538EE}">
      <dgm:prSet/>
      <dgm:spPr/>
      <dgm:t>
        <a:bodyPr/>
        <a:lstStyle/>
        <a:p>
          <a:endParaRPr kumimoji="1" lang="ja-JP" altLang="en-US"/>
        </a:p>
      </dgm:t>
    </dgm:pt>
    <dgm:pt modelId="{A9107B54-D04E-49A3-BC3D-4C9320D95AAF}" type="sibTrans" cxnId="{7C09DCC2-E4A2-4376-A7CA-966BA05538EE}">
      <dgm:prSet/>
      <dgm:spPr/>
      <dgm:t>
        <a:bodyPr/>
        <a:lstStyle/>
        <a:p>
          <a:endParaRPr kumimoji="1" lang="ja-JP" altLang="en-US"/>
        </a:p>
      </dgm:t>
    </dgm:pt>
    <dgm:pt modelId="{EEDA52F9-86A0-4667-AD81-3D4FD367F30B}">
      <dgm:prSet phldrT="[テキスト]" custT="1"/>
      <dgm:spPr/>
      <dgm:t>
        <a:bodyPr/>
        <a:lstStyle/>
        <a:p>
          <a:r>
            <a:rPr kumimoji="1" lang="en-US" altLang="ja-JP" sz="3600" dirty="0"/>
            <a:t>DTN</a:t>
          </a:r>
          <a:r>
            <a:rPr kumimoji="1" lang="ja-JP" altLang="en-US" sz="3600" dirty="0"/>
            <a:t>プロトコル</a:t>
          </a:r>
        </a:p>
      </dgm:t>
    </dgm:pt>
    <dgm:pt modelId="{8BCB56B0-06F8-4E25-B4DF-44ABEC24AEC0}" type="parTrans" cxnId="{E75CA1D6-42B7-48B9-AF81-20CE35B16060}">
      <dgm:prSet/>
      <dgm:spPr/>
      <dgm:t>
        <a:bodyPr/>
        <a:lstStyle/>
        <a:p>
          <a:endParaRPr kumimoji="1" lang="ja-JP" altLang="en-US"/>
        </a:p>
      </dgm:t>
    </dgm:pt>
    <dgm:pt modelId="{B35D642C-80B1-484A-86F0-FDB5E599D2FD}" type="sibTrans" cxnId="{E75CA1D6-42B7-48B9-AF81-20CE35B16060}">
      <dgm:prSet/>
      <dgm:spPr/>
      <dgm:t>
        <a:bodyPr/>
        <a:lstStyle/>
        <a:p>
          <a:endParaRPr kumimoji="1" lang="ja-JP" altLang="en-US"/>
        </a:p>
      </dgm:t>
    </dgm:pt>
    <dgm:pt modelId="{B61F9FAE-1770-460A-B27B-904C55C409D4}">
      <dgm:prSet phldrT="[テキスト]" custT="1"/>
      <dgm:spPr/>
      <dgm:t>
        <a:bodyPr/>
        <a:lstStyle/>
        <a:p>
          <a:r>
            <a:rPr kumimoji="1" lang="ja-JP" altLang="en-US" sz="2000" b="1"/>
            <a:t>ネットワーク層</a:t>
          </a:r>
          <a:endParaRPr kumimoji="1" lang="ja-JP" altLang="en-US" sz="2000" b="1" dirty="0"/>
        </a:p>
      </dgm:t>
    </dgm:pt>
    <dgm:pt modelId="{5EF16B04-01B3-4C33-B84F-C875863CEB2C}" type="parTrans" cxnId="{63E45B63-D34B-4450-B48D-43107536B419}">
      <dgm:prSet/>
      <dgm:spPr/>
      <dgm:t>
        <a:bodyPr/>
        <a:lstStyle/>
        <a:p>
          <a:endParaRPr kumimoji="1" lang="ja-JP" altLang="en-US"/>
        </a:p>
      </dgm:t>
    </dgm:pt>
    <dgm:pt modelId="{25847A9F-7D47-4FF1-9D17-F5EFEA80A96A}" type="sibTrans" cxnId="{63E45B63-D34B-4450-B48D-43107536B419}">
      <dgm:prSet/>
      <dgm:spPr/>
      <dgm:t>
        <a:bodyPr/>
        <a:lstStyle/>
        <a:p>
          <a:endParaRPr kumimoji="1" lang="ja-JP" altLang="en-US"/>
        </a:p>
      </dgm:t>
    </dgm:pt>
    <dgm:pt modelId="{4E47D2CE-A7F3-4B17-9D57-97A95042464F}">
      <dgm:prSet phldrT="[テキスト]" custT="1"/>
      <dgm:spPr/>
      <dgm:t>
        <a:bodyPr/>
        <a:lstStyle/>
        <a:p>
          <a:r>
            <a:rPr kumimoji="1" lang="en-US" altLang="ja-JP" sz="2400" dirty="0"/>
            <a:t>AX.25</a:t>
          </a:r>
          <a:r>
            <a:rPr kumimoji="1" lang="ja-JP" altLang="en-US" sz="2400" dirty="0"/>
            <a:t> コネクションレスモード</a:t>
          </a:r>
        </a:p>
      </dgm:t>
    </dgm:pt>
    <dgm:pt modelId="{354D50B3-6AE6-49D3-B353-5AD6EEFBD6D8}" type="parTrans" cxnId="{B7121292-37ED-478B-8323-23E53D5352EA}">
      <dgm:prSet/>
      <dgm:spPr/>
      <dgm:t>
        <a:bodyPr/>
        <a:lstStyle/>
        <a:p>
          <a:endParaRPr kumimoji="1" lang="ja-JP" altLang="en-US"/>
        </a:p>
      </dgm:t>
    </dgm:pt>
    <dgm:pt modelId="{63B026B9-09DA-4E21-8D80-91C483E38218}" type="sibTrans" cxnId="{B7121292-37ED-478B-8323-23E53D5352EA}">
      <dgm:prSet/>
      <dgm:spPr/>
      <dgm:t>
        <a:bodyPr/>
        <a:lstStyle/>
        <a:p>
          <a:endParaRPr kumimoji="1" lang="ja-JP" altLang="en-US"/>
        </a:p>
      </dgm:t>
    </dgm:pt>
    <dgm:pt modelId="{9675A402-6D37-420D-97E7-75DB8E746E18}">
      <dgm:prSet phldrT="[テキスト]" custT="1"/>
      <dgm:spPr/>
      <dgm:t>
        <a:bodyPr/>
        <a:lstStyle/>
        <a:p>
          <a:r>
            <a:rPr kumimoji="1" lang="ja-JP" altLang="en-US" sz="2400" b="1"/>
            <a:t>リンク層</a:t>
          </a:r>
          <a:endParaRPr kumimoji="1" lang="ja-JP" altLang="en-US" sz="2400" b="1" dirty="0"/>
        </a:p>
      </dgm:t>
    </dgm:pt>
    <dgm:pt modelId="{E95782FC-3EE6-4CD8-8109-E24C16DCDD1B}" type="parTrans" cxnId="{0FBFAFF5-C8A7-481D-BB80-1D1D5EC372D9}">
      <dgm:prSet/>
      <dgm:spPr/>
      <dgm:t>
        <a:bodyPr/>
        <a:lstStyle/>
        <a:p>
          <a:endParaRPr kumimoji="1" lang="ja-JP" altLang="en-US"/>
        </a:p>
      </dgm:t>
    </dgm:pt>
    <dgm:pt modelId="{66BD5610-B5BC-4385-9178-F9719CE9904B}" type="sibTrans" cxnId="{0FBFAFF5-C8A7-481D-BB80-1D1D5EC372D9}">
      <dgm:prSet/>
      <dgm:spPr/>
      <dgm:t>
        <a:bodyPr/>
        <a:lstStyle/>
        <a:p>
          <a:endParaRPr kumimoji="1" lang="ja-JP" altLang="en-US"/>
        </a:p>
      </dgm:t>
    </dgm:pt>
    <dgm:pt modelId="{95F0559C-CB92-40B5-A7DA-1CCED30EF2E0}">
      <dgm:prSet phldrT="[テキスト]" custT="1"/>
      <dgm:spPr/>
      <dgm:t>
        <a:bodyPr/>
        <a:lstStyle/>
        <a:p>
          <a:r>
            <a:rPr kumimoji="1" lang="en-US" altLang="ja-JP" sz="3600" dirty="0"/>
            <a:t>AX.25</a:t>
          </a:r>
          <a:endParaRPr kumimoji="1" lang="ja-JP" altLang="en-US" sz="4400" dirty="0"/>
        </a:p>
      </dgm:t>
    </dgm:pt>
    <dgm:pt modelId="{AB5C86F5-7CB5-466F-A899-2CD1B5C627CC}" type="parTrans" cxnId="{07EA0BC5-7C10-4895-86CE-CD015FD8D4C4}">
      <dgm:prSet/>
      <dgm:spPr/>
      <dgm:t>
        <a:bodyPr/>
        <a:lstStyle/>
        <a:p>
          <a:endParaRPr kumimoji="1" lang="ja-JP" altLang="en-US"/>
        </a:p>
      </dgm:t>
    </dgm:pt>
    <dgm:pt modelId="{1B8D82A5-1954-4D90-B1AF-DC5E5042AD74}" type="sibTrans" cxnId="{07EA0BC5-7C10-4895-86CE-CD015FD8D4C4}">
      <dgm:prSet/>
      <dgm:spPr/>
      <dgm:t>
        <a:bodyPr/>
        <a:lstStyle/>
        <a:p>
          <a:endParaRPr kumimoji="1" lang="ja-JP" altLang="en-US"/>
        </a:p>
      </dgm:t>
    </dgm:pt>
    <dgm:pt modelId="{D4B8E1D0-988E-4281-8FDC-3767EECDAEDD}" type="pres">
      <dgm:prSet presAssocID="{852F014C-33CE-458E-B76A-35A3E2BE7338}" presName="Name0" presStyleCnt="0">
        <dgm:presLayoutVars>
          <dgm:dir/>
          <dgm:animLvl val="lvl"/>
          <dgm:resizeHandles val="exact"/>
        </dgm:presLayoutVars>
      </dgm:prSet>
      <dgm:spPr/>
    </dgm:pt>
    <dgm:pt modelId="{E7A5A12A-F5DC-4DB9-AEC2-64E8CFA96598}" type="pres">
      <dgm:prSet presAssocID="{80CAE103-D055-4D55-892E-8EFB1E0102E7}" presName="linNode" presStyleCnt="0"/>
      <dgm:spPr/>
    </dgm:pt>
    <dgm:pt modelId="{1CDA1FE6-F417-4062-8186-3038D8EDA4FF}" type="pres">
      <dgm:prSet presAssocID="{80CAE103-D055-4D55-892E-8EFB1E0102E7}" presName="parentText" presStyleLbl="node1" presStyleIdx="0" presStyleCnt="3">
        <dgm:presLayoutVars>
          <dgm:chMax val="1"/>
          <dgm:bulletEnabled val="1"/>
        </dgm:presLayoutVars>
      </dgm:prSet>
      <dgm:spPr/>
    </dgm:pt>
    <dgm:pt modelId="{6ABB2B48-CA7C-4B37-A512-32E3C9C481FE}" type="pres">
      <dgm:prSet presAssocID="{80CAE103-D055-4D55-892E-8EFB1E0102E7}" presName="descendantText" presStyleLbl="alignAccFollowNode1" presStyleIdx="0" presStyleCnt="3">
        <dgm:presLayoutVars>
          <dgm:bulletEnabled val="1"/>
        </dgm:presLayoutVars>
      </dgm:prSet>
      <dgm:spPr/>
    </dgm:pt>
    <dgm:pt modelId="{D0AFF10B-0C4F-4283-A3AC-793B83A401A5}" type="pres">
      <dgm:prSet presAssocID="{A9107B54-D04E-49A3-BC3D-4C9320D95AAF}" presName="sp" presStyleCnt="0"/>
      <dgm:spPr/>
    </dgm:pt>
    <dgm:pt modelId="{AD71B963-88F8-4017-A907-CC4465571ED8}" type="pres">
      <dgm:prSet presAssocID="{B61F9FAE-1770-460A-B27B-904C55C409D4}" presName="linNode" presStyleCnt="0"/>
      <dgm:spPr/>
    </dgm:pt>
    <dgm:pt modelId="{4B320AAF-D7C2-4AF7-B8B8-4A6A334839A8}" type="pres">
      <dgm:prSet presAssocID="{B61F9FAE-1770-460A-B27B-904C55C409D4}" presName="parentText" presStyleLbl="node1" presStyleIdx="1" presStyleCnt="3">
        <dgm:presLayoutVars>
          <dgm:chMax val="1"/>
          <dgm:bulletEnabled val="1"/>
        </dgm:presLayoutVars>
      </dgm:prSet>
      <dgm:spPr/>
    </dgm:pt>
    <dgm:pt modelId="{DFFEE55B-3402-4E00-A58B-06DBFEC7C884}" type="pres">
      <dgm:prSet presAssocID="{B61F9FAE-1770-460A-B27B-904C55C409D4}" presName="descendantText" presStyleLbl="alignAccFollowNode1" presStyleIdx="1" presStyleCnt="3">
        <dgm:presLayoutVars>
          <dgm:bulletEnabled val="1"/>
        </dgm:presLayoutVars>
      </dgm:prSet>
      <dgm:spPr/>
    </dgm:pt>
    <dgm:pt modelId="{9BDC7968-DE5E-4686-8198-D740CB87D68F}" type="pres">
      <dgm:prSet presAssocID="{25847A9F-7D47-4FF1-9D17-F5EFEA80A96A}" presName="sp" presStyleCnt="0"/>
      <dgm:spPr/>
    </dgm:pt>
    <dgm:pt modelId="{E912D69F-33FD-4F5B-ACFF-F481CC49065E}" type="pres">
      <dgm:prSet presAssocID="{9675A402-6D37-420D-97E7-75DB8E746E18}" presName="linNode" presStyleCnt="0"/>
      <dgm:spPr/>
    </dgm:pt>
    <dgm:pt modelId="{0F7B8E07-5157-4B72-A0A5-329E12E0B64A}" type="pres">
      <dgm:prSet presAssocID="{9675A402-6D37-420D-97E7-75DB8E746E18}" presName="parentText" presStyleLbl="node1" presStyleIdx="2" presStyleCnt="3">
        <dgm:presLayoutVars>
          <dgm:chMax val="1"/>
          <dgm:bulletEnabled val="1"/>
        </dgm:presLayoutVars>
      </dgm:prSet>
      <dgm:spPr/>
    </dgm:pt>
    <dgm:pt modelId="{4E3D93FA-97B8-4019-9F33-C939A035FF85}" type="pres">
      <dgm:prSet presAssocID="{9675A402-6D37-420D-97E7-75DB8E746E18}" presName="descendantText" presStyleLbl="alignAccFollowNode1" presStyleIdx="2" presStyleCnt="3">
        <dgm:presLayoutVars>
          <dgm:bulletEnabled val="1"/>
        </dgm:presLayoutVars>
      </dgm:prSet>
      <dgm:spPr/>
    </dgm:pt>
  </dgm:ptLst>
  <dgm:cxnLst>
    <dgm:cxn modelId="{24B0B81A-3BD7-4C31-8FD0-FCA9A7BBCA31}" type="presOf" srcId="{EEDA52F9-86A0-4667-AD81-3D4FD367F30B}" destId="{6ABB2B48-CA7C-4B37-A512-32E3C9C481FE}" srcOrd="0" destOrd="0" presId="urn:microsoft.com/office/officeart/2005/8/layout/vList5"/>
    <dgm:cxn modelId="{2585161E-58AB-47AA-BC8A-DDE5927736A4}" type="presOf" srcId="{852F014C-33CE-458E-B76A-35A3E2BE7338}" destId="{D4B8E1D0-988E-4281-8FDC-3767EECDAEDD}" srcOrd="0" destOrd="0" presId="urn:microsoft.com/office/officeart/2005/8/layout/vList5"/>
    <dgm:cxn modelId="{36CEFB2B-77FD-43F7-92D0-82D971950BF2}" type="presOf" srcId="{4E47D2CE-A7F3-4B17-9D57-97A95042464F}" destId="{DFFEE55B-3402-4E00-A58B-06DBFEC7C884}" srcOrd="0" destOrd="0" presId="urn:microsoft.com/office/officeart/2005/8/layout/vList5"/>
    <dgm:cxn modelId="{8039333C-A846-445D-9395-4F520F2185F2}" type="presOf" srcId="{80CAE103-D055-4D55-892E-8EFB1E0102E7}" destId="{1CDA1FE6-F417-4062-8186-3038D8EDA4FF}" srcOrd="0" destOrd="0" presId="urn:microsoft.com/office/officeart/2005/8/layout/vList5"/>
    <dgm:cxn modelId="{270B653D-3A8F-4334-AF96-3396FEAD4FE6}" type="presOf" srcId="{9675A402-6D37-420D-97E7-75DB8E746E18}" destId="{0F7B8E07-5157-4B72-A0A5-329E12E0B64A}" srcOrd="0" destOrd="0" presId="urn:microsoft.com/office/officeart/2005/8/layout/vList5"/>
    <dgm:cxn modelId="{63E45B63-D34B-4450-B48D-43107536B419}" srcId="{852F014C-33CE-458E-B76A-35A3E2BE7338}" destId="{B61F9FAE-1770-460A-B27B-904C55C409D4}" srcOrd="1" destOrd="0" parTransId="{5EF16B04-01B3-4C33-B84F-C875863CEB2C}" sibTransId="{25847A9F-7D47-4FF1-9D17-F5EFEA80A96A}"/>
    <dgm:cxn modelId="{F72D1D7C-C879-4515-BEF0-1B96AF991AC4}" type="presOf" srcId="{95F0559C-CB92-40B5-A7DA-1CCED30EF2E0}" destId="{4E3D93FA-97B8-4019-9F33-C939A035FF85}" srcOrd="0" destOrd="0" presId="urn:microsoft.com/office/officeart/2005/8/layout/vList5"/>
    <dgm:cxn modelId="{B7121292-37ED-478B-8323-23E53D5352EA}" srcId="{B61F9FAE-1770-460A-B27B-904C55C409D4}" destId="{4E47D2CE-A7F3-4B17-9D57-97A95042464F}" srcOrd="0" destOrd="0" parTransId="{354D50B3-6AE6-49D3-B353-5AD6EEFBD6D8}" sibTransId="{63B026B9-09DA-4E21-8D80-91C483E38218}"/>
    <dgm:cxn modelId="{9F177495-B92C-4E66-ABD8-2BB698846083}" type="presOf" srcId="{B61F9FAE-1770-460A-B27B-904C55C409D4}" destId="{4B320AAF-D7C2-4AF7-B8B8-4A6A334839A8}" srcOrd="0" destOrd="0" presId="urn:microsoft.com/office/officeart/2005/8/layout/vList5"/>
    <dgm:cxn modelId="{7C09DCC2-E4A2-4376-A7CA-966BA05538EE}" srcId="{852F014C-33CE-458E-B76A-35A3E2BE7338}" destId="{80CAE103-D055-4D55-892E-8EFB1E0102E7}" srcOrd="0" destOrd="0" parTransId="{57EF1B12-B01E-40EC-9224-10CE39555C89}" sibTransId="{A9107B54-D04E-49A3-BC3D-4C9320D95AAF}"/>
    <dgm:cxn modelId="{07EA0BC5-7C10-4895-86CE-CD015FD8D4C4}" srcId="{9675A402-6D37-420D-97E7-75DB8E746E18}" destId="{95F0559C-CB92-40B5-A7DA-1CCED30EF2E0}" srcOrd="0" destOrd="0" parTransId="{AB5C86F5-7CB5-466F-A899-2CD1B5C627CC}" sibTransId="{1B8D82A5-1954-4D90-B1AF-DC5E5042AD74}"/>
    <dgm:cxn modelId="{E75CA1D6-42B7-48B9-AF81-20CE35B16060}" srcId="{80CAE103-D055-4D55-892E-8EFB1E0102E7}" destId="{EEDA52F9-86A0-4667-AD81-3D4FD367F30B}" srcOrd="0" destOrd="0" parTransId="{8BCB56B0-06F8-4E25-B4DF-44ABEC24AEC0}" sibTransId="{B35D642C-80B1-484A-86F0-FDB5E599D2FD}"/>
    <dgm:cxn modelId="{0FBFAFF5-C8A7-481D-BB80-1D1D5EC372D9}" srcId="{852F014C-33CE-458E-B76A-35A3E2BE7338}" destId="{9675A402-6D37-420D-97E7-75DB8E746E18}" srcOrd="2" destOrd="0" parTransId="{E95782FC-3EE6-4CD8-8109-E24C16DCDD1B}" sibTransId="{66BD5610-B5BC-4385-9178-F9719CE9904B}"/>
    <dgm:cxn modelId="{3249B268-5DEA-43F4-9762-A429936DF93C}" type="presParOf" srcId="{D4B8E1D0-988E-4281-8FDC-3767EECDAEDD}" destId="{E7A5A12A-F5DC-4DB9-AEC2-64E8CFA96598}" srcOrd="0" destOrd="0" presId="urn:microsoft.com/office/officeart/2005/8/layout/vList5"/>
    <dgm:cxn modelId="{12FE56BA-1E72-47B6-BCDB-75CD7A37ADEB}" type="presParOf" srcId="{E7A5A12A-F5DC-4DB9-AEC2-64E8CFA96598}" destId="{1CDA1FE6-F417-4062-8186-3038D8EDA4FF}" srcOrd="0" destOrd="0" presId="urn:microsoft.com/office/officeart/2005/8/layout/vList5"/>
    <dgm:cxn modelId="{90D0EC2E-0313-474B-963E-B7559C58B6A1}" type="presParOf" srcId="{E7A5A12A-F5DC-4DB9-AEC2-64E8CFA96598}" destId="{6ABB2B48-CA7C-4B37-A512-32E3C9C481FE}" srcOrd="1" destOrd="0" presId="urn:microsoft.com/office/officeart/2005/8/layout/vList5"/>
    <dgm:cxn modelId="{E6978D12-86E8-4BF4-AAF8-11CABE2EBFA3}" type="presParOf" srcId="{D4B8E1D0-988E-4281-8FDC-3767EECDAEDD}" destId="{D0AFF10B-0C4F-4283-A3AC-793B83A401A5}" srcOrd="1" destOrd="0" presId="urn:microsoft.com/office/officeart/2005/8/layout/vList5"/>
    <dgm:cxn modelId="{A39313B7-00F8-4B0A-A283-D8E6AEB9F4C6}" type="presParOf" srcId="{D4B8E1D0-988E-4281-8FDC-3767EECDAEDD}" destId="{AD71B963-88F8-4017-A907-CC4465571ED8}" srcOrd="2" destOrd="0" presId="urn:microsoft.com/office/officeart/2005/8/layout/vList5"/>
    <dgm:cxn modelId="{B4BEBEF7-1B6A-4C38-8FDE-A8ACBAF6CAF8}" type="presParOf" srcId="{AD71B963-88F8-4017-A907-CC4465571ED8}" destId="{4B320AAF-D7C2-4AF7-B8B8-4A6A334839A8}" srcOrd="0" destOrd="0" presId="urn:microsoft.com/office/officeart/2005/8/layout/vList5"/>
    <dgm:cxn modelId="{8B390378-A211-414D-88EB-7EEB9D514AAE}" type="presParOf" srcId="{AD71B963-88F8-4017-A907-CC4465571ED8}" destId="{DFFEE55B-3402-4E00-A58B-06DBFEC7C884}" srcOrd="1" destOrd="0" presId="urn:microsoft.com/office/officeart/2005/8/layout/vList5"/>
    <dgm:cxn modelId="{5BB4198F-2261-4C68-AB88-0C3A8E6C79F2}" type="presParOf" srcId="{D4B8E1D0-988E-4281-8FDC-3767EECDAEDD}" destId="{9BDC7968-DE5E-4686-8198-D740CB87D68F}" srcOrd="3" destOrd="0" presId="urn:microsoft.com/office/officeart/2005/8/layout/vList5"/>
    <dgm:cxn modelId="{9A3076B8-B52F-46F2-A51F-5C0893A3D11C}" type="presParOf" srcId="{D4B8E1D0-988E-4281-8FDC-3767EECDAEDD}" destId="{E912D69F-33FD-4F5B-ACFF-F481CC49065E}" srcOrd="4" destOrd="0" presId="urn:microsoft.com/office/officeart/2005/8/layout/vList5"/>
    <dgm:cxn modelId="{8BA6BEBD-20D0-4AAF-B61B-5063A9925005}" type="presParOf" srcId="{E912D69F-33FD-4F5B-ACFF-F481CC49065E}" destId="{0F7B8E07-5157-4B72-A0A5-329E12E0B64A}" srcOrd="0" destOrd="0" presId="urn:microsoft.com/office/officeart/2005/8/layout/vList5"/>
    <dgm:cxn modelId="{D8775572-3F14-4F23-848C-42D004175A74}" type="presParOf" srcId="{E912D69F-33FD-4F5B-ACFF-F481CC49065E}" destId="{4E3D93FA-97B8-4019-9F33-C939A035FF8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201948-EA42-48DD-9273-F4FA911B06B1}">
      <dsp:nvSpPr>
        <dsp:cNvPr id="0" name=""/>
        <dsp:cNvSpPr/>
      </dsp:nvSpPr>
      <dsp:spPr>
        <a:xfrm rot="5400000">
          <a:off x="4888073" y="-1762394"/>
          <a:ext cx="1373534" cy="5246909"/>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kumimoji="1" lang="ja-JP" altLang="en-US" sz="3300" kern="1200" dirty="0"/>
            <a:t>ビーコンの受信</a:t>
          </a:r>
        </a:p>
        <a:p>
          <a:pPr marL="285750" lvl="1" indent="-285750" algn="l" defTabSz="1466850">
            <a:lnSpc>
              <a:spcPct val="90000"/>
            </a:lnSpc>
            <a:spcBef>
              <a:spcPct val="0"/>
            </a:spcBef>
            <a:spcAft>
              <a:spcPct val="15000"/>
            </a:spcAft>
            <a:buChar char="•"/>
          </a:pPr>
          <a:r>
            <a:rPr kumimoji="1" lang="ja-JP" altLang="en-US" sz="3300" kern="1200" dirty="0"/>
            <a:t>衛星写真・動画の受信</a:t>
          </a:r>
        </a:p>
      </dsp:txBody>
      <dsp:txXfrm rot="-5400000">
        <a:off x="2951386" y="241343"/>
        <a:ext cx="5179859" cy="1239434"/>
      </dsp:txXfrm>
    </dsp:sp>
    <dsp:sp modelId="{6B8ABCCE-23EE-48B0-BE01-FF70CAA14620}">
      <dsp:nvSpPr>
        <dsp:cNvPr id="0" name=""/>
        <dsp:cNvSpPr/>
      </dsp:nvSpPr>
      <dsp:spPr>
        <a:xfrm>
          <a:off x="0" y="2601"/>
          <a:ext cx="2951386" cy="1716918"/>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kumimoji="1" lang="ja-JP" altLang="en-US" sz="4700" kern="1200" dirty="0"/>
            <a:t>興味対象</a:t>
          </a:r>
        </a:p>
      </dsp:txBody>
      <dsp:txXfrm>
        <a:off x="83813" y="86414"/>
        <a:ext cx="2783760" cy="1549292"/>
      </dsp:txXfrm>
    </dsp:sp>
    <dsp:sp modelId="{5B150628-AE58-4940-A20A-5F577EB72A09}">
      <dsp:nvSpPr>
        <dsp:cNvPr id="0" name=""/>
        <dsp:cNvSpPr/>
      </dsp:nvSpPr>
      <dsp:spPr>
        <a:xfrm rot="5400000">
          <a:off x="4888073" y="40370"/>
          <a:ext cx="1373534" cy="5246909"/>
        </a:xfrm>
        <a:prstGeom prst="round2SameRect">
          <a:avLst/>
        </a:prstGeom>
        <a:solidFill>
          <a:schemeClr val="accent5">
            <a:tint val="40000"/>
            <a:alpha val="90000"/>
            <a:hueOff val="-5370241"/>
            <a:satOff val="24126"/>
            <a:lumOff val="1658"/>
            <a:alphaOff val="0"/>
          </a:schemeClr>
        </a:solidFill>
        <a:ln w="12700" cap="flat" cmpd="sng" algn="ctr">
          <a:solidFill>
            <a:schemeClr val="accent5">
              <a:tint val="40000"/>
              <a:alpha val="90000"/>
              <a:hueOff val="-5370241"/>
              <a:satOff val="24126"/>
              <a:lumOff val="165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kumimoji="1" lang="ja-JP" altLang="en-US" sz="3300" kern="1200" dirty="0"/>
            <a:t>誰でも操作可能</a:t>
          </a:r>
        </a:p>
        <a:p>
          <a:pPr marL="285750" lvl="1" indent="-285750" algn="l" defTabSz="1466850">
            <a:lnSpc>
              <a:spcPct val="90000"/>
            </a:lnSpc>
            <a:spcBef>
              <a:spcPct val="0"/>
            </a:spcBef>
            <a:spcAft>
              <a:spcPct val="15000"/>
            </a:spcAft>
            <a:buChar char="•"/>
          </a:pPr>
          <a:r>
            <a:rPr lang="en-US" altLang="ja-JP" sz="3300" kern="1200" dirty="0"/>
            <a:t>(</a:t>
          </a:r>
          <a:r>
            <a:rPr lang="ja-JP" altLang="en-US" sz="3300" kern="1200" dirty="0"/>
            <a:t>アマチュア</a:t>
          </a:r>
          <a:r>
            <a:rPr lang="en-US" altLang="ja-JP" sz="3300" kern="1200" dirty="0"/>
            <a:t>)</a:t>
          </a:r>
          <a:r>
            <a:rPr lang="ja-JP" altLang="en-US" sz="3300" kern="1200" dirty="0"/>
            <a:t>無線免許不要</a:t>
          </a:r>
          <a:endParaRPr kumimoji="1" lang="ja-JP" altLang="en-US" sz="3300" kern="1200" dirty="0"/>
        </a:p>
      </dsp:txBody>
      <dsp:txXfrm rot="-5400000">
        <a:off x="2951386" y="2044107"/>
        <a:ext cx="5179859" cy="1239434"/>
      </dsp:txXfrm>
    </dsp:sp>
    <dsp:sp modelId="{4BFA3700-E0B7-45D8-8BC3-F3BEF4F6640F}">
      <dsp:nvSpPr>
        <dsp:cNvPr id="0" name=""/>
        <dsp:cNvSpPr/>
      </dsp:nvSpPr>
      <dsp:spPr>
        <a:xfrm>
          <a:off x="0" y="1799408"/>
          <a:ext cx="2951386" cy="1716918"/>
        </a:xfrm>
        <a:prstGeom prst="roundRect">
          <a:avLst/>
        </a:prstGeom>
        <a:solidFill>
          <a:schemeClr val="accent5">
            <a:hueOff val="-4966938"/>
            <a:satOff val="19906"/>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kumimoji="1" lang="ja-JP" altLang="en-US" sz="4700" kern="1200" dirty="0"/>
            <a:t>専門性</a:t>
          </a:r>
        </a:p>
      </dsp:txBody>
      <dsp:txXfrm>
        <a:off x="83813" y="1883221"/>
        <a:ext cx="2783760" cy="1549292"/>
      </dsp:txXfrm>
    </dsp:sp>
    <dsp:sp modelId="{8E57130C-4310-4078-BE54-3310AAC3AC1C}">
      <dsp:nvSpPr>
        <dsp:cNvPr id="0" name=""/>
        <dsp:cNvSpPr/>
      </dsp:nvSpPr>
      <dsp:spPr>
        <a:xfrm rot="5400000">
          <a:off x="4888073" y="1843134"/>
          <a:ext cx="1373534" cy="5246909"/>
        </a:xfrm>
        <a:prstGeom prst="round2SameRect">
          <a:avLst/>
        </a:prstGeom>
        <a:solidFill>
          <a:schemeClr val="accent5">
            <a:tint val="40000"/>
            <a:alpha val="90000"/>
            <a:hueOff val="-10740482"/>
            <a:satOff val="48253"/>
            <a:lumOff val="3317"/>
            <a:alphaOff val="0"/>
          </a:schemeClr>
        </a:solidFill>
        <a:ln w="12700" cap="flat" cmpd="sng" algn="ctr">
          <a:solidFill>
            <a:schemeClr val="accent5">
              <a:tint val="40000"/>
              <a:alpha val="90000"/>
              <a:hueOff val="-10740482"/>
              <a:satOff val="48253"/>
              <a:lumOff val="331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62865" rIns="125730" bIns="62865" numCol="1" spcCol="1270" anchor="ctr" anchorCtr="0">
          <a:noAutofit/>
        </a:bodyPr>
        <a:lstStyle/>
        <a:p>
          <a:pPr marL="285750" lvl="1" indent="-285750" algn="l" defTabSz="1466850">
            <a:lnSpc>
              <a:spcPct val="90000"/>
            </a:lnSpc>
            <a:spcBef>
              <a:spcPct val="0"/>
            </a:spcBef>
            <a:spcAft>
              <a:spcPct val="15000"/>
            </a:spcAft>
            <a:buChar char="•"/>
          </a:pPr>
          <a:r>
            <a:rPr kumimoji="1" lang="ja-JP" altLang="en-US" sz="3300" kern="1200" dirty="0"/>
            <a:t>予算：</a:t>
          </a:r>
          <a:r>
            <a:rPr kumimoji="1" lang="en-US" altLang="ja-JP" sz="3300" kern="1200" dirty="0"/>
            <a:t>1</a:t>
          </a:r>
          <a:r>
            <a:rPr kumimoji="1" lang="ja-JP" altLang="en-US" sz="3300" kern="1200" dirty="0"/>
            <a:t>万円以下</a:t>
          </a:r>
        </a:p>
        <a:p>
          <a:pPr marL="285750" lvl="1" indent="-285750" algn="l" defTabSz="1466850">
            <a:lnSpc>
              <a:spcPct val="90000"/>
            </a:lnSpc>
            <a:spcBef>
              <a:spcPct val="0"/>
            </a:spcBef>
            <a:spcAft>
              <a:spcPct val="15000"/>
            </a:spcAft>
            <a:buChar char="•"/>
          </a:pPr>
          <a:r>
            <a:rPr kumimoji="1" lang="ja-JP" altLang="en-US" sz="3300" kern="1200" dirty="0"/>
            <a:t>入手性の良さ</a:t>
          </a:r>
        </a:p>
      </dsp:txBody>
      <dsp:txXfrm rot="-5400000">
        <a:off x="2951386" y="3846871"/>
        <a:ext cx="5179859" cy="1239434"/>
      </dsp:txXfrm>
    </dsp:sp>
    <dsp:sp modelId="{0FE11A33-3BE4-45F7-B28B-A9845B1645D0}">
      <dsp:nvSpPr>
        <dsp:cNvPr id="0" name=""/>
        <dsp:cNvSpPr/>
      </dsp:nvSpPr>
      <dsp:spPr>
        <a:xfrm>
          <a:off x="0" y="3608130"/>
          <a:ext cx="2951386" cy="1716918"/>
        </a:xfrm>
        <a:prstGeom prst="roundRect">
          <a:avLst/>
        </a:prstGeom>
        <a:solidFill>
          <a:schemeClr val="accent5">
            <a:hueOff val="-9933876"/>
            <a:satOff val="39811"/>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kumimoji="1" lang="ja-JP" altLang="en-US" sz="4700" kern="1200" dirty="0"/>
            <a:t>製作</a:t>
          </a:r>
        </a:p>
      </dsp:txBody>
      <dsp:txXfrm>
        <a:off x="83813" y="3691943"/>
        <a:ext cx="2783760" cy="1549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6236CB-1E3A-413C-AA52-34E211E75FAF}">
      <dsp:nvSpPr>
        <dsp:cNvPr id="0" name=""/>
        <dsp:cNvSpPr/>
      </dsp:nvSpPr>
      <dsp:spPr>
        <a:xfrm>
          <a:off x="3034159" y="3207165"/>
          <a:ext cx="2530181" cy="2530181"/>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kumimoji="1" lang="ja-JP" altLang="en-US" sz="3900" kern="1200" dirty="0"/>
            <a:t>次世代衛星　地上局</a:t>
          </a:r>
          <a:endParaRPr kumimoji="1" lang="en-US" altLang="ja-JP" sz="3900" kern="1200" dirty="0"/>
        </a:p>
      </dsp:txBody>
      <dsp:txXfrm>
        <a:off x="3404695" y="3577701"/>
        <a:ext cx="1789109" cy="1789109"/>
      </dsp:txXfrm>
    </dsp:sp>
    <dsp:sp modelId="{2E06BFFD-96D4-4B07-A6D7-0A562EFA0954}">
      <dsp:nvSpPr>
        <dsp:cNvPr id="0" name=""/>
        <dsp:cNvSpPr/>
      </dsp:nvSpPr>
      <dsp:spPr>
        <a:xfrm rot="12900000">
          <a:off x="1213884" y="2700730"/>
          <a:ext cx="2140569" cy="721101"/>
        </a:xfrm>
        <a:prstGeom prst="lef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2D56D5-8A7A-441D-84EE-31951DADC43A}">
      <dsp:nvSpPr>
        <dsp:cNvPr id="0" name=""/>
        <dsp:cNvSpPr/>
      </dsp:nvSpPr>
      <dsp:spPr>
        <a:xfrm>
          <a:off x="107693" y="1722732"/>
          <a:ext cx="2599499" cy="144931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kumimoji="1" lang="ja-JP" altLang="en-US" sz="2100" kern="1200" dirty="0"/>
            <a:t>モダンといえない</a:t>
          </a:r>
        </a:p>
        <a:p>
          <a:pPr marL="171450" lvl="1" indent="-171450" algn="l" defTabSz="711200">
            <a:lnSpc>
              <a:spcPct val="90000"/>
            </a:lnSpc>
            <a:spcBef>
              <a:spcPct val="0"/>
            </a:spcBef>
            <a:spcAft>
              <a:spcPct val="15000"/>
            </a:spcAft>
            <a:buChar char="•"/>
          </a:pPr>
          <a:r>
            <a:rPr kumimoji="1" lang="en-US" altLang="ja-JP" sz="1600" kern="1200" dirty="0"/>
            <a:t>PC</a:t>
          </a:r>
          <a:r>
            <a:rPr kumimoji="1" lang="ja-JP" altLang="en-US" sz="1600" kern="1200" dirty="0"/>
            <a:t>からスマホの時代へ</a:t>
          </a:r>
        </a:p>
        <a:p>
          <a:pPr marL="342900" lvl="2" indent="-171450" algn="l" defTabSz="711200">
            <a:lnSpc>
              <a:spcPct val="90000"/>
            </a:lnSpc>
            <a:spcBef>
              <a:spcPct val="0"/>
            </a:spcBef>
            <a:spcAft>
              <a:spcPct val="15000"/>
            </a:spcAft>
            <a:buChar char="•"/>
          </a:pPr>
          <a:r>
            <a:rPr kumimoji="1" lang="ja-JP" altLang="en-US" sz="1600" kern="1200" dirty="0"/>
            <a:t>マルチ</a:t>
          </a:r>
          <a:r>
            <a:rPr kumimoji="1" lang="en-US" altLang="ja-JP" sz="1600" kern="1200" dirty="0"/>
            <a:t>OS</a:t>
          </a:r>
          <a:r>
            <a:rPr kumimoji="1" lang="ja-JP" altLang="en-US" sz="1600" kern="1200" dirty="0"/>
            <a:t>対応</a:t>
          </a:r>
        </a:p>
      </dsp:txBody>
      <dsp:txXfrm>
        <a:off x="150142" y="1765181"/>
        <a:ext cx="2514601" cy="1364420"/>
      </dsp:txXfrm>
    </dsp:sp>
    <dsp:sp modelId="{32655887-1D5F-41CD-BACB-3030E70C7C13}">
      <dsp:nvSpPr>
        <dsp:cNvPr id="0" name=""/>
        <dsp:cNvSpPr/>
      </dsp:nvSpPr>
      <dsp:spPr>
        <a:xfrm rot="16200000">
          <a:off x="3228964" y="1651746"/>
          <a:ext cx="2140569" cy="721101"/>
        </a:xfrm>
        <a:prstGeom prst="leftArrow">
          <a:avLst>
            <a:gd name="adj1" fmla="val 60000"/>
            <a:gd name="adj2" fmla="val 50000"/>
          </a:avLst>
        </a:prstGeom>
        <a:solidFill>
          <a:schemeClr val="accent5">
            <a:hueOff val="-4966938"/>
            <a:satOff val="19906"/>
            <a:lumOff val="431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F27A4E2-B0D0-4880-8963-C24A0EC54E83}">
      <dsp:nvSpPr>
        <dsp:cNvPr id="0" name=""/>
        <dsp:cNvSpPr/>
      </dsp:nvSpPr>
      <dsp:spPr>
        <a:xfrm>
          <a:off x="2952772" y="23963"/>
          <a:ext cx="2692953" cy="1836097"/>
        </a:xfrm>
        <a:prstGeom prst="roundRect">
          <a:avLst>
            <a:gd name="adj" fmla="val 10000"/>
          </a:avLst>
        </a:prstGeom>
        <a:solidFill>
          <a:schemeClr val="accent5">
            <a:hueOff val="-4966938"/>
            <a:satOff val="19906"/>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kumimoji="1" lang="en-US" altLang="ja-JP" sz="2100" kern="1200" dirty="0"/>
            <a:t>CW</a:t>
          </a:r>
          <a:r>
            <a:rPr kumimoji="1" lang="ja-JP" altLang="en-US" sz="2100" kern="1200" dirty="0"/>
            <a:t>受信できない</a:t>
          </a:r>
        </a:p>
        <a:p>
          <a:pPr marL="171450" lvl="1" indent="-171450" algn="l" defTabSz="711200">
            <a:lnSpc>
              <a:spcPct val="90000"/>
            </a:lnSpc>
            <a:spcBef>
              <a:spcPct val="0"/>
            </a:spcBef>
            <a:spcAft>
              <a:spcPct val="15000"/>
            </a:spcAft>
            <a:buChar char="•"/>
          </a:pPr>
          <a:r>
            <a:rPr kumimoji="1" lang="ja-JP" altLang="en-US" sz="1600" kern="1200" dirty="0"/>
            <a:t>データ受信こそ、本命</a:t>
          </a:r>
        </a:p>
        <a:p>
          <a:pPr marL="342900" lvl="2" indent="-171450" algn="l" defTabSz="711200">
            <a:lnSpc>
              <a:spcPct val="90000"/>
            </a:lnSpc>
            <a:spcBef>
              <a:spcPct val="0"/>
            </a:spcBef>
            <a:spcAft>
              <a:spcPct val="15000"/>
            </a:spcAft>
            <a:buChar char="•"/>
          </a:pPr>
          <a:r>
            <a:rPr kumimoji="1" lang="ja-JP" altLang="en-US" sz="1600" kern="1200" dirty="0"/>
            <a:t>画像データ</a:t>
          </a:r>
        </a:p>
        <a:p>
          <a:pPr marL="342900" lvl="2" indent="-171450" algn="l" defTabSz="711200">
            <a:lnSpc>
              <a:spcPct val="90000"/>
            </a:lnSpc>
            <a:spcBef>
              <a:spcPct val="0"/>
            </a:spcBef>
            <a:spcAft>
              <a:spcPct val="15000"/>
            </a:spcAft>
            <a:buChar char="•"/>
          </a:pPr>
          <a:r>
            <a:rPr kumimoji="1" lang="ja-JP" altLang="en-US" sz="1600" kern="1200" dirty="0"/>
            <a:t>ストリーミング映像</a:t>
          </a:r>
        </a:p>
        <a:p>
          <a:pPr marL="171450" lvl="1" indent="-171450" algn="l" defTabSz="711200">
            <a:lnSpc>
              <a:spcPct val="90000"/>
            </a:lnSpc>
            <a:spcBef>
              <a:spcPct val="0"/>
            </a:spcBef>
            <a:spcAft>
              <a:spcPct val="15000"/>
            </a:spcAft>
            <a:buChar char="•"/>
          </a:pPr>
          <a:r>
            <a:rPr kumimoji="1" lang="ja-JP" altLang="en-US" sz="1600" kern="1200" dirty="0"/>
            <a:t>送信も必須</a:t>
          </a:r>
        </a:p>
      </dsp:txBody>
      <dsp:txXfrm>
        <a:off x="3006549" y="77740"/>
        <a:ext cx="2585399" cy="1728543"/>
      </dsp:txXfrm>
    </dsp:sp>
    <dsp:sp modelId="{350FCE2D-4434-4E01-AE91-93A2DE6552B0}">
      <dsp:nvSpPr>
        <dsp:cNvPr id="0" name=""/>
        <dsp:cNvSpPr/>
      </dsp:nvSpPr>
      <dsp:spPr>
        <a:xfrm rot="19500000">
          <a:off x="5244045" y="2700730"/>
          <a:ext cx="2140569" cy="721101"/>
        </a:xfrm>
        <a:prstGeom prst="leftArrow">
          <a:avLst>
            <a:gd name="adj1" fmla="val 60000"/>
            <a:gd name="adj2" fmla="val 50000"/>
          </a:avLst>
        </a:prstGeom>
        <a:solidFill>
          <a:schemeClr val="accent5">
            <a:hueOff val="-9933876"/>
            <a:satOff val="39811"/>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A3596E3-05F9-4A53-BB6E-B6A1AA7868DA}">
      <dsp:nvSpPr>
        <dsp:cNvPr id="0" name=""/>
        <dsp:cNvSpPr/>
      </dsp:nvSpPr>
      <dsp:spPr>
        <a:xfrm>
          <a:off x="5848845" y="1729328"/>
          <a:ext cx="2684420" cy="1436126"/>
        </a:xfrm>
        <a:prstGeom prst="roundRect">
          <a:avLst>
            <a:gd name="adj" fmla="val 10000"/>
          </a:avLst>
        </a:prstGeom>
        <a:solidFill>
          <a:schemeClr val="accent5">
            <a:hueOff val="-9933876"/>
            <a:satOff val="39811"/>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t" anchorCtr="0">
          <a:noAutofit/>
        </a:bodyPr>
        <a:lstStyle/>
        <a:p>
          <a:pPr marL="0" lvl="0" indent="0" algn="l" defTabSz="933450">
            <a:lnSpc>
              <a:spcPct val="90000"/>
            </a:lnSpc>
            <a:spcBef>
              <a:spcPct val="0"/>
            </a:spcBef>
            <a:spcAft>
              <a:spcPct val="35000"/>
            </a:spcAft>
            <a:buNone/>
          </a:pPr>
          <a:r>
            <a:rPr kumimoji="1" lang="en-US" altLang="ja-JP" sz="2100" kern="1200" dirty="0"/>
            <a:t>SDR+GNU </a:t>
          </a:r>
          <a:r>
            <a:rPr kumimoji="1" lang="en-US" altLang="ja-JP" sz="2100" kern="1200" dirty="0" err="1"/>
            <a:t>Raido</a:t>
          </a:r>
          <a:r>
            <a:rPr kumimoji="1" lang="ja-JP" altLang="en-US" sz="2100" kern="1200" dirty="0"/>
            <a:t>連携</a:t>
          </a:r>
        </a:p>
        <a:p>
          <a:pPr marL="171450" lvl="1" indent="-171450" algn="l" defTabSz="711200">
            <a:lnSpc>
              <a:spcPct val="90000"/>
            </a:lnSpc>
            <a:spcBef>
              <a:spcPct val="0"/>
            </a:spcBef>
            <a:spcAft>
              <a:spcPct val="15000"/>
            </a:spcAft>
            <a:buChar char="•"/>
          </a:pPr>
          <a:r>
            <a:rPr kumimoji="1" lang="ja-JP" altLang="en-US" sz="1600" kern="1200" dirty="0"/>
            <a:t>次世代無線機の本命</a:t>
          </a:r>
        </a:p>
        <a:p>
          <a:pPr marL="342900" lvl="2" indent="-171450" algn="l" defTabSz="711200">
            <a:lnSpc>
              <a:spcPct val="90000"/>
            </a:lnSpc>
            <a:spcBef>
              <a:spcPct val="0"/>
            </a:spcBef>
            <a:spcAft>
              <a:spcPct val="15000"/>
            </a:spcAft>
            <a:buChar char="•"/>
          </a:pPr>
          <a:r>
            <a:rPr kumimoji="1" lang="ja-JP" altLang="en-US" sz="1600" kern="1200" dirty="0"/>
            <a:t>いろいろな変調方式</a:t>
          </a:r>
        </a:p>
        <a:p>
          <a:pPr marL="342900" lvl="2" indent="-171450" algn="l" defTabSz="711200">
            <a:lnSpc>
              <a:spcPct val="90000"/>
            </a:lnSpc>
            <a:spcBef>
              <a:spcPct val="0"/>
            </a:spcBef>
            <a:spcAft>
              <a:spcPct val="15000"/>
            </a:spcAft>
            <a:buChar char="•"/>
          </a:pPr>
          <a:r>
            <a:rPr kumimoji="1" lang="ja-JP" altLang="en-US" sz="1600" kern="1200" dirty="0"/>
            <a:t>データ処理</a:t>
          </a:r>
        </a:p>
      </dsp:txBody>
      <dsp:txXfrm>
        <a:off x="5890908" y="1771391"/>
        <a:ext cx="2600294" cy="1352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A6FA7B-4C94-452C-82E5-27490F4AC818}">
      <dsp:nvSpPr>
        <dsp:cNvPr id="0" name=""/>
        <dsp:cNvSpPr/>
      </dsp:nvSpPr>
      <dsp:spPr>
        <a:xfrm>
          <a:off x="1748030" y="141"/>
          <a:ext cx="1187871" cy="1187871"/>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kumimoji="1" lang="ja-JP" altLang="en-US" sz="1700" kern="1200" dirty="0"/>
            <a:t>スマホ対応</a:t>
          </a:r>
        </a:p>
      </dsp:txBody>
      <dsp:txXfrm>
        <a:off x="1921990" y="174101"/>
        <a:ext cx="839951" cy="839951"/>
      </dsp:txXfrm>
    </dsp:sp>
    <dsp:sp modelId="{EA93361E-5BE1-4760-8557-A20308BDAEFE}">
      <dsp:nvSpPr>
        <dsp:cNvPr id="0" name=""/>
        <dsp:cNvSpPr/>
      </dsp:nvSpPr>
      <dsp:spPr>
        <a:xfrm>
          <a:off x="1997484" y="1284468"/>
          <a:ext cx="688965" cy="688965"/>
        </a:xfrm>
        <a:prstGeom prst="mathPlus">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p>
      </dsp:txBody>
      <dsp:txXfrm>
        <a:off x="2088806" y="1547928"/>
        <a:ext cx="506321" cy="162045"/>
      </dsp:txXfrm>
    </dsp:sp>
    <dsp:sp modelId="{E5A1A8D3-0649-42DA-BAD7-A11D1816AFDB}">
      <dsp:nvSpPr>
        <dsp:cNvPr id="0" name=""/>
        <dsp:cNvSpPr/>
      </dsp:nvSpPr>
      <dsp:spPr>
        <a:xfrm>
          <a:off x="1748030" y="2069889"/>
          <a:ext cx="1187871" cy="1187871"/>
        </a:xfrm>
        <a:prstGeom prst="ellipse">
          <a:avLst/>
        </a:prstGeom>
        <a:solidFill>
          <a:schemeClr val="accent5">
            <a:hueOff val="-3311292"/>
            <a:satOff val="13270"/>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kumimoji="1" lang="en-US" altLang="ja-JP" sz="1700" kern="1200" dirty="0"/>
            <a:t>SDR</a:t>
          </a:r>
          <a:r>
            <a:rPr kumimoji="1" lang="ja-JP" altLang="en-US" sz="1700" kern="1200" dirty="0"/>
            <a:t>　　対応</a:t>
          </a:r>
        </a:p>
      </dsp:txBody>
      <dsp:txXfrm>
        <a:off x="1921990" y="2243849"/>
        <a:ext cx="839951" cy="839951"/>
      </dsp:txXfrm>
    </dsp:sp>
    <dsp:sp modelId="{2EB59012-9FA0-4785-953D-3F6273CA4870}">
      <dsp:nvSpPr>
        <dsp:cNvPr id="0" name=""/>
        <dsp:cNvSpPr/>
      </dsp:nvSpPr>
      <dsp:spPr>
        <a:xfrm>
          <a:off x="1997484" y="3354216"/>
          <a:ext cx="688965" cy="688965"/>
        </a:xfrm>
        <a:prstGeom prst="mathPlus">
          <a:avLst/>
        </a:prstGeom>
        <a:solidFill>
          <a:schemeClr val="accent5">
            <a:hueOff val="-4966938"/>
            <a:satOff val="19906"/>
            <a:lumOff val="431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p>
      </dsp:txBody>
      <dsp:txXfrm>
        <a:off x="2088806" y="3617676"/>
        <a:ext cx="506321" cy="162045"/>
      </dsp:txXfrm>
    </dsp:sp>
    <dsp:sp modelId="{996256A5-0C67-43DC-BF01-36CE28C3A5A3}">
      <dsp:nvSpPr>
        <dsp:cNvPr id="0" name=""/>
        <dsp:cNvSpPr/>
      </dsp:nvSpPr>
      <dsp:spPr>
        <a:xfrm>
          <a:off x="1748030" y="4139636"/>
          <a:ext cx="1187871" cy="1187871"/>
        </a:xfrm>
        <a:prstGeom prst="ellipse">
          <a:avLst/>
        </a:prstGeom>
        <a:solidFill>
          <a:schemeClr val="accent5">
            <a:hueOff val="-6622584"/>
            <a:satOff val="26541"/>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kumimoji="1" lang="ja-JP" altLang="en-US" sz="1700" kern="1200" dirty="0"/>
            <a:t>分散データ　受信</a:t>
          </a:r>
        </a:p>
      </dsp:txBody>
      <dsp:txXfrm>
        <a:off x="1921990" y="4313596"/>
        <a:ext cx="839951" cy="839951"/>
      </dsp:txXfrm>
    </dsp:sp>
    <dsp:sp modelId="{083D82C9-F943-4DF0-A7BC-094F7665009E}">
      <dsp:nvSpPr>
        <dsp:cNvPr id="0" name=""/>
        <dsp:cNvSpPr/>
      </dsp:nvSpPr>
      <dsp:spPr>
        <a:xfrm>
          <a:off x="3114083" y="2442880"/>
          <a:ext cx="377743" cy="441888"/>
        </a:xfrm>
        <a:prstGeom prst="rightArrow">
          <a:avLst>
            <a:gd name="adj1" fmla="val 60000"/>
            <a:gd name="adj2" fmla="val 50000"/>
          </a:avLst>
        </a:prstGeom>
        <a:solidFill>
          <a:schemeClr val="accent5">
            <a:hueOff val="-9933876"/>
            <a:satOff val="39811"/>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kumimoji="1" lang="ja-JP" altLang="en-US" sz="1400" kern="1200"/>
        </a:p>
      </dsp:txBody>
      <dsp:txXfrm>
        <a:off x="3114083" y="2531258"/>
        <a:ext cx="264420" cy="265132"/>
      </dsp:txXfrm>
    </dsp:sp>
    <dsp:sp modelId="{59A6E163-CA49-4967-9BE2-ECCD367E47C1}">
      <dsp:nvSpPr>
        <dsp:cNvPr id="0" name=""/>
        <dsp:cNvSpPr/>
      </dsp:nvSpPr>
      <dsp:spPr>
        <a:xfrm>
          <a:off x="3648625" y="1475953"/>
          <a:ext cx="2375743" cy="2375743"/>
        </a:xfrm>
        <a:prstGeom prst="ellipse">
          <a:avLst/>
        </a:prstGeom>
        <a:solidFill>
          <a:schemeClr val="accent5">
            <a:hueOff val="-9933876"/>
            <a:satOff val="39811"/>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kumimoji="1" lang="ja-JP" altLang="en-US" sz="3500" kern="1200" dirty="0"/>
            <a:t>次世代衛星　地上局</a:t>
          </a:r>
        </a:p>
      </dsp:txBody>
      <dsp:txXfrm>
        <a:off x="3996545" y="1823873"/>
        <a:ext cx="1679903" cy="16799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BB2B48-CA7C-4B37-A512-32E3C9C481FE}">
      <dsp:nvSpPr>
        <dsp:cNvPr id="0" name=""/>
        <dsp:cNvSpPr/>
      </dsp:nvSpPr>
      <dsp:spPr>
        <a:xfrm rot="5400000">
          <a:off x="3984059" y="-1502910"/>
          <a:ext cx="949798" cy="4196667"/>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600200">
            <a:lnSpc>
              <a:spcPct val="90000"/>
            </a:lnSpc>
            <a:spcBef>
              <a:spcPct val="0"/>
            </a:spcBef>
            <a:spcAft>
              <a:spcPct val="15000"/>
            </a:spcAft>
            <a:buChar char="•"/>
          </a:pPr>
          <a:r>
            <a:rPr kumimoji="1" lang="en-US" altLang="ja-JP" sz="3600" kern="1200" dirty="0"/>
            <a:t>DTN</a:t>
          </a:r>
          <a:r>
            <a:rPr kumimoji="1" lang="ja-JP" altLang="en-US" sz="3600" kern="1200" dirty="0"/>
            <a:t>プロトコル</a:t>
          </a:r>
        </a:p>
      </dsp:txBody>
      <dsp:txXfrm rot="-5400000">
        <a:off x="2360625" y="166889"/>
        <a:ext cx="4150302" cy="857068"/>
      </dsp:txXfrm>
    </dsp:sp>
    <dsp:sp modelId="{1CDA1FE6-F417-4062-8186-3038D8EDA4FF}">
      <dsp:nvSpPr>
        <dsp:cNvPr id="0" name=""/>
        <dsp:cNvSpPr/>
      </dsp:nvSpPr>
      <dsp:spPr>
        <a:xfrm>
          <a:off x="0" y="1798"/>
          <a:ext cx="2360625" cy="1187248"/>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kumimoji="1" lang="ja-JP" altLang="en-US" sz="2000" b="1" kern="1200"/>
            <a:t>トランスポート層</a:t>
          </a:r>
          <a:endParaRPr kumimoji="1" lang="ja-JP" altLang="en-US" sz="2000" b="1" kern="1200" dirty="0"/>
        </a:p>
      </dsp:txBody>
      <dsp:txXfrm>
        <a:off x="57957" y="59755"/>
        <a:ext cx="2244711" cy="1071334"/>
      </dsp:txXfrm>
    </dsp:sp>
    <dsp:sp modelId="{DFFEE55B-3402-4E00-A58B-06DBFEC7C884}">
      <dsp:nvSpPr>
        <dsp:cNvPr id="0" name=""/>
        <dsp:cNvSpPr/>
      </dsp:nvSpPr>
      <dsp:spPr>
        <a:xfrm rot="5400000">
          <a:off x="3984059" y="-256300"/>
          <a:ext cx="949798" cy="4196667"/>
        </a:xfrm>
        <a:prstGeom prst="round2SameRect">
          <a:avLst/>
        </a:prstGeom>
        <a:solidFill>
          <a:schemeClr val="accent5">
            <a:tint val="40000"/>
            <a:alpha val="90000"/>
            <a:hueOff val="-5370241"/>
            <a:satOff val="24126"/>
            <a:lumOff val="1658"/>
            <a:alphaOff val="0"/>
          </a:schemeClr>
        </a:solidFill>
        <a:ln w="12700" cap="flat" cmpd="sng" algn="ctr">
          <a:solidFill>
            <a:schemeClr val="accent5">
              <a:tint val="40000"/>
              <a:alpha val="90000"/>
              <a:hueOff val="-5370241"/>
              <a:satOff val="24126"/>
              <a:lumOff val="165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1066800">
            <a:lnSpc>
              <a:spcPct val="90000"/>
            </a:lnSpc>
            <a:spcBef>
              <a:spcPct val="0"/>
            </a:spcBef>
            <a:spcAft>
              <a:spcPct val="15000"/>
            </a:spcAft>
            <a:buChar char="•"/>
          </a:pPr>
          <a:r>
            <a:rPr kumimoji="1" lang="en-US" altLang="ja-JP" sz="2400" kern="1200" dirty="0"/>
            <a:t>AX.25</a:t>
          </a:r>
          <a:r>
            <a:rPr kumimoji="1" lang="ja-JP" altLang="en-US" sz="2400" kern="1200" dirty="0"/>
            <a:t> コネクションレスモード</a:t>
          </a:r>
        </a:p>
      </dsp:txBody>
      <dsp:txXfrm rot="-5400000">
        <a:off x="2360625" y="1413499"/>
        <a:ext cx="4150302" cy="857068"/>
      </dsp:txXfrm>
    </dsp:sp>
    <dsp:sp modelId="{4B320AAF-D7C2-4AF7-B8B8-4A6A334839A8}">
      <dsp:nvSpPr>
        <dsp:cNvPr id="0" name=""/>
        <dsp:cNvSpPr/>
      </dsp:nvSpPr>
      <dsp:spPr>
        <a:xfrm>
          <a:off x="0" y="1248409"/>
          <a:ext cx="2360625" cy="1187248"/>
        </a:xfrm>
        <a:prstGeom prst="roundRect">
          <a:avLst/>
        </a:prstGeom>
        <a:solidFill>
          <a:schemeClr val="accent5">
            <a:hueOff val="-4966938"/>
            <a:satOff val="19906"/>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kumimoji="1" lang="ja-JP" altLang="en-US" sz="2000" b="1" kern="1200"/>
            <a:t>ネットワーク層</a:t>
          </a:r>
          <a:endParaRPr kumimoji="1" lang="ja-JP" altLang="en-US" sz="2000" b="1" kern="1200" dirty="0"/>
        </a:p>
      </dsp:txBody>
      <dsp:txXfrm>
        <a:off x="57957" y="1306366"/>
        <a:ext cx="2244711" cy="1071334"/>
      </dsp:txXfrm>
    </dsp:sp>
    <dsp:sp modelId="{4E3D93FA-97B8-4019-9F33-C939A035FF85}">
      <dsp:nvSpPr>
        <dsp:cNvPr id="0" name=""/>
        <dsp:cNvSpPr/>
      </dsp:nvSpPr>
      <dsp:spPr>
        <a:xfrm rot="5400000">
          <a:off x="3984059" y="990310"/>
          <a:ext cx="949798" cy="4196667"/>
        </a:xfrm>
        <a:prstGeom prst="round2SameRect">
          <a:avLst/>
        </a:prstGeom>
        <a:solidFill>
          <a:schemeClr val="accent5">
            <a:tint val="40000"/>
            <a:alpha val="90000"/>
            <a:hueOff val="-10740482"/>
            <a:satOff val="48253"/>
            <a:lumOff val="3317"/>
            <a:alphaOff val="0"/>
          </a:schemeClr>
        </a:solidFill>
        <a:ln w="12700" cap="flat" cmpd="sng" algn="ctr">
          <a:solidFill>
            <a:schemeClr val="accent5">
              <a:tint val="40000"/>
              <a:alpha val="90000"/>
              <a:hueOff val="-10740482"/>
              <a:satOff val="48253"/>
              <a:lumOff val="331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600200">
            <a:lnSpc>
              <a:spcPct val="90000"/>
            </a:lnSpc>
            <a:spcBef>
              <a:spcPct val="0"/>
            </a:spcBef>
            <a:spcAft>
              <a:spcPct val="15000"/>
            </a:spcAft>
            <a:buChar char="•"/>
          </a:pPr>
          <a:r>
            <a:rPr kumimoji="1" lang="en-US" altLang="ja-JP" sz="3600" kern="1200" dirty="0"/>
            <a:t>AX.25</a:t>
          </a:r>
          <a:endParaRPr kumimoji="1" lang="ja-JP" altLang="en-US" sz="4400" kern="1200" dirty="0"/>
        </a:p>
      </dsp:txBody>
      <dsp:txXfrm rot="-5400000">
        <a:off x="2360625" y="2660110"/>
        <a:ext cx="4150302" cy="857068"/>
      </dsp:txXfrm>
    </dsp:sp>
    <dsp:sp modelId="{0F7B8E07-5157-4B72-A0A5-329E12E0B64A}">
      <dsp:nvSpPr>
        <dsp:cNvPr id="0" name=""/>
        <dsp:cNvSpPr/>
      </dsp:nvSpPr>
      <dsp:spPr>
        <a:xfrm>
          <a:off x="0" y="2495019"/>
          <a:ext cx="2360625" cy="1187248"/>
        </a:xfrm>
        <a:prstGeom prst="roundRect">
          <a:avLst/>
        </a:prstGeom>
        <a:solidFill>
          <a:schemeClr val="accent5">
            <a:hueOff val="-9933876"/>
            <a:satOff val="39811"/>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kumimoji="1" lang="ja-JP" altLang="en-US" sz="2400" b="1" kern="1200"/>
            <a:t>リンク層</a:t>
          </a:r>
          <a:endParaRPr kumimoji="1" lang="ja-JP" altLang="en-US" sz="2400" b="1" kern="1200" dirty="0"/>
        </a:p>
      </dsp:txBody>
      <dsp:txXfrm>
        <a:off x="57957" y="2552976"/>
        <a:ext cx="2244711" cy="107133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1026"/>
          <p:cNvSpPr>
            <a:spLocks noGrp="1" noChangeArrowheads="1"/>
          </p:cNvSpPr>
          <p:nvPr>
            <p:ph type="hdr" sz="quarter"/>
          </p:nvPr>
        </p:nvSpPr>
        <p:spPr bwMode="auto">
          <a:xfrm>
            <a:off x="0"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ja-JP"/>
          </a:p>
        </p:txBody>
      </p:sp>
      <p:sp>
        <p:nvSpPr>
          <p:cNvPr id="11267" name="Rectangle 1027"/>
          <p:cNvSpPr>
            <a:spLocks noGrp="1" noChangeArrowheads="1"/>
          </p:cNvSpPr>
          <p:nvPr>
            <p:ph type="dt" idx="1"/>
          </p:nvPr>
        </p:nvSpPr>
        <p:spPr bwMode="auto">
          <a:xfrm>
            <a:off x="3854450"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ja-JP"/>
          </a:p>
        </p:txBody>
      </p:sp>
      <p:sp>
        <p:nvSpPr>
          <p:cNvPr id="11268" name="Rectangle 1028"/>
          <p:cNvSpPr>
            <a:spLocks noGrp="1" noRot="1" noChangeAspect="1" noChangeArrowheads="1" noTextEdit="1"/>
          </p:cNvSpPr>
          <p:nvPr>
            <p:ph type="sldImg" idx="2"/>
          </p:nvPr>
        </p:nvSpPr>
        <p:spPr bwMode="auto">
          <a:xfrm>
            <a:off x="920750" y="746125"/>
            <a:ext cx="4967288" cy="3725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1029"/>
          <p:cNvSpPr>
            <a:spLocks noGrp="1" noChangeArrowheads="1"/>
          </p:cNvSpPr>
          <p:nvPr>
            <p:ph type="body" sz="quarter" idx="3"/>
          </p:nvPr>
        </p:nvSpPr>
        <p:spPr bwMode="auto">
          <a:xfrm>
            <a:off x="681038" y="4721225"/>
            <a:ext cx="5443537" cy="447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1270" name="Rectangle 1030"/>
          <p:cNvSpPr>
            <a:spLocks noGrp="1" noChangeArrowheads="1"/>
          </p:cNvSpPr>
          <p:nvPr>
            <p:ph type="ftr" sz="quarter" idx="4"/>
          </p:nvPr>
        </p:nvSpPr>
        <p:spPr bwMode="auto">
          <a:xfrm>
            <a:off x="0"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ja-JP"/>
          </a:p>
        </p:txBody>
      </p:sp>
      <p:sp>
        <p:nvSpPr>
          <p:cNvPr id="11271" name="Rectangle 1031"/>
          <p:cNvSpPr>
            <a:spLocks noGrp="1" noChangeArrowheads="1"/>
          </p:cNvSpPr>
          <p:nvPr>
            <p:ph type="sldNum" sz="quarter" idx="5"/>
          </p:nvPr>
        </p:nvSpPr>
        <p:spPr bwMode="auto">
          <a:xfrm>
            <a:off x="3854450"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F58D74A-EAF7-44C6-A78A-BB351387D3C2}"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28E18994-DA79-4DA1-8850-F3A33A060366}" type="slidenum">
              <a:rPr lang="en-US" altLang="ja-JP"/>
              <a:pPr/>
              <a:t>1</a:t>
            </a:fld>
            <a:endParaRPr lang="en-US" altLang="ja-JP"/>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p:txBody>
          <a:bodyPr/>
          <a:lstStyle/>
          <a:p>
            <a:endParaRPr lang="ja-JP" altLang="ja-JP"/>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3" name="Rectangle 3"/>
          <p:cNvSpPr>
            <a:spLocks noGrp="1" noChangeArrowheads="1"/>
          </p:cNvSpPr>
          <p:nvPr>
            <p:ph type="ctrTitle"/>
          </p:nvPr>
        </p:nvSpPr>
        <p:spPr>
          <a:xfrm>
            <a:off x="533400" y="1196975"/>
            <a:ext cx="7772400" cy="1470025"/>
          </a:xfrm>
        </p:spPr>
        <p:txBody>
          <a:bodyPr/>
          <a:lstStyle>
            <a:lvl1pPr>
              <a:defRPr/>
            </a:lvl1pPr>
          </a:lstStyle>
          <a:p>
            <a:pPr lvl="0"/>
            <a:r>
              <a:rPr lang="ja-JP" altLang="en-US" noProof="0"/>
              <a:t>マスター タイトルの書式設定</a:t>
            </a:r>
          </a:p>
        </p:txBody>
      </p:sp>
      <p:sp>
        <p:nvSpPr>
          <p:cNvPr id="10244" name="Rectangle 4"/>
          <p:cNvSpPr>
            <a:spLocks noGrp="1" noChangeArrowheads="1"/>
          </p:cNvSpPr>
          <p:nvPr>
            <p:ph type="subTitle" idx="1"/>
          </p:nvPr>
        </p:nvSpPr>
        <p:spPr>
          <a:xfrm>
            <a:off x="533400" y="2924175"/>
            <a:ext cx="4105275" cy="1752600"/>
          </a:xfrm>
        </p:spPr>
        <p:txBody>
          <a:bodyPr/>
          <a:lstStyle>
            <a:lvl1pPr marL="0" indent="0">
              <a:buFont typeface="Times" panose="02020603050405020304" pitchFamily="18" charset="0"/>
              <a:buNone/>
              <a:defRPr sz="2400"/>
            </a:lvl1pPr>
          </a:lstStyle>
          <a:p>
            <a:pPr lvl="0"/>
            <a:r>
              <a:rPr lang="ja-JP" altLang="en-US" noProof="0"/>
              <a:t>マスター サブタイトルの書式設定</a:t>
            </a:r>
          </a:p>
        </p:txBody>
      </p:sp>
      <p:sp>
        <p:nvSpPr>
          <p:cNvPr id="10245" name="Rectangle 5"/>
          <p:cNvSpPr>
            <a:spLocks noGrp="1" noChangeArrowheads="1"/>
          </p:cNvSpPr>
          <p:nvPr>
            <p:ph type="dt" sz="half" idx="2"/>
          </p:nvPr>
        </p:nvSpPr>
        <p:spPr bwMode="auto">
          <a:xfrm>
            <a:off x="3563938" y="6589713"/>
            <a:ext cx="1090612" cy="2682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900">
                <a:latin typeface="+mn-lt"/>
              </a:defRPr>
            </a:lvl1pPr>
          </a:lstStyle>
          <a:p>
            <a:endParaRPr lang="en-US" altLang="ja-JP"/>
          </a:p>
        </p:txBody>
      </p:sp>
      <p:sp>
        <p:nvSpPr>
          <p:cNvPr id="10246" name="Rectangle 6"/>
          <p:cNvSpPr>
            <a:spLocks noGrp="1" noChangeArrowheads="1"/>
          </p:cNvSpPr>
          <p:nvPr>
            <p:ph type="ftr" sz="quarter" idx="3"/>
          </p:nvPr>
        </p:nvSpPr>
        <p:spPr bwMode="auto">
          <a:xfrm>
            <a:off x="4643438" y="6596063"/>
            <a:ext cx="4033837" cy="2889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000">
                <a:latin typeface="+mn-lt"/>
              </a:defRPr>
            </a:lvl1pPr>
          </a:lstStyle>
          <a:p>
            <a:r>
              <a:rPr lang="en-US" altLang="ja-JP" dirty="0"/>
              <a:t>©</a:t>
            </a:r>
            <a:r>
              <a:rPr lang="en-US" altLang="ja-JP" dirty="0" err="1"/>
              <a:t>SIProp</a:t>
            </a:r>
            <a:r>
              <a:rPr lang="en-US" altLang="ja-JP" dirty="0"/>
              <a:t> Project, 2006-2017</a:t>
            </a:r>
          </a:p>
        </p:txBody>
      </p:sp>
      <p:sp>
        <p:nvSpPr>
          <p:cNvPr id="10247" name="Rectangle 7"/>
          <p:cNvSpPr>
            <a:spLocks noGrp="1" noChangeArrowheads="1"/>
          </p:cNvSpPr>
          <p:nvPr>
            <p:ph type="sldNum" sz="quarter" idx="4"/>
          </p:nvPr>
        </p:nvSpPr>
        <p:spPr bwMode="auto">
          <a:xfrm>
            <a:off x="8701088" y="6578600"/>
            <a:ext cx="442912" cy="279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000">
                <a:latin typeface="+mn-lt"/>
              </a:defRPr>
            </a:lvl1pPr>
          </a:lstStyle>
          <a:p>
            <a:fld id="{176E8207-5532-44D7-850C-17E3892F72CD}" type="slidenum">
              <a:rPr lang="en-US" altLang="ja-JP"/>
              <a:pPr/>
              <a:t>‹#›</a:t>
            </a:fld>
            <a:endParaRPr lang="en-US" altLang="ja-JP"/>
          </a:p>
        </p:txBody>
      </p:sp>
      <p:sp>
        <p:nvSpPr>
          <p:cNvPr id="10249" name="Rectangle 9"/>
          <p:cNvSpPr>
            <a:spLocks noChangeArrowheads="1"/>
          </p:cNvSpPr>
          <p:nvPr/>
        </p:nvSpPr>
        <p:spPr bwMode="auto">
          <a:xfrm>
            <a:off x="0" y="2743200"/>
            <a:ext cx="9144000" cy="71438"/>
          </a:xfrm>
          <a:prstGeom prst="rect">
            <a:avLst/>
          </a:prstGeom>
          <a:gradFill rotWithShape="0">
            <a:gsLst>
              <a:gs pos="0">
                <a:schemeClr val="bg2"/>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pic>
        <p:nvPicPr>
          <p:cNvPr id="10255" name="Picture 15" descr="siprop-b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81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56" name="Picture 16" descr="siprop-whi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 y="2844800"/>
            <a:ext cx="349250" cy="1169988"/>
          </a:xfrm>
          <a:prstGeom prst="rect">
            <a:avLst/>
          </a:prstGeom>
          <a:noFill/>
          <a:extLst>
            <a:ext uri="{909E8E84-426E-40DD-AFC4-6F175D3DCCD1}">
              <a14:hiddenFill xmlns:a14="http://schemas.microsoft.com/office/drawing/2010/main">
                <a:solidFill>
                  <a:srgbClr val="FFFFFF"/>
                </a:solidFill>
              </a14:hiddenFill>
            </a:ext>
          </a:extLst>
        </p:spPr>
      </p:pic>
      <p:pic>
        <p:nvPicPr>
          <p:cNvPr id="10257" name="Picture 17" descr="siprop-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343400"/>
            <a:ext cx="3622675" cy="20970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449756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23888" y="1709738"/>
            <a:ext cx="7886700" cy="2852737"/>
          </a:xfrm>
        </p:spPr>
        <p:txBody>
          <a:bodyPr anchor="b"/>
          <a:lstStyle>
            <a:lvl1pPr>
              <a:defRPr sz="6000"/>
            </a:lvl1pPr>
          </a:lstStyle>
          <a:p>
            <a:r>
              <a:rPr lang="ja-JP" altLang="en-US"/>
              <a:t>マスター タイトルの書式設定</a:t>
            </a:r>
          </a:p>
        </p:txBody>
      </p:sp>
      <p:sp>
        <p:nvSpPr>
          <p:cNvPr id="3" name="テキスト プレースホルダー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ja-JP" altLang="en-US"/>
              <a:t>マスター テキストの書式設定</a:t>
            </a:r>
          </a:p>
        </p:txBody>
      </p:sp>
    </p:spTree>
    <p:extLst>
      <p:ext uri="{BB962C8B-B14F-4D97-AF65-F5344CB8AC3E}">
        <p14:creationId xmlns:p14="http://schemas.microsoft.com/office/powerpoint/2010/main" val="243866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838200" y="1125538"/>
            <a:ext cx="3810000" cy="532765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4800600" y="1125538"/>
            <a:ext cx="3810000" cy="532765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227366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30238" y="365125"/>
            <a:ext cx="7886700" cy="1325563"/>
          </a:xfrm>
        </p:spPr>
        <p:txBody>
          <a:bodyPr/>
          <a:lstStyle/>
          <a:p>
            <a:r>
              <a:rPr lang="ja-JP" altLang="en-US"/>
              <a:t>マスター タイトルの書式設定</a:t>
            </a:r>
          </a:p>
        </p:txBody>
      </p:sp>
      <p:sp>
        <p:nvSpPr>
          <p:cNvPr id="3" name="テキスト プレースホルダー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30238" y="2505075"/>
            <a:ext cx="386873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4629150" y="2505075"/>
            <a:ext cx="38877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159993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Tree>
    <p:extLst>
      <p:ext uri="{BB962C8B-B14F-4D97-AF65-F5344CB8AC3E}">
        <p14:creationId xmlns:p14="http://schemas.microsoft.com/office/powerpoint/2010/main" val="14053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6156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30238" y="457200"/>
            <a:ext cx="2949575" cy="1600200"/>
          </a:xfrm>
        </p:spPr>
        <p:txBody>
          <a:bodyPr anchor="b"/>
          <a:lstStyle>
            <a:lvl1pPr>
              <a:defRPr sz="3200"/>
            </a:lvl1pPr>
          </a:lstStyle>
          <a:p>
            <a:r>
              <a:rPr lang="ja-JP" altLang="en-US"/>
              <a:t>マスター タイトルの書式設定</a:t>
            </a:r>
          </a:p>
        </p:txBody>
      </p:sp>
      <p:sp>
        <p:nvSpPr>
          <p:cNvPr id="3" name="コンテンツ プレースホルダー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62139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30238" y="457200"/>
            <a:ext cx="2949575" cy="1600200"/>
          </a:xfrm>
        </p:spPr>
        <p:txBody>
          <a:bodyPr anchor="b"/>
          <a:lstStyle>
            <a:lvl1pPr>
              <a:defRPr sz="3200"/>
            </a:lvl1pPr>
          </a:lstStyle>
          <a:p>
            <a:r>
              <a:rPr lang="ja-JP" altLang="en-US"/>
              <a:t>マスター タイトルの書式設定</a:t>
            </a:r>
          </a:p>
        </p:txBody>
      </p:sp>
      <p:sp>
        <p:nvSpPr>
          <p:cNvPr id="3" name="図プレースホルダー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p>
        </p:txBody>
      </p:sp>
      <p:sp>
        <p:nvSpPr>
          <p:cNvPr id="4" name="テキスト プレースホルダー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221668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373877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67500" y="0"/>
            <a:ext cx="1943100" cy="6453188"/>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836613" y="0"/>
            <a:ext cx="5678487" cy="645318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339506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image" Target="../media/image7.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2" name="Rectangle 18"/>
          <p:cNvSpPr>
            <a:spLocks noChangeArrowheads="1"/>
          </p:cNvSpPr>
          <p:nvPr/>
        </p:nvSpPr>
        <p:spPr bwMode="auto">
          <a:xfrm>
            <a:off x="0" y="838200"/>
            <a:ext cx="9144000" cy="71438"/>
          </a:xfrm>
          <a:prstGeom prst="rect">
            <a:avLst/>
          </a:prstGeom>
          <a:gradFill rotWithShape="0">
            <a:gsLst>
              <a:gs pos="0">
                <a:schemeClr val="bg2"/>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026" name="Rectangle 2"/>
          <p:cNvSpPr>
            <a:spLocks noGrp="1" noChangeArrowheads="1"/>
          </p:cNvSpPr>
          <p:nvPr>
            <p:ph type="title"/>
          </p:nvPr>
        </p:nvSpPr>
        <p:spPr bwMode="auto">
          <a:xfrm>
            <a:off x="836613" y="0"/>
            <a:ext cx="7772400" cy="908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838200" y="1125538"/>
            <a:ext cx="7772400" cy="5327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35" name="Rectangle 11"/>
          <p:cNvSpPr>
            <a:spLocks noChangeArrowheads="1"/>
          </p:cNvSpPr>
          <p:nvPr/>
        </p:nvSpPr>
        <p:spPr bwMode="auto">
          <a:xfrm>
            <a:off x="3563938" y="6589713"/>
            <a:ext cx="1090612" cy="268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endParaRPr lang="en-US" altLang="ja-JP" sz="900">
              <a:latin typeface="ＭＳ Ｐゴシック" panose="020B0600070205080204" pitchFamily="50" charset="-128"/>
            </a:endParaRPr>
          </a:p>
        </p:txBody>
      </p:sp>
      <p:sp>
        <p:nvSpPr>
          <p:cNvPr id="1036" name="Rectangle 12"/>
          <p:cNvSpPr>
            <a:spLocks noChangeArrowheads="1"/>
          </p:cNvSpPr>
          <p:nvPr/>
        </p:nvSpPr>
        <p:spPr bwMode="auto">
          <a:xfrm>
            <a:off x="4643438" y="6596063"/>
            <a:ext cx="4033837" cy="288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r"/>
            <a:r>
              <a:rPr lang="en-US" altLang="ja-JP" sz="1000" dirty="0">
                <a:latin typeface="ＭＳ Ｐゴシック" panose="020B0600070205080204" pitchFamily="50" charset="-128"/>
              </a:rPr>
              <a:t>©</a:t>
            </a:r>
            <a:r>
              <a:rPr lang="en-US" altLang="ja-JP" sz="1000" dirty="0" err="1">
                <a:latin typeface="ＭＳ Ｐゴシック" panose="020B0600070205080204" pitchFamily="50" charset="-128"/>
              </a:rPr>
              <a:t>SIProp</a:t>
            </a:r>
            <a:r>
              <a:rPr lang="en-US" altLang="ja-JP" sz="1000" dirty="0">
                <a:latin typeface="ＭＳ Ｐゴシック" panose="020B0600070205080204" pitchFamily="50" charset="-128"/>
              </a:rPr>
              <a:t> Project, 2006-2017</a:t>
            </a:r>
          </a:p>
        </p:txBody>
      </p:sp>
      <p:sp>
        <p:nvSpPr>
          <p:cNvPr id="1037" name="Rectangle 13"/>
          <p:cNvSpPr>
            <a:spLocks noChangeArrowheads="1"/>
          </p:cNvSpPr>
          <p:nvPr/>
        </p:nvSpPr>
        <p:spPr bwMode="auto">
          <a:xfrm>
            <a:off x="8701088" y="6578600"/>
            <a:ext cx="442912" cy="27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r"/>
            <a:fld id="{29BA83E5-E1F8-4721-B851-4203BEE23CBB}" type="slidenum">
              <a:rPr lang="en-US" altLang="ja-JP" sz="1000">
                <a:latin typeface="ＭＳ Ｐゴシック" panose="020B0600070205080204" pitchFamily="50" charset="-128"/>
              </a:rPr>
              <a:pPr algn="r"/>
              <a:t>‹#›</a:t>
            </a:fld>
            <a:endParaRPr lang="en-US" altLang="ja-JP" sz="1000">
              <a:latin typeface="ＭＳ Ｐゴシック" panose="020B0600070205080204" pitchFamily="50" charset="-128"/>
            </a:endParaRPr>
          </a:p>
        </p:txBody>
      </p:sp>
      <p:pic>
        <p:nvPicPr>
          <p:cNvPr id="1044" name="Picture 20" descr="siprop-ba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381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descr="siprop-log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89863" y="0"/>
            <a:ext cx="1354137" cy="784225"/>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siprop-whit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750" y="2844800"/>
            <a:ext cx="349250" cy="1169988"/>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kumimoji="1" sz="3600" kern="1200">
          <a:solidFill>
            <a:schemeClr val="tx2"/>
          </a:solidFill>
          <a:latin typeface="+mj-lt"/>
          <a:ea typeface="+mj-ea"/>
          <a:cs typeface="+mj-cs"/>
        </a:defRPr>
      </a:lvl1pPr>
      <a:lvl2pPr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2pPr>
      <a:lvl3pPr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3pPr>
      <a:lvl4pPr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4pPr>
      <a:lvl5pPr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5pPr>
      <a:lvl6pPr marL="457200"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6pPr>
      <a:lvl7pPr marL="914400"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7pPr>
      <a:lvl8pPr marL="1371600"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8pPr>
      <a:lvl9pPr marL="1828800"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9pPr>
    </p:titleStyle>
    <p:bodyStyle>
      <a:lvl1pPr marL="342900" indent="-342900" algn="l" rtl="0" eaLnBrk="1" fontAlgn="base" hangingPunct="1">
        <a:spcBef>
          <a:spcPct val="20000"/>
        </a:spcBef>
        <a:spcAft>
          <a:spcPct val="0"/>
        </a:spcAft>
        <a:buFont typeface="Times" panose="02020603050405020304" pitchFamily="18" charset="0"/>
        <a:buBlip>
          <a:blip r:embed="rId16"/>
        </a:buBlip>
        <a:defRPr kumimoji="1" sz="2800" kern="1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17"/>
        </a:buBlip>
        <a:defRPr kumimoji="1" sz="2400" kern="1200">
          <a:solidFill>
            <a:schemeClr val="tx1"/>
          </a:solidFill>
          <a:latin typeface="+mn-lt"/>
          <a:ea typeface="+mn-ea"/>
          <a:cs typeface="+mn-cs"/>
        </a:defRPr>
      </a:lvl2pPr>
      <a:lvl3pPr marL="1143000" indent="-228600" algn="l" rtl="0" eaLnBrk="1" fontAlgn="base" hangingPunct="1">
        <a:spcBef>
          <a:spcPct val="20000"/>
        </a:spcBef>
        <a:spcAft>
          <a:spcPct val="0"/>
        </a:spcAft>
        <a:buBlip>
          <a:blip r:embed="rId18"/>
        </a:buBlip>
        <a:defRPr kumimoji="1" sz="2000" kern="1200">
          <a:solidFill>
            <a:schemeClr val="tx1"/>
          </a:solidFill>
          <a:latin typeface="+mn-lt"/>
          <a:ea typeface="+mn-ea"/>
          <a:cs typeface="+mn-cs"/>
        </a:defRPr>
      </a:lvl3pPr>
      <a:lvl4pPr marL="1600200" indent="-228600" algn="l" rtl="0" eaLnBrk="1" fontAlgn="base" hangingPunct="1">
        <a:spcBef>
          <a:spcPct val="20000"/>
        </a:spcBef>
        <a:spcAft>
          <a:spcPct val="0"/>
        </a:spcAft>
        <a:buBlip>
          <a:blip r:embed="rId19"/>
        </a:buBlip>
        <a:defRPr kumimoji="1" kern="1200">
          <a:solidFill>
            <a:schemeClr val="tx1"/>
          </a:solidFill>
          <a:latin typeface="+mn-lt"/>
          <a:ea typeface="+mn-ea"/>
          <a:cs typeface="+mn-cs"/>
        </a:defRPr>
      </a:lvl4pPr>
      <a:lvl5pPr marL="2057400" indent="-228600" algn="l" rtl="0" eaLnBrk="1" fontAlgn="base" hangingPunct="1">
        <a:spcBef>
          <a:spcPct val="20000"/>
        </a:spcBef>
        <a:spcAft>
          <a:spcPct val="0"/>
        </a:spcAft>
        <a:buBlip>
          <a:blip r:embed="rId20"/>
        </a:buBlip>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noritsuna@siprop.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jarl.org/Japanese/3_Fuji/teleme/tlmindex.htm"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8.jpeg"/><Relationship Id="rId7" Type="http://schemas.openxmlformats.org/officeDocument/2006/relationships/image" Target="../media/image7.png"/><Relationship Id="rId2" Type="http://schemas.openxmlformats.org/officeDocument/2006/relationships/image" Target="../media/image17.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hyperlink" Target="https://www.slideshare.net/noritsuna/5000-77691748"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space-track.or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sourceforge.net/p/hamlib/wiki/Supported%20Radios/" TargetMode="External"/><Relationship Id="rId2" Type="http://schemas.openxmlformats.org/officeDocument/2006/relationships/hyperlink" Target="http://www.hamlib.org/"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hyperlink" Target="https://sourceforge.net/p/hamlib/wiki/Supported%20Rotators/"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6.png"/><Relationship Id="rId7" Type="http://schemas.openxmlformats.org/officeDocument/2006/relationships/image" Target="../media/image7.png"/><Relationship Id="rId2"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3"/>
          </p:nvPr>
        </p:nvSpPr>
        <p:spPr/>
        <p:txBody>
          <a:bodyPr/>
          <a:lstStyle/>
          <a:p>
            <a:r>
              <a:rPr lang="en-US" altLang="ja-JP"/>
              <a:t>©SIProp Project, 2006-2008</a:t>
            </a:r>
          </a:p>
        </p:txBody>
      </p:sp>
      <p:sp>
        <p:nvSpPr>
          <p:cNvPr id="6" name="Rectangle 7"/>
          <p:cNvSpPr>
            <a:spLocks noGrp="1" noChangeArrowheads="1"/>
          </p:cNvSpPr>
          <p:nvPr>
            <p:ph type="sldNum" sz="quarter" idx="4"/>
          </p:nvPr>
        </p:nvSpPr>
        <p:spPr/>
        <p:txBody>
          <a:bodyPr/>
          <a:lstStyle/>
          <a:p>
            <a:fld id="{5A9DBB48-0D10-474E-A4BB-263883375AED}" type="slidenum">
              <a:rPr lang="en-US" altLang="ja-JP"/>
              <a:pPr/>
              <a:t>1</a:t>
            </a:fld>
            <a:endParaRPr lang="en-US" altLang="ja-JP"/>
          </a:p>
        </p:txBody>
      </p:sp>
      <p:sp>
        <p:nvSpPr>
          <p:cNvPr id="2053" name="Rectangle 5"/>
          <p:cNvSpPr>
            <a:spLocks noGrp="1" noChangeArrowheads="1"/>
          </p:cNvSpPr>
          <p:nvPr>
            <p:ph type="ctrTitle"/>
          </p:nvPr>
        </p:nvSpPr>
        <p:spPr>
          <a:xfrm>
            <a:off x="533400" y="1352550"/>
            <a:ext cx="7772400" cy="1143000"/>
          </a:xfrm>
        </p:spPr>
        <p:txBody>
          <a:bodyPr/>
          <a:lstStyle/>
          <a:p>
            <a:pPr algn="ctr"/>
            <a:r>
              <a:rPr lang="en-US" altLang="ja-JP" dirty="0"/>
              <a:t>Stars-AO</a:t>
            </a:r>
            <a:r>
              <a:rPr lang="ja-JP" altLang="en-US" dirty="0"/>
              <a:t>が提案する次世代地球局</a:t>
            </a:r>
            <a:endParaRPr lang="ja-JP" altLang="ja-JP" dirty="0"/>
          </a:p>
        </p:txBody>
      </p:sp>
      <p:sp>
        <p:nvSpPr>
          <p:cNvPr id="2054" name="Rectangle 6"/>
          <p:cNvSpPr>
            <a:spLocks noGrp="1" noChangeArrowheads="1"/>
          </p:cNvSpPr>
          <p:nvPr>
            <p:ph type="subTitle" idx="1"/>
          </p:nvPr>
        </p:nvSpPr>
        <p:spPr>
          <a:xfrm>
            <a:off x="533400" y="2924175"/>
            <a:ext cx="6054824" cy="1752600"/>
          </a:xfrm>
        </p:spPr>
        <p:txBody>
          <a:bodyPr/>
          <a:lstStyle/>
          <a:p>
            <a:r>
              <a:rPr lang="ja-JP" altLang="en-US" dirty="0"/>
              <a:t>今村謙之</a:t>
            </a:r>
            <a:endParaRPr lang="en-US" altLang="ja-JP" dirty="0"/>
          </a:p>
          <a:p>
            <a:r>
              <a:rPr lang="en-US" altLang="ja-JP" dirty="0">
                <a:hlinkClick r:id="rId3"/>
              </a:rPr>
              <a:t>noritsuna@siprop.org</a:t>
            </a:r>
            <a:endParaRPr lang="en-US" altLang="ja-JP" dirty="0"/>
          </a:p>
          <a:p>
            <a:endParaRPr lang="en-US" altLang="ja-JP" dirty="0"/>
          </a:p>
          <a:p>
            <a:r>
              <a:rPr lang="ja-JP" altLang="en-US" dirty="0"/>
              <a:t>第</a:t>
            </a:r>
            <a:r>
              <a:rPr lang="en-US" altLang="ja-JP" dirty="0"/>
              <a:t>5</a:t>
            </a:r>
            <a:r>
              <a:rPr lang="ja-JP" altLang="en-US" dirty="0"/>
              <a:t>回小型衛星の科学教育利用を考える会</a:t>
            </a:r>
          </a:p>
          <a:p>
            <a:endParaRPr lang="ja-JP" altLang="ja-JP" dirty="0"/>
          </a:p>
        </p:txBody>
      </p:sp>
      <p:pic>
        <p:nvPicPr>
          <p:cNvPr id="3" name="図 2">
            <a:extLst>
              <a:ext uri="{FF2B5EF4-FFF2-40B4-BE49-F238E27FC236}">
                <a16:creationId xmlns:a16="http://schemas.microsoft.com/office/drawing/2014/main" id="{45D2AE86-87DC-4904-94BB-CB509769B1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9512" y="5017034"/>
            <a:ext cx="4716016" cy="1558499"/>
          </a:xfrm>
          <a:prstGeom prst="rect">
            <a:avLst/>
          </a:prstGeom>
        </p:spPr>
      </p:pic>
      <p:sp>
        <p:nvSpPr>
          <p:cNvPr id="4" name="乗算記号 3">
            <a:extLst>
              <a:ext uri="{FF2B5EF4-FFF2-40B4-BE49-F238E27FC236}">
                <a16:creationId xmlns:a16="http://schemas.microsoft.com/office/drawing/2014/main" id="{E404AB18-42BC-480C-A681-6D2665547E56}"/>
              </a:ext>
            </a:extLst>
          </p:cNvPr>
          <p:cNvSpPr/>
          <p:nvPr/>
        </p:nvSpPr>
        <p:spPr>
          <a:xfrm>
            <a:off x="4593704" y="5517232"/>
            <a:ext cx="698376" cy="664243"/>
          </a:xfrm>
          <a:prstGeom prst="mathMultiply">
            <a:avLst/>
          </a:prstGeom>
          <a:solidFill>
            <a:srgbClr val="00B050"/>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2A4549-F3C5-4368-AD6F-7D1F79BF8962}"/>
              </a:ext>
            </a:extLst>
          </p:cNvPr>
          <p:cNvSpPr>
            <a:spLocks noGrp="1"/>
          </p:cNvSpPr>
          <p:nvPr>
            <p:ph type="title"/>
          </p:nvPr>
        </p:nvSpPr>
        <p:spPr/>
        <p:txBody>
          <a:bodyPr/>
          <a:lstStyle/>
          <a:p>
            <a:r>
              <a:rPr kumimoji="1" lang="ja-JP" altLang="en-US" dirty="0"/>
              <a:t>目次</a:t>
            </a:r>
          </a:p>
        </p:txBody>
      </p:sp>
      <p:sp>
        <p:nvSpPr>
          <p:cNvPr id="3" name="コンテンツ プレースホルダー 2">
            <a:extLst>
              <a:ext uri="{FF2B5EF4-FFF2-40B4-BE49-F238E27FC236}">
                <a16:creationId xmlns:a16="http://schemas.microsoft.com/office/drawing/2014/main" id="{AEA754D5-75D9-4B02-97D2-C61775CA2F04}"/>
              </a:ext>
            </a:extLst>
          </p:cNvPr>
          <p:cNvSpPr>
            <a:spLocks noGrp="1"/>
          </p:cNvSpPr>
          <p:nvPr>
            <p:ph idx="1"/>
          </p:nvPr>
        </p:nvSpPr>
        <p:spPr/>
        <p:txBody>
          <a:bodyPr/>
          <a:lstStyle/>
          <a:p>
            <a:r>
              <a:rPr lang="ja-JP" altLang="en-US" dirty="0"/>
              <a:t>あるべき小型衛星向け地上局とは？</a:t>
            </a:r>
            <a:endParaRPr lang="en-US" altLang="ja-JP" dirty="0"/>
          </a:p>
          <a:p>
            <a:pPr lvl="1"/>
            <a:r>
              <a:rPr lang="ja-JP" altLang="en-US" dirty="0"/>
              <a:t>科学教育利用</a:t>
            </a:r>
            <a:r>
              <a:rPr lang="en-US" altLang="ja-JP" dirty="0"/>
              <a:t>(</a:t>
            </a:r>
            <a:r>
              <a:rPr lang="ja-JP" altLang="en-US" dirty="0"/>
              <a:t>≒ハンズオン向け</a:t>
            </a:r>
            <a:r>
              <a:rPr lang="en-US" altLang="ja-JP" dirty="0"/>
              <a:t>)</a:t>
            </a:r>
            <a:r>
              <a:rPr lang="ja-JP" altLang="en-US" dirty="0"/>
              <a:t>を考える</a:t>
            </a:r>
            <a:endParaRPr lang="en-US" altLang="ja-JP" dirty="0"/>
          </a:p>
          <a:p>
            <a:r>
              <a:rPr lang="ja-JP" altLang="en-US" dirty="0"/>
              <a:t>既存の衛星無線設備</a:t>
            </a:r>
            <a:endParaRPr lang="en-US" altLang="ja-JP" dirty="0"/>
          </a:p>
          <a:p>
            <a:pPr lvl="1"/>
            <a:r>
              <a:rPr lang="ja-JP" altLang="en-US" dirty="0"/>
              <a:t>何が問題なのか？</a:t>
            </a:r>
            <a:endParaRPr kumimoji="1" lang="en-US" altLang="ja-JP" dirty="0"/>
          </a:p>
          <a:p>
            <a:r>
              <a:rPr kumimoji="1" lang="ja-JP" altLang="en-US" dirty="0"/>
              <a:t>科学教育向け衛星地上局とは？</a:t>
            </a:r>
            <a:endParaRPr lang="en-US" altLang="ja-JP" dirty="0"/>
          </a:p>
          <a:p>
            <a:pPr lvl="1"/>
            <a:r>
              <a:rPr kumimoji="1" lang="en-US" altLang="ja-JP" dirty="0"/>
              <a:t>5000</a:t>
            </a:r>
            <a:r>
              <a:rPr kumimoji="1" lang="ja-JP" altLang="en-US" dirty="0"/>
              <a:t>円で</a:t>
            </a:r>
            <a:r>
              <a:rPr lang="ja-JP" altLang="en-US" dirty="0"/>
              <a:t>整える受信専用地上局</a:t>
            </a:r>
            <a:endParaRPr lang="en-US" altLang="ja-JP" dirty="0"/>
          </a:p>
          <a:p>
            <a:r>
              <a:rPr lang="ja-JP" altLang="en-US" dirty="0"/>
              <a:t>次世代衛星地上局とは？</a:t>
            </a:r>
            <a:endParaRPr lang="en-US" altLang="ja-JP" dirty="0"/>
          </a:p>
          <a:p>
            <a:pPr lvl="1"/>
            <a:r>
              <a:rPr lang="ja-JP" altLang="en-US" dirty="0"/>
              <a:t>スマホで動く受信専用地上局</a:t>
            </a:r>
            <a:endParaRPr lang="en-US" altLang="ja-JP" dirty="0"/>
          </a:p>
          <a:p>
            <a:pPr lvl="1"/>
            <a:r>
              <a:rPr lang="en-US" altLang="ja-JP" dirty="0"/>
              <a:t>SDR</a:t>
            </a:r>
            <a:r>
              <a:rPr lang="ja-JP" altLang="en-US" dirty="0"/>
              <a:t>の考え方を取り入れた地上局</a:t>
            </a:r>
            <a:endParaRPr lang="en-US" altLang="ja-JP" dirty="0"/>
          </a:p>
          <a:p>
            <a:pPr lvl="1"/>
            <a:endParaRPr kumimoji="1" lang="ja-JP" altLang="en-US" dirty="0"/>
          </a:p>
        </p:txBody>
      </p:sp>
    </p:spTree>
    <p:extLst>
      <p:ext uri="{BB962C8B-B14F-4D97-AF65-F5344CB8AC3E}">
        <p14:creationId xmlns:p14="http://schemas.microsoft.com/office/powerpoint/2010/main" val="778942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8A302B-53B9-452E-B139-FBC780535204}"/>
              </a:ext>
            </a:extLst>
          </p:cNvPr>
          <p:cNvSpPr>
            <a:spLocks noGrp="1"/>
          </p:cNvSpPr>
          <p:nvPr>
            <p:ph type="title"/>
          </p:nvPr>
        </p:nvSpPr>
        <p:spPr/>
        <p:txBody>
          <a:bodyPr/>
          <a:lstStyle/>
          <a:p>
            <a:r>
              <a:rPr lang="ja-JP" altLang="en-US" dirty="0"/>
              <a:t>科学教育で衛星無線を取り扱うには？</a:t>
            </a:r>
            <a:endParaRPr kumimoji="1" lang="ja-JP" altLang="en-US" dirty="0"/>
          </a:p>
        </p:txBody>
      </p:sp>
      <p:graphicFrame>
        <p:nvGraphicFramePr>
          <p:cNvPr id="4" name="コンテンツ プレースホルダー 3">
            <a:extLst>
              <a:ext uri="{FF2B5EF4-FFF2-40B4-BE49-F238E27FC236}">
                <a16:creationId xmlns:a16="http://schemas.microsoft.com/office/drawing/2014/main" id="{28917896-38E0-45E3-9FCD-E7F6B3E2CF0B}"/>
              </a:ext>
            </a:extLst>
          </p:cNvPr>
          <p:cNvGraphicFramePr>
            <a:graphicFrameLocks noGrp="1"/>
          </p:cNvGraphicFramePr>
          <p:nvPr>
            <p:ph idx="1"/>
            <p:extLst>
              <p:ext uri="{D42A27DB-BD31-4B8C-83A1-F6EECF244321}">
                <p14:modId xmlns:p14="http://schemas.microsoft.com/office/powerpoint/2010/main" val="2993097635"/>
              </p:ext>
            </p:extLst>
          </p:nvPr>
        </p:nvGraphicFramePr>
        <p:xfrm>
          <a:off x="622176" y="1125538"/>
          <a:ext cx="8198296" cy="5327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1791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9A61A0B-1C92-4F26-BC79-D11B4A11541B}"/>
              </a:ext>
            </a:extLst>
          </p:cNvPr>
          <p:cNvSpPr>
            <a:spLocks noGrp="1"/>
          </p:cNvSpPr>
          <p:nvPr>
            <p:ph idx="1"/>
          </p:nvPr>
        </p:nvSpPr>
        <p:spPr/>
        <p:txBody>
          <a:bodyPr/>
          <a:lstStyle/>
          <a:p>
            <a:endParaRPr kumimoji="1" lang="en-US" altLang="ja-JP" dirty="0"/>
          </a:p>
          <a:p>
            <a:endParaRPr lang="en-US" altLang="ja-JP" dirty="0"/>
          </a:p>
          <a:p>
            <a:endParaRPr kumimoji="1" lang="en-US" altLang="ja-JP" dirty="0"/>
          </a:p>
          <a:p>
            <a:pPr marL="0" indent="0">
              <a:buNone/>
            </a:pPr>
            <a:endParaRPr kumimoji="1" lang="en-US" altLang="ja-JP" dirty="0"/>
          </a:p>
          <a:p>
            <a:pPr algn="ctr"/>
            <a:r>
              <a:rPr kumimoji="1" lang="ja-JP" altLang="en-US" sz="3600" dirty="0"/>
              <a:t>既存の小型衛星地上局</a:t>
            </a:r>
            <a:endParaRPr kumimoji="1" lang="en-US" altLang="ja-JP" sz="3600" dirty="0"/>
          </a:p>
        </p:txBody>
      </p:sp>
    </p:spTree>
    <p:extLst>
      <p:ext uri="{BB962C8B-B14F-4D97-AF65-F5344CB8AC3E}">
        <p14:creationId xmlns:p14="http://schemas.microsoft.com/office/powerpoint/2010/main" val="4146370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既存の小型衛星地上局・設備</a:t>
            </a:r>
            <a:endParaRPr kumimoji="1" lang="ja-JP" altLang="en-US" dirty="0"/>
          </a:p>
        </p:txBody>
      </p:sp>
      <p:sp>
        <p:nvSpPr>
          <p:cNvPr id="3" name="コンテンツ プレースホルダー 2"/>
          <p:cNvSpPr>
            <a:spLocks noGrp="1"/>
          </p:cNvSpPr>
          <p:nvPr>
            <p:ph sz="half" idx="1"/>
          </p:nvPr>
        </p:nvSpPr>
        <p:spPr>
          <a:xfrm>
            <a:off x="838200" y="1125538"/>
            <a:ext cx="4813920" cy="5327650"/>
          </a:xfrm>
        </p:spPr>
        <p:txBody>
          <a:bodyPr/>
          <a:lstStyle/>
          <a:p>
            <a:r>
              <a:rPr lang="en-US" altLang="ja-JP" dirty="0"/>
              <a:t>『</a:t>
            </a:r>
            <a:r>
              <a:rPr lang="ja-JP" altLang="en-US" dirty="0"/>
              <a:t>受信のみ</a:t>
            </a:r>
            <a:r>
              <a:rPr lang="en-US" altLang="ja-JP" dirty="0"/>
              <a:t>』</a:t>
            </a:r>
            <a:r>
              <a:rPr lang="ja-JP" altLang="en-US" dirty="0"/>
              <a:t>最低構成</a:t>
            </a:r>
            <a:endParaRPr lang="en-US" altLang="ja-JP" dirty="0"/>
          </a:p>
          <a:p>
            <a:pPr lvl="1"/>
            <a:r>
              <a:rPr lang="ja-JP" altLang="en-US" dirty="0"/>
              <a:t>アマチュア無線機：</a:t>
            </a:r>
            <a:r>
              <a:rPr lang="en-US" altLang="ja-JP" dirty="0"/>
              <a:t>15</a:t>
            </a:r>
            <a:r>
              <a:rPr lang="ja-JP" altLang="en-US" dirty="0"/>
              <a:t>万円</a:t>
            </a:r>
            <a:endParaRPr lang="en-US" altLang="ja-JP" dirty="0"/>
          </a:p>
          <a:p>
            <a:pPr lvl="1"/>
            <a:r>
              <a:rPr lang="ja-JP" altLang="en-US" dirty="0"/>
              <a:t>安定化電源：</a:t>
            </a:r>
            <a:r>
              <a:rPr lang="en-US" altLang="ja-JP" dirty="0"/>
              <a:t>1</a:t>
            </a:r>
            <a:r>
              <a:rPr lang="ja-JP" altLang="en-US" dirty="0"/>
              <a:t>万円</a:t>
            </a:r>
            <a:endParaRPr lang="en-US" altLang="ja-JP" dirty="0"/>
          </a:p>
          <a:p>
            <a:pPr lvl="1"/>
            <a:r>
              <a:rPr lang="en-US" altLang="ja-JP" dirty="0"/>
              <a:t>TNC(</a:t>
            </a:r>
            <a:r>
              <a:rPr lang="ja-JP" altLang="en-US" dirty="0"/>
              <a:t>モデム</a:t>
            </a:r>
            <a:r>
              <a:rPr lang="en-US" altLang="ja-JP" dirty="0"/>
              <a:t>)</a:t>
            </a:r>
            <a:r>
              <a:rPr lang="ja-JP" altLang="en-US" dirty="0"/>
              <a:t>：</a:t>
            </a:r>
            <a:r>
              <a:rPr lang="en-US" altLang="ja-JP" dirty="0"/>
              <a:t>2</a:t>
            </a:r>
            <a:r>
              <a:rPr lang="ja-JP" altLang="en-US" dirty="0"/>
              <a:t>万円</a:t>
            </a:r>
            <a:endParaRPr lang="en-US" altLang="ja-JP" dirty="0"/>
          </a:p>
          <a:p>
            <a:pPr lvl="1"/>
            <a:r>
              <a:rPr lang="ja-JP" altLang="en-US" dirty="0"/>
              <a:t>プリアンプ：</a:t>
            </a:r>
            <a:r>
              <a:rPr lang="en-US" altLang="ja-JP" dirty="0"/>
              <a:t>2</a:t>
            </a:r>
            <a:r>
              <a:rPr lang="ja-JP" altLang="en-US" dirty="0"/>
              <a:t>万円</a:t>
            </a:r>
            <a:endParaRPr lang="en-US" altLang="ja-JP" dirty="0"/>
          </a:p>
          <a:p>
            <a:pPr lvl="1"/>
            <a:r>
              <a:rPr lang="ja-JP" altLang="en-US" dirty="0"/>
              <a:t>クロス八木アンテナ：</a:t>
            </a:r>
            <a:r>
              <a:rPr lang="en-US" altLang="ja-JP" dirty="0"/>
              <a:t>3</a:t>
            </a:r>
            <a:r>
              <a:rPr lang="ja-JP" altLang="en-US" dirty="0"/>
              <a:t>万円</a:t>
            </a:r>
            <a:endParaRPr lang="en-US" altLang="ja-JP" dirty="0"/>
          </a:p>
          <a:p>
            <a:r>
              <a:rPr lang="ja-JP" altLang="en-US" dirty="0"/>
              <a:t>合計：</a:t>
            </a:r>
            <a:r>
              <a:rPr lang="en-US" altLang="ja-JP" dirty="0"/>
              <a:t>23</a:t>
            </a:r>
            <a:r>
              <a:rPr lang="ja-JP" altLang="en-US" dirty="0"/>
              <a:t>万円</a:t>
            </a:r>
            <a:endParaRPr lang="en-US" altLang="ja-JP" dirty="0"/>
          </a:p>
        </p:txBody>
      </p:sp>
      <p:sp>
        <p:nvSpPr>
          <p:cNvPr id="6" name="コンテンツ プレースホルダー 5">
            <a:extLst>
              <a:ext uri="{FF2B5EF4-FFF2-40B4-BE49-F238E27FC236}">
                <a16:creationId xmlns:a16="http://schemas.microsoft.com/office/drawing/2014/main" id="{B1BAC565-D557-4EFA-921E-4CEA9F9B2DE2}"/>
              </a:ext>
            </a:extLst>
          </p:cNvPr>
          <p:cNvSpPr>
            <a:spLocks noGrp="1"/>
          </p:cNvSpPr>
          <p:nvPr>
            <p:ph sz="half" idx="2"/>
          </p:nvPr>
        </p:nvSpPr>
        <p:spPr>
          <a:xfrm>
            <a:off x="5010472" y="1125538"/>
            <a:ext cx="3810000" cy="5327650"/>
          </a:xfrm>
        </p:spPr>
        <p:txBody>
          <a:bodyPr/>
          <a:lstStyle/>
          <a:p>
            <a:pPr lvl="1"/>
            <a:r>
              <a:rPr kumimoji="1" lang="ja-JP" altLang="en-US" dirty="0"/>
              <a:t>オプション</a:t>
            </a:r>
            <a:endParaRPr kumimoji="1" lang="en-US" altLang="ja-JP" dirty="0"/>
          </a:p>
          <a:p>
            <a:pPr lvl="2"/>
            <a:r>
              <a:rPr kumimoji="1" lang="ja-JP" altLang="en-US" dirty="0"/>
              <a:t>ローテーター</a:t>
            </a:r>
            <a:endParaRPr kumimoji="1" lang="en-US" altLang="ja-JP" dirty="0"/>
          </a:p>
          <a:p>
            <a:pPr lvl="3"/>
            <a:r>
              <a:rPr lang="ja-JP" altLang="en-US" dirty="0"/>
              <a:t>水平角</a:t>
            </a:r>
            <a:endParaRPr lang="en-US" altLang="ja-JP" dirty="0"/>
          </a:p>
          <a:p>
            <a:pPr lvl="3"/>
            <a:r>
              <a:rPr kumimoji="1" lang="ja-JP" altLang="en-US" dirty="0"/>
              <a:t>仰角</a:t>
            </a:r>
            <a:endParaRPr kumimoji="1" lang="en-US" altLang="ja-JP" dirty="0"/>
          </a:p>
          <a:p>
            <a:pPr lvl="2"/>
            <a:r>
              <a:rPr kumimoji="1" lang="ja-JP" altLang="en-US" dirty="0"/>
              <a:t>サテライトトラッカー</a:t>
            </a:r>
            <a:endParaRPr kumimoji="1" lang="en-US" altLang="ja-JP" dirty="0"/>
          </a:p>
          <a:p>
            <a:pPr lvl="1"/>
            <a:r>
              <a:rPr lang="ja-JP" altLang="en-US" dirty="0"/>
              <a:t>合計：約</a:t>
            </a:r>
            <a:r>
              <a:rPr lang="en-US" altLang="ja-JP" dirty="0"/>
              <a:t>20</a:t>
            </a:r>
            <a:r>
              <a:rPr lang="ja-JP" altLang="en-US" dirty="0"/>
              <a:t>万円</a:t>
            </a:r>
            <a:endParaRPr kumimoji="1" lang="en-US" altLang="ja-JP" dirty="0"/>
          </a:p>
          <a:p>
            <a:pPr lvl="2"/>
            <a:endParaRPr kumimoji="1" lang="ja-JP" altLang="en-US" dirty="0"/>
          </a:p>
        </p:txBody>
      </p:sp>
      <p:pic>
        <p:nvPicPr>
          <p:cNvPr id="5" name="図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4325707"/>
            <a:ext cx="3124871" cy="2343653"/>
          </a:xfrm>
          <a:prstGeom prst="rect">
            <a:avLst/>
          </a:prstGeom>
        </p:spPr>
      </p:pic>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31501"/>
          <a:stretch/>
        </p:blipFill>
        <p:spPr bwMode="auto">
          <a:xfrm>
            <a:off x="5508104" y="3429000"/>
            <a:ext cx="3456384" cy="3240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テキスト ボックス 7">
            <a:extLst>
              <a:ext uri="{FF2B5EF4-FFF2-40B4-BE49-F238E27FC236}">
                <a16:creationId xmlns:a16="http://schemas.microsoft.com/office/drawing/2014/main" id="{9002F46B-E920-4C5D-921D-C516709E04BE}"/>
              </a:ext>
            </a:extLst>
          </p:cNvPr>
          <p:cNvSpPr txBox="1"/>
          <p:nvPr/>
        </p:nvSpPr>
        <p:spPr>
          <a:xfrm>
            <a:off x="2339752" y="6623774"/>
            <a:ext cx="3240360" cy="261610"/>
          </a:xfrm>
          <a:prstGeom prst="rect">
            <a:avLst/>
          </a:prstGeom>
          <a:noFill/>
        </p:spPr>
        <p:txBody>
          <a:bodyPr wrap="square" rtlCol="0">
            <a:spAutoFit/>
          </a:bodyPr>
          <a:lstStyle/>
          <a:p>
            <a:r>
              <a:rPr kumimoji="1" lang="ja-JP" altLang="en-US" sz="1100" dirty="0"/>
              <a:t>静岡大の</a:t>
            </a:r>
            <a:r>
              <a:rPr kumimoji="1" lang="en-US" altLang="ja-JP" sz="1100" dirty="0"/>
              <a:t>STARS</a:t>
            </a:r>
            <a:r>
              <a:rPr kumimoji="1" lang="ja-JP" altLang="en-US" sz="1100" dirty="0"/>
              <a:t>用地上局</a:t>
            </a:r>
          </a:p>
        </p:txBody>
      </p:sp>
    </p:spTree>
    <p:extLst>
      <p:ext uri="{BB962C8B-B14F-4D97-AF65-F5344CB8AC3E}">
        <p14:creationId xmlns:p14="http://schemas.microsoft.com/office/powerpoint/2010/main" val="3894811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33848C-DDA9-43B8-9FB1-7C3D1665AA81}"/>
              </a:ext>
            </a:extLst>
          </p:cNvPr>
          <p:cNvSpPr>
            <a:spLocks noGrp="1"/>
          </p:cNvSpPr>
          <p:nvPr>
            <p:ph type="title"/>
          </p:nvPr>
        </p:nvSpPr>
        <p:spPr/>
        <p:txBody>
          <a:bodyPr/>
          <a:lstStyle/>
          <a:p>
            <a:r>
              <a:rPr lang="ja-JP" altLang="en-US" dirty="0"/>
              <a:t>既存の小型衛星地上局の問題点</a:t>
            </a:r>
            <a:endParaRPr kumimoji="1" lang="ja-JP" altLang="en-US" dirty="0"/>
          </a:p>
        </p:txBody>
      </p:sp>
      <p:sp>
        <p:nvSpPr>
          <p:cNvPr id="3" name="コンテンツ プレースホルダー 2">
            <a:extLst>
              <a:ext uri="{FF2B5EF4-FFF2-40B4-BE49-F238E27FC236}">
                <a16:creationId xmlns:a16="http://schemas.microsoft.com/office/drawing/2014/main" id="{51305587-8993-4A86-AE8B-BDCB8119E867}"/>
              </a:ext>
            </a:extLst>
          </p:cNvPr>
          <p:cNvSpPr>
            <a:spLocks noGrp="1"/>
          </p:cNvSpPr>
          <p:nvPr>
            <p:ph idx="1"/>
          </p:nvPr>
        </p:nvSpPr>
        <p:spPr/>
        <p:txBody>
          <a:bodyPr/>
          <a:lstStyle/>
          <a:p>
            <a:r>
              <a:rPr lang="ja-JP" altLang="en-US" dirty="0"/>
              <a:t>非常に高額である</a:t>
            </a:r>
            <a:endParaRPr lang="en-US" altLang="ja-JP" dirty="0"/>
          </a:p>
          <a:p>
            <a:pPr lvl="1"/>
            <a:r>
              <a:rPr lang="ja-JP" altLang="en-US" dirty="0"/>
              <a:t>理由：衛星運用者のみをターゲットとしている</a:t>
            </a:r>
            <a:endParaRPr lang="en-US" altLang="ja-JP" dirty="0"/>
          </a:p>
          <a:p>
            <a:pPr lvl="2"/>
            <a:r>
              <a:rPr lang="en-US" altLang="ja-JP" dirty="0"/>
              <a:t>100%</a:t>
            </a:r>
            <a:r>
              <a:rPr lang="ja-JP" altLang="en-US" dirty="0"/>
              <a:t>の受信成功率を目標とする</a:t>
            </a:r>
            <a:endParaRPr lang="en-US" altLang="ja-JP" dirty="0"/>
          </a:p>
          <a:p>
            <a:pPr lvl="2"/>
            <a:r>
              <a:rPr lang="ja-JP" altLang="en-US" dirty="0"/>
              <a:t>送信も可能である</a:t>
            </a:r>
            <a:endParaRPr lang="en-US" altLang="ja-JP" dirty="0"/>
          </a:p>
          <a:p>
            <a:pPr lvl="2"/>
            <a:r>
              <a:rPr lang="ja-JP" altLang="en-US" dirty="0"/>
              <a:t>様々な変調方式に対応する</a:t>
            </a:r>
            <a:endParaRPr lang="en-US" altLang="ja-JP" dirty="0"/>
          </a:p>
          <a:p>
            <a:endParaRPr lang="en-US" altLang="ja-JP" dirty="0"/>
          </a:p>
          <a:p>
            <a:r>
              <a:rPr lang="en-US" altLang="ja-JP" dirty="0"/>
              <a:t>(</a:t>
            </a:r>
            <a:r>
              <a:rPr lang="ja-JP" altLang="en-US" dirty="0"/>
              <a:t>アマチュア</a:t>
            </a:r>
            <a:r>
              <a:rPr lang="en-US" altLang="ja-JP" dirty="0"/>
              <a:t>)</a:t>
            </a:r>
            <a:r>
              <a:rPr lang="ja-JP" altLang="en-US" dirty="0"/>
              <a:t>無線局運用免許が必須</a:t>
            </a:r>
            <a:endParaRPr lang="en-US" altLang="ja-JP" dirty="0"/>
          </a:p>
          <a:p>
            <a:pPr lvl="1"/>
            <a:r>
              <a:rPr lang="ja-JP" altLang="en-US" dirty="0"/>
              <a:t>理由：送信も想定しているため</a:t>
            </a:r>
            <a:endParaRPr lang="en-US" altLang="ja-JP" dirty="0"/>
          </a:p>
        </p:txBody>
      </p:sp>
    </p:spTree>
    <p:extLst>
      <p:ext uri="{BB962C8B-B14F-4D97-AF65-F5344CB8AC3E}">
        <p14:creationId xmlns:p14="http://schemas.microsoft.com/office/powerpoint/2010/main" val="212265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9A61A0B-1C92-4F26-BC79-D11B4A11541B}"/>
              </a:ext>
            </a:extLst>
          </p:cNvPr>
          <p:cNvSpPr>
            <a:spLocks noGrp="1"/>
          </p:cNvSpPr>
          <p:nvPr>
            <p:ph idx="1"/>
          </p:nvPr>
        </p:nvSpPr>
        <p:spPr/>
        <p:txBody>
          <a:bodyPr/>
          <a:lstStyle/>
          <a:p>
            <a:endParaRPr kumimoji="1" lang="en-US" altLang="ja-JP" dirty="0"/>
          </a:p>
          <a:p>
            <a:endParaRPr lang="en-US" altLang="ja-JP" dirty="0"/>
          </a:p>
          <a:p>
            <a:endParaRPr kumimoji="1" lang="en-US" altLang="ja-JP" dirty="0"/>
          </a:p>
          <a:p>
            <a:pPr marL="0" indent="0">
              <a:buNone/>
            </a:pPr>
            <a:endParaRPr kumimoji="1" lang="en-US" altLang="ja-JP" dirty="0"/>
          </a:p>
          <a:p>
            <a:pPr algn="ctr"/>
            <a:r>
              <a:rPr lang="ja-JP" altLang="en-US" sz="3600" dirty="0"/>
              <a:t>科学教育向け衛星地上局</a:t>
            </a:r>
            <a:endParaRPr kumimoji="1" lang="en-US" altLang="ja-JP" sz="3600" dirty="0"/>
          </a:p>
        </p:txBody>
      </p:sp>
    </p:spTree>
    <p:extLst>
      <p:ext uri="{BB962C8B-B14F-4D97-AF65-F5344CB8AC3E}">
        <p14:creationId xmlns:p14="http://schemas.microsoft.com/office/powerpoint/2010/main" val="46988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D159158-7CE4-4269-B8A1-2FCD772F5889}"/>
              </a:ext>
            </a:extLst>
          </p:cNvPr>
          <p:cNvSpPr>
            <a:spLocks noGrp="1"/>
          </p:cNvSpPr>
          <p:nvPr>
            <p:ph type="title"/>
          </p:nvPr>
        </p:nvSpPr>
        <p:spPr/>
        <p:txBody>
          <a:bodyPr/>
          <a:lstStyle/>
          <a:p>
            <a:r>
              <a:rPr lang="ja-JP" altLang="en-US" dirty="0"/>
              <a:t>科学教育向け衛星地上局の仕様</a:t>
            </a:r>
            <a:endParaRPr kumimoji="1" lang="ja-JP" altLang="en-US" dirty="0"/>
          </a:p>
        </p:txBody>
      </p:sp>
      <p:sp>
        <p:nvSpPr>
          <p:cNvPr id="3" name="コンテンツ プレースホルダー 2">
            <a:extLst>
              <a:ext uri="{FF2B5EF4-FFF2-40B4-BE49-F238E27FC236}">
                <a16:creationId xmlns:a16="http://schemas.microsoft.com/office/drawing/2014/main" id="{FB73FAC1-D673-4CC1-8E9B-5F851220B3E8}"/>
              </a:ext>
            </a:extLst>
          </p:cNvPr>
          <p:cNvSpPr>
            <a:spLocks noGrp="1"/>
          </p:cNvSpPr>
          <p:nvPr>
            <p:ph idx="1"/>
          </p:nvPr>
        </p:nvSpPr>
        <p:spPr>
          <a:xfrm>
            <a:off x="838200" y="1125538"/>
            <a:ext cx="7772400" cy="5543822"/>
          </a:xfrm>
        </p:spPr>
        <p:txBody>
          <a:bodyPr/>
          <a:lstStyle/>
          <a:p>
            <a:r>
              <a:rPr lang="ja-JP" altLang="en-US" sz="2400" dirty="0"/>
              <a:t>無線仕様：衛星からの</a:t>
            </a:r>
            <a:r>
              <a:rPr lang="en-US" altLang="ja-JP" sz="2400" dirty="0"/>
              <a:t>CW(</a:t>
            </a:r>
            <a:r>
              <a:rPr lang="ja-JP" altLang="en-US" sz="2400" dirty="0"/>
              <a:t>ビーコン</a:t>
            </a:r>
            <a:r>
              <a:rPr lang="en-US" altLang="ja-JP" sz="2400" dirty="0"/>
              <a:t>)</a:t>
            </a:r>
            <a:r>
              <a:rPr lang="ja-JP" altLang="en-US" sz="2400" dirty="0"/>
              <a:t>が受信できること</a:t>
            </a:r>
            <a:endParaRPr lang="en-US" altLang="ja-JP" sz="2400" dirty="0"/>
          </a:p>
          <a:p>
            <a:pPr lvl="1"/>
            <a:r>
              <a:rPr lang="ja-JP" altLang="en-US" sz="2000" dirty="0"/>
              <a:t>一般的な</a:t>
            </a:r>
            <a:r>
              <a:rPr lang="en-US" altLang="ja-JP" sz="2000" dirty="0"/>
              <a:t>100mW</a:t>
            </a:r>
            <a:r>
              <a:rPr lang="ja-JP" altLang="en-US" sz="2000" dirty="0"/>
              <a:t>出力なら、</a:t>
            </a:r>
            <a:r>
              <a:rPr lang="en-US" altLang="ja-JP" sz="2000" dirty="0">
                <a:solidFill>
                  <a:srgbClr val="FF0000"/>
                </a:solidFill>
              </a:rPr>
              <a:t>22dB</a:t>
            </a:r>
            <a:r>
              <a:rPr lang="ja-JP" altLang="en-US" sz="2000" dirty="0"/>
              <a:t>くらいあれば</a:t>
            </a:r>
            <a:r>
              <a:rPr lang="en-US" altLang="ja-JP" sz="2000" dirty="0"/>
              <a:t>OK</a:t>
            </a:r>
          </a:p>
          <a:p>
            <a:pPr lvl="2"/>
            <a:r>
              <a:rPr lang="en-US" altLang="ja-JP" sz="1800" dirty="0">
                <a:hlinkClick r:id="rId2"/>
              </a:rPr>
              <a:t>http://www.jarl.org/Japanese/3_Fuji/teleme/tlmindex.htm</a:t>
            </a:r>
            <a:endParaRPr lang="en-US" altLang="ja-JP" sz="1800" dirty="0"/>
          </a:p>
          <a:p>
            <a:r>
              <a:rPr lang="ja-JP" altLang="en-US" sz="2400" dirty="0"/>
              <a:t>製作物：中学生が買えること</a:t>
            </a:r>
            <a:endParaRPr lang="en-US" altLang="ja-JP" sz="2400" dirty="0"/>
          </a:p>
          <a:p>
            <a:pPr lvl="1"/>
            <a:r>
              <a:rPr lang="en-US" altLang="ja-JP" sz="2000" dirty="0"/>
              <a:t>5000</a:t>
            </a:r>
            <a:r>
              <a:rPr lang="ja-JP" altLang="en-US" sz="2000" dirty="0"/>
              <a:t>円の受信専用設備：価格＝</a:t>
            </a:r>
            <a:r>
              <a:rPr lang="en-US" altLang="ja-JP" sz="2000" dirty="0"/>
              <a:t> </a:t>
            </a:r>
            <a:r>
              <a:rPr lang="en-US" altLang="ja-JP" sz="2000" dirty="0">
                <a:solidFill>
                  <a:srgbClr val="FF0000"/>
                </a:solidFill>
              </a:rPr>
              <a:t>1</a:t>
            </a:r>
            <a:r>
              <a:rPr lang="ja-JP" altLang="en-US" sz="2000" dirty="0">
                <a:solidFill>
                  <a:srgbClr val="FF0000"/>
                </a:solidFill>
              </a:rPr>
              <a:t>万円</a:t>
            </a:r>
            <a:r>
              <a:rPr lang="ja-JP" altLang="en-US" sz="2000" dirty="0"/>
              <a:t>以下</a:t>
            </a:r>
            <a:endParaRPr lang="en-US" altLang="ja-JP" sz="2000" dirty="0"/>
          </a:p>
          <a:p>
            <a:pPr lvl="2"/>
            <a:r>
              <a:rPr lang="ja-JP" altLang="en-US" sz="1800" dirty="0"/>
              <a:t>アマチュア無線機：</a:t>
            </a:r>
            <a:r>
              <a:rPr lang="en-US" altLang="ja-JP" sz="1800" dirty="0"/>
              <a:t>15</a:t>
            </a:r>
            <a:r>
              <a:rPr lang="ja-JP" altLang="en-US" sz="1800" dirty="0"/>
              <a:t>万円 </a:t>
            </a:r>
            <a:r>
              <a:rPr lang="en-US" altLang="ja-JP" sz="1800" dirty="0"/>
              <a:t>+ </a:t>
            </a:r>
            <a:r>
              <a:rPr lang="ja-JP" altLang="en-US" sz="1800" dirty="0"/>
              <a:t>安定化電源：</a:t>
            </a:r>
            <a:r>
              <a:rPr lang="en-US" altLang="ja-JP" sz="1800" dirty="0"/>
              <a:t>1</a:t>
            </a:r>
            <a:r>
              <a:rPr lang="ja-JP" altLang="en-US" sz="1800" dirty="0"/>
              <a:t>万円</a:t>
            </a:r>
            <a:endParaRPr lang="en-US" altLang="ja-JP" sz="1800" dirty="0"/>
          </a:p>
          <a:p>
            <a:pPr lvl="3"/>
            <a:r>
              <a:rPr lang="en-US" altLang="ja-JP" sz="1600" dirty="0"/>
              <a:t>SDR</a:t>
            </a:r>
            <a:r>
              <a:rPr lang="ja-JP" altLang="en-US" sz="1600" dirty="0"/>
              <a:t>へ置き換え：</a:t>
            </a:r>
            <a:r>
              <a:rPr lang="en-US" altLang="ja-JP" sz="1600" dirty="0">
                <a:solidFill>
                  <a:srgbClr val="FF0000"/>
                </a:solidFill>
              </a:rPr>
              <a:t>1500</a:t>
            </a:r>
            <a:r>
              <a:rPr lang="ja-JP" altLang="en-US" sz="1600" dirty="0">
                <a:solidFill>
                  <a:srgbClr val="FF0000"/>
                </a:solidFill>
              </a:rPr>
              <a:t>円</a:t>
            </a:r>
            <a:endParaRPr lang="en-US" altLang="ja-JP" sz="1600" dirty="0">
              <a:solidFill>
                <a:srgbClr val="FF0000"/>
              </a:solidFill>
            </a:endParaRPr>
          </a:p>
          <a:p>
            <a:pPr lvl="2"/>
            <a:r>
              <a:rPr lang="en-US" altLang="ja-JP" sz="1800" dirty="0"/>
              <a:t>TNC(</a:t>
            </a:r>
            <a:r>
              <a:rPr lang="ja-JP" altLang="en-US" sz="1800" dirty="0"/>
              <a:t>モデム</a:t>
            </a:r>
            <a:r>
              <a:rPr lang="en-US" altLang="ja-JP" sz="1800" dirty="0"/>
              <a:t>)</a:t>
            </a:r>
            <a:r>
              <a:rPr lang="ja-JP" altLang="en-US" sz="1800" dirty="0"/>
              <a:t>：</a:t>
            </a:r>
            <a:r>
              <a:rPr lang="en-US" altLang="ja-JP" sz="1800" dirty="0"/>
              <a:t>2</a:t>
            </a:r>
            <a:r>
              <a:rPr lang="ja-JP" altLang="en-US" sz="1800" dirty="0"/>
              <a:t>万円</a:t>
            </a:r>
            <a:endParaRPr lang="en-US" altLang="ja-JP" sz="1800" dirty="0"/>
          </a:p>
          <a:p>
            <a:pPr lvl="3"/>
            <a:r>
              <a:rPr lang="en-US" altLang="ja-JP" sz="1600" dirty="0"/>
              <a:t>PC</a:t>
            </a:r>
            <a:r>
              <a:rPr lang="ja-JP" altLang="en-US" sz="1600" dirty="0"/>
              <a:t>によるソフトウェア処理に置き換え</a:t>
            </a:r>
            <a:endParaRPr lang="en-US" altLang="ja-JP" sz="1600" dirty="0"/>
          </a:p>
          <a:p>
            <a:pPr lvl="2"/>
            <a:r>
              <a:rPr lang="ja-JP" altLang="en-US" sz="1800" dirty="0"/>
              <a:t>プリアンプ：</a:t>
            </a:r>
            <a:r>
              <a:rPr lang="en-US" altLang="ja-JP" sz="1800" dirty="0"/>
              <a:t>2</a:t>
            </a:r>
            <a:r>
              <a:rPr lang="ja-JP" altLang="en-US" sz="1800" dirty="0"/>
              <a:t>万円</a:t>
            </a:r>
            <a:endParaRPr lang="en-US" altLang="ja-JP" sz="1800" dirty="0"/>
          </a:p>
          <a:p>
            <a:pPr lvl="3"/>
            <a:r>
              <a:rPr lang="en-US" altLang="ja-JP" sz="1600" dirty="0"/>
              <a:t>Make</a:t>
            </a:r>
            <a:r>
              <a:rPr lang="ja-JP" altLang="en-US" sz="1600" dirty="0"/>
              <a:t>：の流れをくむ、中華激安商品に置き換え</a:t>
            </a:r>
            <a:r>
              <a:rPr lang="en-US" altLang="ja-JP" sz="1600" dirty="0"/>
              <a:t>(</a:t>
            </a:r>
            <a:r>
              <a:rPr lang="en-US" altLang="ja-JP" sz="1600" dirty="0">
                <a:solidFill>
                  <a:srgbClr val="FF0000"/>
                </a:solidFill>
              </a:rPr>
              <a:t>30dB</a:t>
            </a:r>
            <a:r>
              <a:rPr lang="en-US" altLang="ja-JP" sz="1600" dirty="0"/>
              <a:t>)</a:t>
            </a:r>
            <a:r>
              <a:rPr lang="ja-JP" altLang="en-US" sz="1600" dirty="0"/>
              <a:t>：</a:t>
            </a:r>
            <a:r>
              <a:rPr lang="en-US" altLang="ja-JP" sz="1600" dirty="0">
                <a:solidFill>
                  <a:srgbClr val="FF0000"/>
                </a:solidFill>
              </a:rPr>
              <a:t>799</a:t>
            </a:r>
            <a:r>
              <a:rPr lang="ja-JP" altLang="en-US" sz="1600" dirty="0">
                <a:solidFill>
                  <a:srgbClr val="FF0000"/>
                </a:solidFill>
              </a:rPr>
              <a:t>円</a:t>
            </a:r>
            <a:endParaRPr lang="en-US" altLang="ja-JP" sz="1600" dirty="0">
              <a:solidFill>
                <a:srgbClr val="FF0000"/>
              </a:solidFill>
            </a:endParaRPr>
          </a:p>
          <a:p>
            <a:pPr lvl="2"/>
            <a:r>
              <a:rPr lang="ja-JP" altLang="en-US" sz="1800" dirty="0"/>
              <a:t>クロス八木アンテナ：</a:t>
            </a:r>
            <a:r>
              <a:rPr lang="en-US" altLang="ja-JP" sz="1800" dirty="0"/>
              <a:t>3</a:t>
            </a:r>
            <a:r>
              <a:rPr lang="ja-JP" altLang="en-US" sz="1800" dirty="0"/>
              <a:t>万円 </a:t>
            </a:r>
            <a:r>
              <a:rPr lang="en-US" altLang="ja-JP" sz="1800" dirty="0"/>
              <a:t>+ </a:t>
            </a:r>
            <a:r>
              <a:rPr lang="ja-JP" altLang="en-US" sz="1800" dirty="0"/>
              <a:t>ローテーター：</a:t>
            </a:r>
            <a:r>
              <a:rPr lang="en-US" altLang="ja-JP" sz="1800" dirty="0"/>
              <a:t>20</a:t>
            </a:r>
            <a:r>
              <a:rPr lang="ja-JP" altLang="en-US" sz="1800" dirty="0"/>
              <a:t>万円</a:t>
            </a:r>
            <a:endParaRPr lang="en-US" altLang="ja-JP" sz="1800" dirty="0"/>
          </a:p>
          <a:p>
            <a:pPr lvl="3"/>
            <a:r>
              <a:rPr lang="ja-JP" altLang="en-US" sz="1600" dirty="0"/>
              <a:t>モノポール</a:t>
            </a:r>
            <a:r>
              <a:rPr lang="en-US" altLang="ja-JP" sz="1600" dirty="0"/>
              <a:t>(</a:t>
            </a:r>
            <a:r>
              <a:rPr lang="ja-JP" altLang="en-US" sz="1600" dirty="0"/>
              <a:t>ロッド</a:t>
            </a:r>
            <a:r>
              <a:rPr lang="en-US" altLang="ja-JP" sz="1600" dirty="0"/>
              <a:t>)</a:t>
            </a:r>
            <a:r>
              <a:rPr lang="ja-JP" altLang="en-US" sz="1600" dirty="0"/>
              <a:t>・アンテナに置き換え</a:t>
            </a:r>
            <a:r>
              <a:rPr lang="en-US" altLang="ja-JP" sz="1600" dirty="0"/>
              <a:t>(</a:t>
            </a:r>
            <a:r>
              <a:rPr lang="en-US" altLang="ja-JP" sz="1600" dirty="0">
                <a:solidFill>
                  <a:srgbClr val="FF0000"/>
                </a:solidFill>
              </a:rPr>
              <a:t>5.5dB</a:t>
            </a:r>
            <a:r>
              <a:rPr lang="en-US" altLang="ja-JP" sz="1600" dirty="0"/>
              <a:t>)</a:t>
            </a:r>
            <a:r>
              <a:rPr lang="ja-JP" altLang="en-US" sz="1600" dirty="0"/>
              <a:t>：</a:t>
            </a:r>
            <a:r>
              <a:rPr lang="en-US" altLang="ja-JP" sz="1600" dirty="0">
                <a:solidFill>
                  <a:srgbClr val="FF0000"/>
                </a:solidFill>
              </a:rPr>
              <a:t>2200</a:t>
            </a:r>
            <a:r>
              <a:rPr lang="ja-JP" altLang="en-US" sz="1600" dirty="0">
                <a:solidFill>
                  <a:srgbClr val="FF0000"/>
                </a:solidFill>
              </a:rPr>
              <a:t>円</a:t>
            </a:r>
            <a:endParaRPr lang="en-US" altLang="ja-JP" sz="1600" dirty="0">
              <a:solidFill>
                <a:srgbClr val="FF0000"/>
              </a:solidFill>
            </a:endParaRPr>
          </a:p>
          <a:p>
            <a:pPr lvl="4"/>
            <a:r>
              <a:rPr lang="ja-JP" altLang="en-US" sz="1600" dirty="0"/>
              <a:t>無線仕様：無指向性のアンテナへの置き換え</a:t>
            </a:r>
            <a:endParaRPr lang="en-US" altLang="ja-JP" sz="1600" dirty="0"/>
          </a:p>
          <a:p>
            <a:pPr lvl="1"/>
            <a:r>
              <a:rPr lang="ja-JP" altLang="en-US" sz="2000" dirty="0"/>
              <a:t>入手性</a:t>
            </a:r>
            <a:endParaRPr lang="en-US" altLang="ja-JP" sz="2000" dirty="0"/>
          </a:p>
          <a:p>
            <a:pPr lvl="2"/>
            <a:r>
              <a:rPr lang="ja-JP" altLang="en-US" sz="1800" dirty="0"/>
              <a:t>アマゾンですべて購入可能</a:t>
            </a:r>
            <a:endParaRPr lang="en-US" altLang="ja-JP" sz="1800" dirty="0"/>
          </a:p>
        </p:txBody>
      </p:sp>
    </p:spTree>
    <p:extLst>
      <p:ext uri="{BB962C8B-B14F-4D97-AF65-F5344CB8AC3E}">
        <p14:creationId xmlns:p14="http://schemas.microsoft.com/office/powerpoint/2010/main" val="3334970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02FA4826-1674-497A-B15C-D5BF39455786}"/>
              </a:ext>
            </a:extLst>
          </p:cNvPr>
          <p:cNvSpPr>
            <a:spLocks noGrp="1"/>
          </p:cNvSpPr>
          <p:nvPr>
            <p:ph type="title"/>
          </p:nvPr>
        </p:nvSpPr>
        <p:spPr/>
        <p:txBody>
          <a:bodyPr/>
          <a:lstStyle/>
          <a:p>
            <a:r>
              <a:rPr kumimoji="1" lang="ja-JP" altLang="en-US" dirty="0"/>
              <a:t>設備：</a:t>
            </a:r>
            <a:r>
              <a:rPr kumimoji="1" lang="en-US" altLang="ja-JP" dirty="0"/>
              <a:t>SDR</a:t>
            </a:r>
            <a:endParaRPr kumimoji="1" lang="ja-JP" altLang="en-US" dirty="0"/>
          </a:p>
        </p:txBody>
      </p:sp>
      <p:pic>
        <p:nvPicPr>
          <p:cNvPr id="14" name="図 13">
            <a:extLst>
              <a:ext uri="{FF2B5EF4-FFF2-40B4-BE49-F238E27FC236}">
                <a16:creationId xmlns:a16="http://schemas.microsoft.com/office/drawing/2014/main" id="{4CC3C02A-A517-465F-BBAC-FD68B701653F}"/>
              </a:ext>
            </a:extLst>
          </p:cNvPr>
          <p:cNvPicPr>
            <a:picLocks noChangeAspect="1"/>
          </p:cNvPicPr>
          <p:nvPr/>
        </p:nvPicPr>
        <p:blipFill rotWithShape="1">
          <a:blip r:embed="rId2">
            <a:extLst>
              <a:ext uri="{28A0092B-C50C-407E-A947-70E740481C1C}">
                <a14:useLocalDpi xmlns:a14="http://schemas.microsoft.com/office/drawing/2010/main" val="0"/>
              </a:ext>
            </a:extLst>
          </a:blip>
          <a:srcRect b="20587"/>
          <a:stretch/>
        </p:blipFill>
        <p:spPr>
          <a:xfrm>
            <a:off x="836613" y="908050"/>
            <a:ext cx="7973538" cy="4917376"/>
          </a:xfrm>
          <a:prstGeom prst="rect">
            <a:avLst/>
          </a:prstGeom>
        </p:spPr>
      </p:pic>
      <p:sp>
        <p:nvSpPr>
          <p:cNvPr id="9" name="コンテンツ プレースホルダー 3">
            <a:extLst>
              <a:ext uri="{FF2B5EF4-FFF2-40B4-BE49-F238E27FC236}">
                <a16:creationId xmlns:a16="http://schemas.microsoft.com/office/drawing/2014/main" id="{57A4AD91-7785-47CD-9AFB-7D2A3CBACD5B}"/>
              </a:ext>
            </a:extLst>
          </p:cNvPr>
          <p:cNvSpPr txBox="1">
            <a:spLocks/>
          </p:cNvSpPr>
          <p:nvPr/>
        </p:nvSpPr>
        <p:spPr bwMode="auto">
          <a:xfrm>
            <a:off x="838200" y="5825426"/>
            <a:ext cx="7772400" cy="627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Times" panose="02020603050405020304" pitchFamily="18" charset="0"/>
              <a:buBlip>
                <a:blip r:embed="rId3"/>
              </a:buBlip>
              <a:defRPr kumimoji="1" sz="2800" kern="1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4"/>
              </a:buBlip>
              <a:defRPr kumimoji="1" sz="2400" kern="1200">
                <a:solidFill>
                  <a:schemeClr val="tx1"/>
                </a:solidFill>
                <a:latin typeface="+mn-lt"/>
                <a:ea typeface="+mn-ea"/>
                <a:cs typeface="+mn-cs"/>
              </a:defRPr>
            </a:lvl2pPr>
            <a:lvl3pPr marL="1143000" indent="-228600" algn="l" rtl="0" eaLnBrk="1" fontAlgn="base" hangingPunct="1">
              <a:spcBef>
                <a:spcPct val="20000"/>
              </a:spcBef>
              <a:spcAft>
                <a:spcPct val="0"/>
              </a:spcAft>
              <a:buBlip>
                <a:blip r:embed="rId5"/>
              </a:buBlip>
              <a:defRPr kumimoji="1" sz="2000" kern="1200">
                <a:solidFill>
                  <a:schemeClr val="tx1"/>
                </a:solidFill>
                <a:latin typeface="+mn-lt"/>
                <a:ea typeface="+mn-ea"/>
                <a:cs typeface="+mn-cs"/>
              </a:defRPr>
            </a:lvl3pPr>
            <a:lvl4pPr marL="1600200" indent="-228600" algn="l" rtl="0" eaLnBrk="1" fontAlgn="base" hangingPunct="1">
              <a:spcBef>
                <a:spcPct val="20000"/>
              </a:spcBef>
              <a:spcAft>
                <a:spcPct val="0"/>
              </a:spcAft>
              <a:buBlip>
                <a:blip r:embed="rId6"/>
              </a:buBlip>
              <a:defRPr kumimoji="1" kern="1200">
                <a:solidFill>
                  <a:schemeClr val="tx1"/>
                </a:solidFill>
                <a:latin typeface="+mn-lt"/>
                <a:ea typeface="+mn-ea"/>
                <a:cs typeface="+mn-cs"/>
              </a:defRPr>
            </a:lvl4pPr>
            <a:lvl5pPr marL="2057400" indent="-228600" algn="l" rtl="0" eaLnBrk="1" fontAlgn="base" hangingPunct="1">
              <a:spcBef>
                <a:spcPct val="20000"/>
              </a:spcBef>
              <a:spcAft>
                <a:spcPct val="0"/>
              </a:spcAft>
              <a:buBlip>
                <a:blip r:embed="rId7"/>
              </a:buBlip>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固定リンク</a:t>
            </a:r>
            <a:r>
              <a:rPr lang="en-US" altLang="ja-JP" b="1" dirty="0"/>
              <a:t>:</a:t>
            </a:r>
            <a:r>
              <a:rPr lang="ja-JP" altLang="en-US" dirty="0"/>
              <a:t> </a:t>
            </a:r>
            <a:r>
              <a:rPr lang="en-US" altLang="ja-JP" dirty="0"/>
              <a:t>http://amzn.asia/3UC27W8</a:t>
            </a:r>
          </a:p>
        </p:txBody>
      </p:sp>
    </p:spTree>
    <p:extLst>
      <p:ext uri="{BB962C8B-B14F-4D97-AF65-F5344CB8AC3E}">
        <p14:creationId xmlns:p14="http://schemas.microsoft.com/office/powerpoint/2010/main" val="267424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02FA4826-1674-497A-B15C-D5BF39455786}"/>
              </a:ext>
            </a:extLst>
          </p:cNvPr>
          <p:cNvSpPr>
            <a:spLocks noGrp="1"/>
          </p:cNvSpPr>
          <p:nvPr>
            <p:ph type="title"/>
          </p:nvPr>
        </p:nvSpPr>
        <p:spPr/>
        <p:txBody>
          <a:bodyPr/>
          <a:lstStyle/>
          <a:p>
            <a:r>
              <a:rPr kumimoji="1" lang="ja-JP" altLang="en-US" dirty="0"/>
              <a:t>設備：アンテナ</a:t>
            </a:r>
          </a:p>
        </p:txBody>
      </p:sp>
      <p:sp>
        <p:nvSpPr>
          <p:cNvPr id="4" name="コンテンツ プレースホルダー 3">
            <a:extLst>
              <a:ext uri="{FF2B5EF4-FFF2-40B4-BE49-F238E27FC236}">
                <a16:creationId xmlns:a16="http://schemas.microsoft.com/office/drawing/2014/main" id="{2380D7BD-9BAD-4701-ACFE-BED9BD387217}"/>
              </a:ext>
            </a:extLst>
          </p:cNvPr>
          <p:cNvSpPr>
            <a:spLocks noGrp="1"/>
          </p:cNvSpPr>
          <p:nvPr>
            <p:ph idx="1"/>
          </p:nvPr>
        </p:nvSpPr>
        <p:spPr>
          <a:xfrm>
            <a:off x="838200" y="5825426"/>
            <a:ext cx="7772400" cy="627761"/>
          </a:xfrm>
        </p:spPr>
        <p:txBody>
          <a:bodyPr/>
          <a:lstStyle/>
          <a:p>
            <a:r>
              <a:rPr lang="ja-JP" altLang="en-US" b="1" dirty="0"/>
              <a:t>固定リンク</a:t>
            </a:r>
            <a:r>
              <a:rPr lang="en-US" altLang="ja-JP" b="1" dirty="0"/>
              <a:t>:</a:t>
            </a:r>
            <a:r>
              <a:rPr lang="ja-JP" altLang="en-US" dirty="0"/>
              <a:t> </a:t>
            </a:r>
            <a:r>
              <a:rPr lang="en-US" altLang="ja-JP" dirty="0"/>
              <a:t>http://amzn.asia/5QqaVSN</a:t>
            </a:r>
            <a:endParaRPr kumimoji="1" lang="ja-JP" altLang="en-US" dirty="0"/>
          </a:p>
        </p:txBody>
      </p:sp>
      <p:pic>
        <p:nvPicPr>
          <p:cNvPr id="6" name="図 5">
            <a:extLst>
              <a:ext uri="{FF2B5EF4-FFF2-40B4-BE49-F238E27FC236}">
                <a16:creationId xmlns:a16="http://schemas.microsoft.com/office/drawing/2014/main" id="{F6B153E8-B6B8-43D3-BE55-A17A4F896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1052736"/>
            <a:ext cx="7821116" cy="4772691"/>
          </a:xfrm>
          <a:prstGeom prst="rect">
            <a:avLst/>
          </a:prstGeom>
        </p:spPr>
      </p:pic>
    </p:spTree>
    <p:extLst>
      <p:ext uri="{BB962C8B-B14F-4D97-AF65-F5344CB8AC3E}">
        <p14:creationId xmlns:p14="http://schemas.microsoft.com/office/powerpoint/2010/main" val="4167785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02FA4826-1674-497A-B15C-D5BF39455786}"/>
              </a:ext>
            </a:extLst>
          </p:cNvPr>
          <p:cNvSpPr>
            <a:spLocks noGrp="1"/>
          </p:cNvSpPr>
          <p:nvPr>
            <p:ph type="title"/>
          </p:nvPr>
        </p:nvSpPr>
        <p:spPr/>
        <p:txBody>
          <a:bodyPr/>
          <a:lstStyle/>
          <a:p>
            <a:r>
              <a:rPr kumimoji="1" lang="ja-JP" altLang="en-US" dirty="0"/>
              <a:t>設備：プリアンプ</a:t>
            </a:r>
            <a:r>
              <a:rPr kumimoji="1" lang="en-US" altLang="ja-JP" dirty="0"/>
              <a:t>(LNA)</a:t>
            </a:r>
            <a:endParaRPr kumimoji="1" lang="ja-JP" altLang="en-US" dirty="0"/>
          </a:p>
        </p:txBody>
      </p:sp>
      <p:pic>
        <p:nvPicPr>
          <p:cNvPr id="10" name="図 9">
            <a:extLst>
              <a:ext uri="{FF2B5EF4-FFF2-40B4-BE49-F238E27FC236}">
                <a16:creationId xmlns:a16="http://schemas.microsoft.com/office/drawing/2014/main" id="{DA1ACF7E-8777-4F45-B4C3-5F0732D8DF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989983"/>
            <a:ext cx="7849695" cy="4239217"/>
          </a:xfrm>
          <a:prstGeom prst="rect">
            <a:avLst/>
          </a:prstGeom>
        </p:spPr>
      </p:pic>
      <p:sp>
        <p:nvSpPr>
          <p:cNvPr id="11" name="コンテンツ プレースホルダー 3">
            <a:extLst>
              <a:ext uri="{FF2B5EF4-FFF2-40B4-BE49-F238E27FC236}">
                <a16:creationId xmlns:a16="http://schemas.microsoft.com/office/drawing/2014/main" id="{4049116D-0951-4B63-89EA-10C5F0CFFF1E}"/>
              </a:ext>
            </a:extLst>
          </p:cNvPr>
          <p:cNvSpPr txBox="1">
            <a:spLocks/>
          </p:cNvSpPr>
          <p:nvPr/>
        </p:nvSpPr>
        <p:spPr bwMode="auto">
          <a:xfrm>
            <a:off x="838200" y="5825426"/>
            <a:ext cx="7772400" cy="627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Times" panose="02020603050405020304" pitchFamily="18" charset="0"/>
              <a:buBlip>
                <a:blip r:embed="rId3"/>
              </a:buBlip>
              <a:defRPr kumimoji="1" sz="2800" kern="1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4"/>
              </a:buBlip>
              <a:defRPr kumimoji="1" sz="2400" kern="1200">
                <a:solidFill>
                  <a:schemeClr val="tx1"/>
                </a:solidFill>
                <a:latin typeface="+mn-lt"/>
                <a:ea typeface="+mn-ea"/>
                <a:cs typeface="+mn-cs"/>
              </a:defRPr>
            </a:lvl2pPr>
            <a:lvl3pPr marL="1143000" indent="-228600" algn="l" rtl="0" eaLnBrk="1" fontAlgn="base" hangingPunct="1">
              <a:spcBef>
                <a:spcPct val="20000"/>
              </a:spcBef>
              <a:spcAft>
                <a:spcPct val="0"/>
              </a:spcAft>
              <a:buBlip>
                <a:blip r:embed="rId5"/>
              </a:buBlip>
              <a:defRPr kumimoji="1" sz="2000" kern="1200">
                <a:solidFill>
                  <a:schemeClr val="tx1"/>
                </a:solidFill>
                <a:latin typeface="+mn-lt"/>
                <a:ea typeface="+mn-ea"/>
                <a:cs typeface="+mn-cs"/>
              </a:defRPr>
            </a:lvl3pPr>
            <a:lvl4pPr marL="1600200" indent="-228600" algn="l" rtl="0" eaLnBrk="1" fontAlgn="base" hangingPunct="1">
              <a:spcBef>
                <a:spcPct val="20000"/>
              </a:spcBef>
              <a:spcAft>
                <a:spcPct val="0"/>
              </a:spcAft>
              <a:buBlip>
                <a:blip r:embed="rId6"/>
              </a:buBlip>
              <a:defRPr kumimoji="1" kern="1200">
                <a:solidFill>
                  <a:schemeClr val="tx1"/>
                </a:solidFill>
                <a:latin typeface="+mn-lt"/>
                <a:ea typeface="+mn-ea"/>
                <a:cs typeface="+mn-cs"/>
              </a:defRPr>
            </a:lvl4pPr>
            <a:lvl5pPr marL="2057400" indent="-228600" algn="l" rtl="0" eaLnBrk="1" fontAlgn="base" hangingPunct="1">
              <a:spcBef>
                <a:spcPct val="20000"/>
              </a:spcBef>
              <a:spcAft>
                <a:spcPct val="0"/>
              </a:spcAft>
              <a:buBlip>
                <a:blip r:embed="rId7"/>
              </a:buBlip>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固定リンク</a:t>
            </a:r>
            <a:r>
              <a:rPr lang="en-US" altLang="ja-JP" b="1" dirty="0"/>
              <a:t>:</a:t>
            </a:r>
            <a:r>
              <a:rPr lang="ja-JP" altLang="en-US" dirty="0"/>
              <a:t> </a:t>
            </a:r>
            <a:r>
              <a:rPr lang="en-US" altLang="ja-JP" dirty="0"/>
              <a:t>http://amzn.asia/cv99WMW</a:t>
            </a:r>
          </a:p>
        </p:txBody>
      </p:sp>
    </p:spTree>
    <p:extLst>
      <p:ext uri="{BB962C8B-B14F-4D97-AF65-F5344CB8AC3E}">
        <p14:creationId xmlns:p14="http://schemas.microsoft.com/office/powerpoint/2010/main" val="1058405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02FA4826-1674-497A-B15C-D5BF39455786}"/>
              </a:ext>
            </a:extLst>
          </p:cNvPr>
          <p:cNvSpPr>
            <a:spLocks noGrp="1"/>
          </p:cNvSpPr>
          <p:nvPr>
            <p:ph type="title"/>
          </p:nvPr>
        </p:nvSpPr>
        <p:spPr/>
        <p:txBody>
          <a:bodyPr/>
          <a:lstStyle/>
          <a:p>
            <a:r>
              <a:rPr kumimoji="1" lang="ja-JP" altLang="en-US" dirty="0"/>
              <a:t>設備：ケーブル</a:t>
            </a:r>
            <a:r>
              <a:rPr kumimoji="1" lang="en-US" altLang="ja-JP" dirty="0"/>
              <a:t>(</a:t>
            </a:r>
            <a:r>
              <a:rPr kumimoji="1" lang="ja-JP" altLang="en-US" dirty="0"/>
              <a:t>アンテナ</a:t>
            </a:r>
            <a:r>
              <a:rPr kumimoji="1" lang="en-US" altLang="ja-JP" dirty="0"/>
              <a:t>-</a:t>
            </a:r>
            <a:r>
              <a:rPr kumimoji="1" lang="ja-JP" altLang="en-US" dirty="0"/>
              <a:t>プリアンプ間</a:t>
            </a:r>
            <a:r>
              <a:rPr kumimoji="1" lang="en-US" altLang="ja-JP" dirty="0"/>
              <a:t>)</a:t>
            </a:r>
            <a:endParaRPr kumimoji="1" lang="ja-JP" altLang="en-US" dirty="0"/>
          </a:p>
        </p:txBody>
      </p:sp>
      <p:pic>
        <p:nvPicPr>
          <p:cNvPr id="5" name="コンテンツ プレースホルダー 4">
            <a:extLst>
              <a:ext uri="{FF2B5EF4-FFF2-40B4-BE49-F238E27FC236}">
                <a16:creationId xmlns:a16="http://schemas.microsoft.com/office/drawing/2014/main" id="{832DC95A-B447-45F8-9638-C975B7A84B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3394" y="923581"/>
            <a:ext cx="7602011" cy="4953691"/>
          </a:xfrm>
        </p:spPr>
      </p:pic>
      <p:sp>
        <p:nvSpPr>
          <p:cNvPr id="9" name="コンテンツ プレースホルダー 3">
            <a:extLst>
              <a:ext uri="{FF2B5EF4-FFF2-40B4-BE49-F238E27FC236}">
                <a16:creationId xmlns:a16="http://schemas.microsoft.com/office/drawing/2014/main" id="{568A4ACE-98FF-4699-9383-9AA67C7AF998}"/>
              </a:ext>
            </a:extLst>
          </p:cNvPr>
          <p:cNvSpPr txBox="1">
            <a:spLocks/>
          </p:cNvSpPr>
          <p:nvPr/>
        </p:nvSpPr>
        <p:spPr bwMode="auto">
          <a:xfrm>
            <a:off x="838200" y="5825426"/>
            <a:ext cx="7772400" cy="627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Times" panose="02020603050405020304" pitchFamily="18" charset="0"/>
              <a:buBlip>
                <a:blip r:embed="rId3"/>
              </a:buBlip>
              <a:defRPr kumimoji="1" sz="2800" kern="1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4"/>
              </a:buBlip>
              <a:defRPr kumimoji="1" sz="2400" kern="1200">
                <a:solidFill>
                  <a:schemeClr val="tx1"/>
                </a:solidFill>
                <a:latin typeface="+mn-lt"/>
                <a:ea typeface="+mn-ea"/>
                <a:cs typeface="+mn-cs"/>
              </a:defRPr>
            </a:lvl2pPr>
            <a:lvl3pPr marL="1143000" indent="-228600" algn="l" rtl="0" eaLnBrk="1" fontAlgn="base" hangingPunct="1">
              <a:spcBef>
                <a:spcPct val="20000"/>
              </a:spcBef>
              <a:spcAft>
                <a:spcPct val="0"/>
              </a:spcAft>
              <a:buBlip>
                <a:blip r:embed="rId5"/>
              </a:buBlip>
              <a:defRPr kumimoji="1" sz="2000" kern="1200">
                <a:solidFill>
                  <a:schemeClr val="tx1"/>
                </a:solidFill>
                <a:latin typeface="+mn-lt"/>
                <a:ea typeface="+mn-ea"/>
                <a:cs typeface="+mn-cs"/>
              </a:defRPr>
            </a:lvl3pPr>
            <a:lvl4pPr marL="1600200" indent="-228600" algn="l" rtl="0" eaLnBrk="1" fontAlgn="base" hangingPunct="1">
              <a:spcBef>
                <a:spcPct val="20000"/>
              </a:spcBef>
              <a:spcAft>
                <a:spcPct val="0"/>
              </a:spcAft>
              <a:buBlip>
                <a:blip r:embed="rId6"/>
              </a:buBlip>
              <a:defRPr kumimoji="1" kern="1200">
                <a:solidFill>
                  <a:schemeClr val="tx1"/>
                </a:solidFill>
                <a:latin typeface="+mn-lt"/>
                <a:ea typeface="+mn-ea"/>
                <a:cs typeface="+mn-cs"/>
              </a:defRPr>
            </a:lvl4pPr>
            <a:lvl5pPr marL="2057400" indent="-228600" algn="l" rtl="0" eaLnBrk="1" fontAlgn="base" hangingPunct="1">
              <a:spcBef>
                <a:spcPct val="20000"/>
              </a:spcBef>
              <a:spcAft>
                <a:spcPct val="0"/>
              </a:spcAft>
              <a:buBlip>
                <a:blip r:embed="rId7"/>
              </a:buBlip>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固定リンク</a:t>
            </a:r>
            <a:r>
              <a:rPr lang="en-US" altLang="ja-JP" b="1" dirty="0"/>
              <a:t>:</a:t>
            </a:r>
            <a:r>
              <a:rPr lang="ja-JP" altLang="en-US" dirty="0"/>
              <a:t> </a:t>
            </a:r>
            <a:r>
              <a:rPr lang="en-US" altLang="ja-JP" dirty="0"/>
              <a:t>http://amzn.asia/9Crd3vH</a:t>
            </a:r>
          </a:p>
        </p:txBody>
      </p:sp>
    </p:spTree>
    <p:extLst>
      <p:ext uri="{BB962C8B-B14F-4D97-AF65-F5344CB8AC3E}">
        <p14:creationId xmlns:p14="http://schemas.microsoft.com/office/powerpoint/2010/main" val="2263559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02FA4826-1674-497A-B15C-D5BF39455786}"/>
              </a:ext>
            </a:extLst>
          </p:cNvPr>
          <p:cNvSpPr>
            <a:spLocks noGrp="1"/>
          </p:cNvSpPr>
          <p:nvPr>
            <p:ph type="title"/>
          </p:nvPr>
        </p:nvSpPr>
        <p:spPr/>
        <p:txBody>
          <a:bodyPr/>
          <a:lstStyle/>
          <a:p>
            <a:r>
              <a:rPr lang="ja-JP" altLang="en-US" dirty="0"/>
              <a:t>設備：ケーブル</a:t>
            </a:r>
            <a:r>
              <a:rPr lang="en-US" altLang="ja-JP" dirty="0"/>
              <a:t>(SDR-</a:t>
            </a:r>
            <a:r>
              <a:rPr lang="ja-JP" altLang="en-US" dirty="0"/>
              <a:t>プリアンプ間</a:t>
            </a:r>
            <a:r>
              <a:rPr lang="en-US" altLang="ja-JP" dirty="0"/>
              <a:t>)</a:t>
            </a:r>
            <a:endParaRPr kumimoji="1" lang="ja-JP" altLang="en-US" dirty="0"/>
          </a:p>
        </p:txBody>
      </p:sp>
      <p:pic>
        <p:nvPicPr>
          <p:cNvPr id="8" name="図 7">
            <a:extLst>
              <a:ext uri="{FF2B5EF4-FFF2-40B4-BE49-F238E27FC236}">
                <a16:creationId xmlns:a16="http://schemas.microsoft.com/office/drawing/2014/main" id="{F161C052-D396-4473-8401-1362C891C1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099" y="980728"/>
            <a:ext cx="7887801" cy="4324954"/>
          </a:xfrm>
          <a:prstGeom prst="rect">
            <a:avLst/>
          </a:prstGeom>
        </p:spPr>
      </p:pic>
      <p:sp>
        <p:nvSpPr>
          <p:cNvPr id="11" name="コンテンツ プレースホルダー 3">
            <a:extLst>
              <a:ext uri="{FF2B5EF4-FFF2-40B4-BE49-F238E27FC236}">
                <a16:creationId xmlns:a16="http://schemas.microsoft.com/office/drawing/2014/main" id="{29C8C010-9515-4CCF-9B9E-2F33E36C387A}"/>
              </a:ext>
            </a:extLst>
          </p:cNvPr>
          <p:cNvSpPr txBox="1">
            <a:spLocks/>
          </p:cNvSpPr>
          <p:nvPr/>
        </p:nvSpPr>
        <p:spPr bwMode="auto">
          <a:xfrm>
            <a:off x="838200" y="5825426"/>
            <a:ext cx="7772400" cy="6277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Times" panose="02020603050405020304" pitchFamily="18" charset="0"/>
              <a:buBlip>
                <a:blip r:embed="rId3"/>
              </a:buBlip>
              <a:defRPr kumimoji="1" sz="2800" kern="1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4"/>
              </a:buBlip>
              <a:defRPr kumimoji="1" sz="2400" kern="1200">
                <a:solidFill>
                  <a:schemeClr val="tx1"/>
                </a:solidFill>
                <a:latin typeface="+mn-lt"/>
                <a:ea typeface="+mn-ea"/>
                <a:cs typeface="+mn-cs"/>
              </a:defRPr>
            </a:lvl2pPr>
            <a:lvl3pPr marL="1143000" indent="-228600" algn="l" rtl="0" eaLnBrk="1" fontAlgn="base" hangingPunct="1">
              <a:spcBef>
                <a:spcPct val="20000"/>
              </a:spcBef>
              <a:spcAft>
                <a:spcPct val="0"/>
              </a:spcAft>
              <a:buBlip>
                <a:blip r:embed="rId5"/>
              </a:buBlip>
              <a:defRPr kumimoji="1" sz="2000" kern="1200">
                <a:solidFill>
                  <a:schemeClr val="tx1"/>
                </a:solidFill>
                <a:latin typeface="+mn-lt"/>
                <a:ea typeface="+mn-ea"/>
                <a:cs typeface="+mn-cs"/>
              </a:defRPr>
            </a:lvl3pPr>
            <a:lvl4pPr marL="1600200" indent="-228600" algn="l" rtl="0" eaLnBrk="1" fontAlgn="base" hangingPunct="1">
              <a:spcBef>
                <a:spcPct val="20000"/>
              </a:spcBef>
              <a:spcAft>
                <a:spcPct val="0"/>
              </a:spcAft>
              <a:buBlip>
                <a:blip r:embed="rId6"/>
              </a:buBlip>
              <a:defRPr kumimoji="1" kern="1200">
                <a:solidFill>
                  <a:schemeClr val="tx1"/>
                </a:solidFill>
                <a:latin typeface="+mn-lt"/>
                <a:ea typeface="+mn-ea"/>
                <a:cs typeface="+mn-cs"/>
              </a:defRPr>
            </a:lvl4pPr>
            <a:lvl5pPr marL="2057400" indent="-228600" algn="l" rtl="0" eaLnBrk="1" fontAlgn="base" hangingPunct="1">
              <a:spcBef>
                <a:spcPct val="20000"/>
              </a:spcBef>
              <a:spcAft>
                <a:spcPct val="0"/>
              </a:spcAft>
              <a:buBlip>
                <a:blip r:embed="rId7"/>
              </a:buBlip>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b="1" dirty="0"/>
              <a:t>固定リンク</a:t>
            </a:r>
            <a:r>
              <a:rPr lang="en-US" altLang="ja-JP" b="1" dirty="0"/>
              <a:t>:</a:t>
            </a:r>
            <a:r>
              <a:rPr lang="ja-JP" altLang="en-US" dirty="0"/>
              <a:t> </a:t>
            </a:r>
            <a:r>
              <a:rPr lang="en-US" altLang="ja-JP" dirty="0"/>
              <a:t>http://amzn.asia/gqdZ45W</a:t>
            </a:r>
          </a:p>
        </p:txBody>
      </p:sp>
    </p:spTree>
    <p:extLst>
      <p:ext uri="{BB962C8B-B14F-4D97-AF65-F5344CB8AC3E}">
        <p14:creationId xmlns:p14="http://schemas.microsoft.com/office/powerpoint/2010/main" val="199701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803D9CB-9757-4459-A5D2-C67244DA0A37}"/>
              </a:ext>
            </a:extLst>
          </p:cNvPr>
          <p:cNvSpPr>
            <a:spLocks noGrp="1"/>
          </p:cNvSpPr>
          <p:nvPr>
            <p:ph type="title"/>
          </p:nvPr>
        </p:nvSpPr>
        <p:spPr/>
        <p:txBody>
          <a:bodyPr/>
          <a:lstStyle/>
          <a:p>
            <a:r>
              <a:rPr kumimoji="1" lang="ja-JP" altLang="en-US" dirty="0"/>
              <a:t>完成</a:t>
            </a:r>
            <a:r>
              <a:rPr lang="ja-JP" altLang="en-US" dirty="0"/>
              <a:t>！科学教育向け衛星</a:t>
            </a:r>
            <a:r>
              <a:rPr kumimoji="1" lang="ja-JP" altLang="en-US" dirty="0"/>
              <a:t>地上局の図</a:t>
            </a:r>
          </a:p>
        </p:txBody>
      </p:sp>
      <p:pic>
        <p:nvPicPr>
          <p:cNvPr id="5" name="コンテンツ プレースホルダー 4">
            <a:extLst>
              <a:ext uri="{FF2B5EF4-FFF2-40B4-BE49-F238E27FC236}">
                <a16:creationId xmlns:a16="http://schemas.microsoft.com/office/drawing/2014/main" id="{0BBBC118-50DF-46FE-9C38-0CCDDE2A3A7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6758"/>
          <a:stretch/>
        </p:blipFill>
        <p:spPr>
          <a:xfrm>
            <a:off x="-180528" y="981670"/>
            <a:ext cx="7103533" cy="4967610"/>
          </a:xfrm>
        </p:spPr>
      </p:pic>
      <p:pic>
        <p:nvPicPr>
          <p:cNvPr id="4" name="図 3">
            <a:extLst>
              <a:ext uri="{FF2B5EF4-FFF2-40B4-BE49-F238E27FC236}">
                <a16:creationId xmlns:a16="http://schemas.microsoft.com/office/drawing/2014/main" id="{ED3A7F37-AE3E-4F49-9F1D-80B00C0A03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5909350" y="3675827"/>
            <a:ext cx="3702806" cy="2777105"/>
          </a:xfrm>
          <a:prstGeom prst="rect">
            <a:avLst/>
          </a:prstGeom>
        </p:spPr>
      </p:pic>
      <p:sp>
        <p:nvSpPr>
          <p:cNvPr id="6" name="コンテンツ プレースホルダー 2">
            <a:extLst>
              <a:ext uri="{FF2B5EF4-FFF2-40B4-BE49-F238E27FC236}">
                <a16:creationId xmlns:a16="http://schemas.microsoft.com/office/drawing/2014/main" id="{BF9C1EB8-4F8B-4BF1-8092-BB7777281557}"/>
              </a:ext>
            </a:extLst>
          </p:cNvPr>
          <p:cNvSpPr txBox="1">
            <a:spLocks/>
          </p:cNvSpPr>
          <p:nvPr/>
        </p:nvSpPr>
        <p:spPr bwMode="auto">
          <a:xfrm>
            <a:off x="472008" y="6093296"/>
            <a:ext cx="7772400" cy="50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Times" panose="02020603050405020304" pitchFamily="18" charset="0"/>
              <a:buBlip>
                <a:blip r:embed="rId4"/>
              </a:buBlip>
              <a:defRPr kumimoji="1" sz="2800" kern="1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5"/>
              </a:buBlip>
              <a:defRPr kumimoji="1" sz="2400" kern="1200">
                <a:solidFill>
                  <a:schemeClr val="tx1"/>
                </a:solidFill>
                <a:latin typeface="+mn-lt"/>
                <a:ea typeface="+mn-ea"/>
                <a:cs typeface="+mn-cs"/>
              </a:defRPr>
            </a:lvl2pPr>
            <a:lvl3pPr marL="1143000" indent="-228600" algn="l" rtl="0" eaLnBrk="1" fontAlgn="base" hangingPunct="1">
              <a:spcBef>
                <a:spcPct val="20000"/>
              </a:spcBef>
              <a:spcAft>
                <a:spcPct val="0"/>
              </a:spcAft>
              <a:buBlip>
                <a:blip r:embed="rId6"/>
              </a:buBlip>
              <a:defRPr kumimoji="1" sz="2000" kern="1200">
                <a:solidFill>
                  <a:schemeClr val="tx1"/>
                </a:solidFill>
                <a:latin typeface="+mn-lt"/>
                <a:ea typeface="+mn-ea"/>
                <a:cs typeface="+mn-cs"/>
              </a:defRPr>
            </a:lvl3pPr>
            <a:lvl4pPr marL="1600200" indent="-228600" algn="l" rtl="0" eaLnBrk="1" fontAlgn="base" hangingPunct="1">
              <a:spcBef>
                <a:spcPct val="20000"/>
              </a:spcBef>
              <a:spcAft>
                <a:spcPct val="0"/>
              </a:spcAft>
              <a:buBlip>
                <a:blip r:embed="rId7"/>
              </a:buBlip>
              <a:defRPr kumimoji="1" kern="1200">
                <a:solidFill>
                  <a:schemeClr val="tx1"/>
                </a:solidFill>
                <a:latin typeface="+mn-lt"/>
                <a:ea typeface="+mn-ea"/>
                <a:cs typeface="+mn-cs"/>
              </a:defRPr>
            </a:lvl4pPr>
            <a:lvl5pPr marL="2057400" indent="-228600" algn="l" rtl="0" eaLnBrk="1" fontAlgn="base" hangingPunct="1">
              <a:spcBef>
                <a:spcPct val="20000"/>
              </a:spcBef>
              <a:spcAft>
                <a:spcPct val="0"/>
              </a:spcAft>
              <a:buBlip>
                <a:blip r:embed="rId8"/>
              </a:buBlip>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000" dirty="0"/>
              <a:t>詳しいセットアップ方法</a:t>
            </a:r>
            <a:endParaRPr lang="en-US" altLang="ja-JP" sz="2000" dirty="0"/>
          </a:p>
          <a:p>
            <a:pPr lvl="1"/>
            <a:r>
              <a:rPr lang="en-US" altLang="ja-JP" sz="1600" dirty="0">
                <a:hlinkClick r:id="rId9"/>
              </a:rPr>
              <a:t>https://www.slideshare.net/noritsuna/5000-77691748</a:t>
            </a:r>
            <a:endParaRPr lang="en-US" altLang="ja-JP" sz="1600" dirty="0"/>
          </a:p>
        </p:txBody>
      </p:sp>
    </p:spTree>
    <p:extLst>
      <p:ext uri="{BB962C8B-B14F-4D97-AF65-F5344CB8AC3E}">
        <p14:creationId xmlns:p14="http://schemas.microsoft.com/office/powerpoint/2010/main" val="2420464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9A61A0B-1C92-4F26-BC79-D11B4A11541B}"/>
              </a:ext>
            </a:extLst>
          </p:cNvPr>
          <p:cNvSpPr>
            <a:spLocks noGrp="1"/>
          </p:cNvSpPr>
          <p:nvPr>
            <p:ph idx="1"/>
          </p:nvPr>
        </p:nvSpPr>
        <p:spPr/>
        <p:txBody>
          <a:bodyPr/>
          <a:lstStyle/>
          <a:p>
            <a:endParaRPr kumimoji="1" lang="en-US" altLang="ja-JP" dirty="0"/>
          </a:p>
          <a:p>
            <a:endParaRPr lang="en-US" altLang="ja-JP" dirty="0"/>
          </a:p>
          <a:p>
            <a:endParaRPr kumimoji="1" lang="en-US" altLang="ja-JP" dirty="0"/>
          </a:p>
          <a:p>
            <a:pPr marL="0" indent="0">
              <a:buNone/>
            </a:pPr>
            <a:endParaRPr kumimoji="1" lang="en-US" altLang="ja-JP" dirty="0"/>
          </a:p>
          <a:p>
            <a:pPr algn="ctr"/>
            <a:r>
              <a:rPr lang="ja-JP" altLang="en-US" sz="3600" dirty="0"/>
              <a:t>これを地上局として使えないか？</a:t>
            </a:r>
            <a:endParaRPr kumimoji="1" lang="en-US" altLang="ja-JP" sz="3600" dirty="0"/>
          </a:p>
        </p:txBody>
      </p:sp>
    </p:spTree>
    <p:extLst>
      <p:ext uri="{BB962C8B-B14F-4D97-AF65-F5344CB8AC3E}">
        <p14:creationId xmlns:p14="http://schemas.microsoft.com/office/powerpoint/2010/main" val="4250995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68EBBE-05B8-4B7C-A891-E00031BD0719}"/>
              </a:ext>
            </a:extLst>
          </p:cNvPr>
          <p:cNvSpPr>
            <a:spLocks noGrp="1"/>
          </p:cNvSpPr>
          <p:nvPr>
            <p:ph type="title"/>
          </p:nvPr>
        </p:nvSpPr>
        <p:spPr/>
        <p:txBody>
          <a:bodyPr/>
          <a:lstStyle/>
          <a:p>
            <a:r>
              <a:rPr lang="ja-JP" altLang="en-US" dirty="0"/>
              <a:t>通常の衛星地上局としての問題点</a:t>
            </a:r>
            <a:endParaRPr kumimoji="1" lang="ja-JP" altLang="en-US" dirty="0"/>
          </a:p>
        </p:txBody>
      </p:sp>
      <p:graphicFrame>
        <p:nvGraphicFramePr>
          <p:cNvPr id="4" name="コンテンツ プレースホルダー 3">
            <a:extLst>
              <a:ext uri="{FF2B5EF4-FFF2-40B4-BE49-F238E27FC236}">
                <a16:creationId xmlns:a16="http://schemas.microsoft.com/office/drawing/2014/main" id="{FCA7397B-1D00-43F8-BC1E-D6CDD0456739}"/>
              </a:ext>
            </a:extLst>
          </p:cNvPr>
          <p:cNvGraphicFramePr>
            <a:graphicFrameLocks noGrp="1"/>
          </p:cNvGraphicFramePr>
          <p:nvPr>
            <p:ph idx="1"/>
            <p:extLst>
              <p:ext uri="{D42A27DB-BD31-4B8C-83A1-F6EECF244321}">
                <p14:modId xmlns:p14="http://schemas.microsoft.com/office/powerpoint/2010/main" val="3515573181"/>
              </p:ext>
            </p:extLst>
          </p:nvPr>
        </p:nvGraphicFramePr>
        <p:xfrm>
          <a:off x="395536" y="908050"/>
          <a:ext cx="8640960" cy="57613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6462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FC4B50-34F9-47D3-A620-BFA6E6233D57}"/>
              </a:ext>
            </a:extLst>
          </p:cNvPr>
          <p:cNvSpPr>
            <a:spLocks noGrp="1"/>
          </p:cNvSpPr>
          <p:nvPr>
            <p:ph type="title"/>
          </p:nvPr>
        </p:nvSpPr>
        <p:spPr/>
        <p:txBody>
          <a:bodyPr/>
          <a:lstStyle/>
          <a:p>
            <a:r>
              <a:rPr lang="en-US" altLang="ja-JP" dirty="0"/>
              <a:t>SDR</a:t>
            </a:r>
            <a:r>
              <a:rPr lang="ja-JP" altLang="en-US" dirty="0"/>
              <a:t> </a:t>
            </a:r>
            <a:r>
              <a:rPr lang="en-US" altLang="ja-JP" dirty="0"/>
              <a:t>+ GUN Radio</a:t>
            </a:r>
            <a:r>
              <a:rPr lang="ja-JP" altLang="en-US" dirty="0"/>
              <a:t>とは？</a:t>
            </a:r>
            <a:endParaRPr kumimoji="1" lang="ja-JP" altLang="en-US" dirty="0"/>
          </a:p>
        </p:txBody>
      </p:sp>
      <p:sp>
        <p:nvSpPr>
          <p:cNvPr id="3" name="コンテンツ プレースホルダー 2">
            <a:extLst>
              <a:ext uri="{FF2B5EF4-FFF2-40B4-BE49-F238E27FC236}">
                <a16:creationId xmlns:a16="http://schemas.microsoft.com/office/drawing/2014/main" id="{8B633328-0301-466F-88AD-F9062AC648F1}"/>
              </a:ext>
            </a:extLst>
          </p:cNvPr>
          <p:cNvSpPr>
            <a:spLocks noGrp="1"/>
          </p:cNvSpPr>
          <p:nvPr>
            <p:ph idx="1"/>
          </p:nvPr>
        </p:nvSpPr>
        <p:spPr>
          <a:xfrm>
            <a:off x="628650" y="1093886"/>
            <a:ext cx="7886700" cy="4351338"/>
          </a:xfrm>
        </p:spPr>
        <p:txBody>
          <a:bodyPr/>
          <a:lstStyle/>
          <a:p>
            <a:r>
              <a:rPr lang="en-US" altLang="ja-JP" dirty="0"/>
              <a:t>SDR</a:t>
            </a:r>
            <a:r>
              <a:rPr lang="ja-JP" altLang="en-US" dirty="0"/>
              <a:t>無線機</a:t>
            </a:r>
            <a:r>
              <a:rPr lang="ja-JP" altLang="ja-JP" dirty="0"/>
              <a:t>と信号処理ブロックを提供するために開発された</a:t>
            </a:r>
            <a:r>
              <a:rPr lang="en-US" altLang="ja-JP" dirty="0"/>
              <a:t>GNU Radio</a:t>
            </a:r>
            <a:r>
              <a:rPr lang="ja-JP" altLang="ja-JP" dirty="0"/>
              <a:t>を組み合わせて信号処理を行うことで、簡単に様々な変調方式やエラー訂正などに対応できる</a:t>
            </a:r>
            <a:endParaRPr lang="en-US" altLang="ja-JP" dirty="0"/>
          </a:p>
        </p:txBody>
      </p:sp>
      <p:pic>
        <p:nvPicPr>
          <p:cNvPr id="4" name="図 3">
            <a:extLst>
              <a:ext uri="{FF2B5EF4-FFF2-40B4-BE49-F238E27FC236}">
                <a16:creationId xmlns:a16="http://schemas.microsoft.com/office/drawing/2014/main" id="{AAC2BFC2-51FE-4C3D-BC34-D2670E41CCD3}"/>
              </a:ext>
            </a:extLst>
          </p:cNvPr>
          <p:cNvPicPr/>
          <p:nvPr/>
        </p:nvPicPr>
        <p:blipFill>
          <a:blip r:embed="rId2">
            <a:extLst>
              <a:ext uri="{28A0092B-C50C-407E-A947-70E740481C1C}">
                <a14:useLocalDpi xmlns:a14="http://schemas.microsoft.com/office/drawing/2010/main" val="0"/>
              </a:ext>
            </a:extLst>
          </a:blip>
          <a:stretch>
            <a:fillRect/>
          </a:stretch>
        </p:blipFill>
        <p:spPr>
          <a:xfrm>
            <a:off x="1691680" y="2995086"/>
            <a:ext cx="5837358" cy="3862914"/>
          </a:xfrm>
          <a:prstGeom prst="rect">
            <a:avLst/>
          </a:prstGeom>
        </p:spPr>
      </p:pic>
    </p:spTree>
    <p:extLst>
      <p:ext uri="{BB962C8B-B14F-4D97-AF65-F5344CB8AC3E}">
        <p14:creationId xmlns:p14="http://schemas.microsoft.com/office/powerpoint/2010/main" val="1113835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9A61A0B-1C92-4F26-BC79-D11B4A11541B}"/>
              </a:ext>
            </a:extLst>
          </p:cNvPr>
          <p:cNvSpPr>
            <a:spLocks noGrp="1"/>
          </p:cNvSpPr>
          <p:nvPr>
            <p:ph idx="1"/>
          </p:nvPr>
        </p:nvSpPr>
        <p:spPr/>
        <p:txBody>
          <a:bodyPr/>
          <a:lstStyle/>
          <a:p>
            <a:endParaRPr kumimoji="1" lang="en-US" altLang="ja-JP" dirty="0"/>
          </a:p>
          <a:p>
            <a:endParaRPr lang="en-US" altLang="ja-JP" dirty="0"/>
          </a:p>
          <a:p>
            <a:endParaRPr kumimoji="1" lang="en-US" altLang="ja-JP" dirty="0"/>
          </a:p>
          <a:p>
            <a:pPr marL="0" indent="0">
              <a:buNone/>
            </a:pPr>
            <a:endParaRPr kumimoji="1" lang="en-US" altLang="ja-JP" dirty="0"/>
          </a:p>
          <a:p>
            <a:pPr algn="ctr"/>
            <a:r>
              <a:rPr kumimoji="1" lang="ja-JP" altLang="en-US" sz="3600" dirty="0"/>
              <a:t>次世代衛星地上局</a:t>
            </a:r>
            <a:endParaRPr kumimoji="1" lang="en-US" altLang="ja-JP" sz="3600" dirty="0"/>
          </a:p>
        </p:txBody>
      </p:sp>
    </p:spTree>
    <p:extLst>
      <p:ext uri="{BB962C8B-B14F-4D97-AF65-F5344CB8AC3E}">
        <p14:creationId xmlns:p14="http://schemas.microsoft.com/office/powerpoint/2010/main" val="908879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240E96F-228E-41F8-B190-2354A33FE16D}"/>
              </a:ext>
            </a:extLst>
          </p:cNvPr>
          <p:cNvSpPr>
            <a:spLocks noGrp="1"/>
          </p:cNvSpPr>
          <p:nvPr>
            <p:ph type="title"/>
          </p:nvPr>
        </p:nvSpPr>
        <p:spPr/>
        <p:txBody>
          <a:bodyPr/>
          <a:lstStyle/>
          <a:p>
            <a:r>
              <a:rPr lang="ja-JP" altLang="en-US" dirty="0"/>
              <a:t>次世代衛星地上局の仕様</a:t>
            </a:r>
            <a:endParaRPr kumimoji="1" lang="ja-JP" altLang="en-US" dirty="0"/>
          </a:p>
        </p:txBody>
      </p:sp>
      <p:graphicFrame>
        <p:nvGraphicFramePr>
          <p:cNvPr id="4" name="コンテンツ プレースホルダー 3">
            <a:extLst>
              <a:ext uri="{FF2B5EF4-FFF2-40B4-BE49-F238E27FC236}">
                <a16:creationId xmlns:a16="http://schemas.microsoft.com/office/drawing/2014/main" id="{97D29052-F63F-4C8E-9EAC-876FC047E6C6}"/>
              </a:ext>
            </a:extLst>
          </p:cNvPr>
          <p:cNvGraphicFramePr>
            <a:graphicFrameLocks noGrp="1"/>
          </p:cNvGraphicFramePr>
          <p:nvPr>
            <p:ph idx="1"/>
            <p:extLst>
              <p:ext uri="{D42A27DB-BD31-4B8C-83A1-F6EECF244321}">
                <p14:modId xmlns:p14="http://schemas.microsoft.com/office/powerpoint/2010/main" val="3962075886"/>
              </p:ext>
            </p:extLst>
          </p:nvPr>
        </p:nvGraphicFramePr>
        <p:xfrm>
          <a:off x="2267744" y="1125538"/>
          <a:ext cx="7772400" cy="5327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5" name="グループ化 4">
            <a:extLst>
              <a:ext uri="{FF2B5EF4-FFF2-40B4-BE49-F238E27FC236}">
                <a16:creationId xmlns:a16="http://schemas.microsoft.com/office/drawing/2014/main" id="{36CFBF2B-DE8D-49FD-8BCE-F42F502F1DEC}"/>
              </a:ext>
            </a:extLst>
          </p:cNvPr>
          <p:cNvGrpSpPr/>
          <p:nvPr/>
        </p:nvGrpSpPr>
        <p:grpSpPr>
          <a:xfrm>
            <a:off x="1260153" y="2997472"/>
            <a:ext cx="1655663" cy="1655664"/>
            <a:chOff x="3648625" y="1475953"/>
            <a:chExt cx="2375743" cy="2375743"/>
          </a:xfrm>
        </p:grpSpPr>
        <p:sp>
          <p:nvSpPr>
            <p:cNvPr id="6" name="楕円 5">
              <a:extLst>
                <a:ext uri="{FF2B5EF4-FFF2-40B4-BE49-F238E27FC236}">
                  <a16:creationId xmlns:a16="http://schemas.microsoft.com/office/drawing/2014/main" id="{8456645C-87E5-460F-A296-A2B09A398C27}"/>
                </a:ext>
              </a:extLst>
            </p:cNvPr>
            <p:cNvSpPr/>
            <p:nvPr/>
          </p:nvSpPr>
          <p:spPr>
            <a:xfrm>
              <a:off x="3648625" y="1475953"/>
              <a:ext cx="2375743" cy="2375743"/>
            </a:xfrm>
            <a:prstGeom prst="ellipse">
              <a:avLst/>
            </a:prstGeom>
            <a:solidFill>
              <a:schemeClr val="accent4">
                <a:lumMod val="60000"/>
                <a:lumOff val="40000"/>
              </a:schemeClr>
            </a:solidFill>
          </p:spPr>
          <p:style>
            <a:lnRef idx="2">
              <a:schemeClr val="lt1">
                <a:hueOff val="0"/>
                <a:satOff val="0"/>
                <a:lumOff val="0"/>
                <a:alphaOff val="0"/>
              </a:schemeClr>
            </a:lnRef>
            <a:fillRef idx="1">
              <a:schemeClr val="accent5">
                <a:hueOff val="-9933876"/>
                <a:satOff val="39811"/>
                <a:lumOff val="8628"/>
                <a:alphaOff val="0"/>
              </a:schemeClr>
            </a:fillRef>
            <a:effectRef idx="0">
              <a:schemeClr val="accent5">
                <a:hueOff val="-9933876"/>
                <a:satOff val="39811"/>
                <a:lumOff val="8628"/>
                <a:alphaOff val="0"/>
              </a:schemeClr>
            </a:effectRef>
            <a:fontRef idx="minor">
              <a:schemeClr val="lt1"/>
            </a:fontRef>
          </p:style>
        </p:sp>
        <p:sp>
          <p:nvSpPr>
            <p:cNvPr id="7" name="楕円 4">
              <a:extLst>
                <a:ext uri="{FF2B5EF4-FFF2-40B4-BE49-F238E27FC236}">
                  <a16:creationId xmlns:a16="http://schemas.microsoft.com/office/drawing/2014/main" id="{8CE4DD59-398B-4D64-84B2-AE810509E801}"/>
                </a:ext>
              </a:extLst>
            </p:cNvPr>
            <p:cNvSpPr txBox="1"/>
            <p:nvPr/>
          </p:nvSpPr>
          <p:spPr>
            <a:xfrm>
              <a:off x="3996545" y="1823873"/>
              <a:ext cx="1679903" cy="16799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r>
                <a:rPr lang="ja-JP" altLang="en-US" sz="1700" dirty="0"/>
                <a:t>既存の衛星地上局</a:t>
              </a:r>
              <a:endParaRPr kumimoji="1" lang="ja-JP" altLang="en-US" sz="1700" kern="1200" dirty="0"/>
            </a:p>
          </p:txBody>
        </p:sp>
      </p:grpSp>
      <p:grpSp>
        <p:nvGrpSpPr>
          <p:cNvPr id="8" name="グループ化 7">
            <a:extLst>
              <a:ext uri="{FF2B5EF4-FFF2-40B4-BE49-F238E27FC236}">
                <a16:creationId xmlns:a16="http://schemas.microsoft.com/office/drawing/2014/main" id="{36C78914-6468-4D06-B90B-E489CD1E8E63}"/>
              </a:ext>
            </a:extLst>
          </p:cNvPr>
          <p:cNvGrpSpPr/>
          <p:nvPr/>
        </p:nvGrpSpPr>
        <p:grpSpPr>
          <a:xfrm>
            <a:off x="3131840" y="3388107"/>
            <a:ext cx="688965" cy="688965"/>
            <a:chOff x="1997484" y="1284468"/>
            <a:chExt cx="688965" cy="688965"/>
          </a:xfrm>
          <a:solidFill>
            <a:schemeClr val="accent4">
              <a:lumMod val="60000"/>
              <a:lumOff val="40000"/>
            </a:schemeClr>
          </a:solidFill>
        </p:grpSpPr>
        <p:sp>
          <p:nvSpPr>
            <p:cNvPr id="9" name="加算記号 8">
              <a:extLst>
                <a:ext uri="{FF2B5EF4-FFF2-40B4-BE49-F238E27FC236}">
                  <a16:creationId xmlns:a16="http://schemas.microsoft.com/office/drawing/2014/main" id="{BC5C4C00-0670-4C79-A74F-8F3C14988AD3}"/>
                </a:ext>
              </a:extLst>
            </p:cNvPr>
            <p:cNvSpPr/>
            <p:nvPr/>
          </p:nvSpPr>
          <p:spPr>
            <a:xfrm>
              <a:off x="1997484" y="1284468"/>
              <a:ext cx="688965" cy="688965"/>
            </a:xfrm>
            <a:prstGeom prst="mathPlus">
              <a:avLst/>
            </a:prstGeom>
            <a:grpFill/>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10" name="加算記号 4">
              <a:extLst>
                <a:ext uri="{FF2B5EF4-FFF2-40B4-BE49-F238E27FC236}">
                  <a16:creationId xmlns:a16="http://schemas.microsoft.com/office/drawing/2014/main" id="{1BCAE7F8-3EE9-4A5B-827C-4F5364FF9FB7}"/>
                </a:ext>
              </a:extLst>
            </p:cNvPr>
            <p:cNvSpPr txBox="1"/>
            <p:nvPr/>
          </p:nvSpPr>
          <p:spPr>
            <a:xfrm>
              <a:off x="2088806" y="1547928"/>
              <a:ext cx="506321" cy="16204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p>
          </p:txBody>
        </p:sp>
      </p:grpSp>
    </p:spTree>
    <p:extLst>
      <p:ext uri="{BB962C8B-B14F-4D97-AF65-F5344CB8AC3E}">
        <p14:creationId xmlns:p14="http://schemas.microsoft.com/office/powerpoint/2010/main" val="19553814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9A61A0B-1C92-4F26-BC79-D11B4A11541B}"/>
              </a:ext>
            </a:extLst>
          </p:cNvPr>
          <p:cNvSpPr>
            <a:spLocks noGrp="1"/>
          </p:cNvSpPr>
          <p:nvPr>
            <p:ph idx="1"/>
          </p:nvPr>
        </p:nvSpPr>
        <p:spPr/>
        <p:txBody>
          <a:bodyPr/>
          <a:lstStyle/>
          <a:p>
            <a:endParaRPr kumimoji="1" lang="en-US" altLang="ja-JP" dirty="0"/>
          </a:p>
          <a:p>
            <a:endParaRPr lang="en-US" altLang="ja-JP" dirty="0"/>
          </a:p>
          <a:p>
            <a:endParaRPr kumimoji="1" lang="en-US" altLang="ja-JP" dirty="0"/>
          </a:p>
          <a:p>
            <a:pPr marL="0" indent="0">
              <a:buNone/>
            </a:pPr>
            <a:endParaRPr kumimoji="1" lang="en-US" altLang="ja-JP" dirty="0"/>
          </a:p>
          <a:p>
            <a:pPr algn="ctr"/>
            <a:r>
              <a:rPr lang="en-US" altLang="ja-JP" sz="3600" dirty="0"/>
              <a:t>Stars-AO</a:t>
            </a:r>
            <a:r>
              <a:rPr lang="ja-JP" altLang="en-US" sz="3600" dirty="0"/>
              <a:t>で作ります！</a:t>
            </a:r>
            <a:endParaRPr kumimoji="1" lang="en-US" altLang="ja-JP" sz="3600" dirty="0"/>
          </a:p>
        </p:txBody>
      </p:sp>
    </p:spTree>
    <p:extLst>
      <p:ext uri="{BB962C8B-B14F-4D97-AF65-F5344CB8AC3E}">
        <p14:creationId xmlns:p14="http://schemas.microsoft.com/office/powerpoint/2010/main" val="398249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次世代衛星地上局・設備</a:t>
            </a:r>
            <a:endParaRPr kumimoji="1" lang="ja-JP" altLang="en-US" dirty="0"/>
          </a:p>
        </p:txBody>
      </p:sp>
      <p:sp>
        <p:nvSpPr>
          <p:cNvPr id="3" name="コンテンツ プレースホルダー 2"/>
          <p:cNvSpPr>
            <a:spLocks noGrp="1"/>
          </p:cNvSpPr>
          <p:nvPr>
            <p:ph sz="half" idx="1"/>
          </p:nvPr>
        </p:nvSpPr>
        <p:spPr>
          <a:xfrm>
            <a:off x="838200" y="1125538"/>
            <a:ext cx="4813920" cy="5327650"/>
          </a:xfrm>
        </p:spPr>
        <p:txBody>
          <a:bodyPr/>
          <a:lstStyle/>
          <a:p>
            <a:r>
              <a:rPr lang="en-US" altLang="ja-JP" dirty="0"/>
              <a:t>『</a:t>
            </a:r>
            <a:r>
              <a:rPr lang="ja-JP" altLang="en-US" dirty="0"/>
              <a:t>受信のみ</a:t>
            </a:r>
            <a:r>
              <a:rPr lang="en-US" altLang="ja-JP"/>
              <a:t>』</a:t>
            </a:r>
            <a:r>
              <a:rPr lang="ja-JP" altLang="en-US"/>
              <a:t>最低</a:t>
            </a:r>
            <a:r>
              <a:rPr lang="ja-JP" altLang="en-US" dirty="0"/>
              <a:t>構成</a:t>
            </a:r>
            <a:endParaRPr lang="en-US" altLang="ja-JP" dirty="0"/>
          </a:p>
          <a:p>
            <a:pPr lvl="1"/>
            <a:r>
              <a:rPr lang="en-US" altLang="ja-JP" dirty="0">
                <a:solidFill>
                  <a:srgbClr val="FF0000"/>
                </a:solidFill>
              </a:rPr>
              <a:t>SDR</a:t>
            </a:r>
            <a:r>
              <a:rPr lang="ja-JP" altLang="en-US" dirty="0">
                <a:solidFill>
                  <a:srgbClr val="FF0000"/>
                </a:solidFill>
              </a:rPr>
              <a:t>：</a:t>
            </a:r>
            <a:r>
              <a:rPr lang="en-US" altLang="ja-JP" dirty="0">
                <a:solidFill>
                  <a:srgbClr val="FF0000"/>
                </a:solidFill>
              </a:rPr>
              <a:t>5</a:t>
            </a:r>
            <a:r>
              <a:rPr lang="ja-JP" altLang="en-US" dirty="0">
                <a:solidFill>
                  <a:srgbClr val="FF0000"/>
                </a:solidFill>
              </a:rPr>
              <a:t>万円</a:t>
            </a:r>
            <a:endParaRPr lang="en-US" altLang="ja-JP" dirty="0">
              <a:solidFill>
                <a:srgbClr val="FF0000"/>
              </a:solidFill>
            </a:endParaRPr>
          </a:p>
          <a:p>
            <a:pPr lvl="1"/>
            <a:r>
              <a:rPr lang="ja-JP" altLang="en-US" dirty="0"/>
              <a:t>プリアンプ：</a:t>
            </a:r>
            <a:r>
              <a:rPr lang="en-US" altLang="ja-JP" dirty="0"/>
              <a:t>2</a:t>
            </a:r>
            <a:r>
              <a:rPr lang="ja-JP" altLang="en-US" dirty="0"/>
              <a:t>万円</a:t>
            </a:r>
            <a:endParaRPr lang="en-US" altLang="ja-JP" dirty="0"/>
          </a:p>
          <a:p>
            <a:pPr lvl="1"/>
            <a:r>
              <a:rPr lang="ja-JP" altLang="en-US" dirty="0"/>
              <a:t>クロス八木アンテナ：</a:t>
            </a:r>
            <a:r>
              <a:rPr lang="en-US" altLang="ja-JP" dirty="0"/>
              <a:t>3</a:t>
            </a:r>
            <a:r>
              <a:rPr lang="ja-JP" altLang="en-US" dirty="0"/>
              <a:t>万円</a:t>
            </a:r>
            <a:endParaRPr lang="en-US" altLang="ja-JP" dirty="0"/>
          </a:p>
          <a:p>
            <a:r>
              <a:rPr lang="ja-JP" altLang="en-US" dirty="0"/>
              <a:t>合計：</a:t>
            </a:r>
            <a:r>
              <a:rPr lang="en-US" altLang="ja-JP" dirty="0"/>
              <a:t>10</a:t>
            </a:r>
            <a:r>
              <a:rPr lang="ja-JP" altLang="en-US" dirty="0"/>
              <a:t>万円</a:t>
            </a:r>
            <a:endParaRPr lang="en-US" altLang="ja-JP" dirty="0"/>
          </a:p>
        </p:txBody>
      </p:sp>
      <p:sp>
        <p:nvSpPr>
          <p:cNvPr id="6" name="コンテンツ プレースホルダー 5">
            <a:extLst>
              <a:ext uri="{FF2B5EF4-FFF2-40B4-BE49-F238E27FC236}">
                <a16:creationId xmlns:a16="http://schemas.microsoft.com/office/drawing/2014/main" id="{B1BAC565-D557-4EFA-921E-4CEA9F9B2DE2}"/>
              </a:ext>
            </a:extLst>
          </p:cNvPr>
          <p:cNvSpPr>
            <a:spLocks noGrp="1"/>
          </p:cNvSpPr>
          <p:nvPr>
            <p:ph sz="half" idx="2"/>
          </p:nvPr>
        </p:nvSpPr>
        <p:spPr>
          <a:xfrm>
            <a:off x="5010472" y="1125538"/>
            <a:ext cx="3810000" cy="5327650"/>
          </a:xfrm>
        </p:spPr>
        <p:txBody>
          <a:bodyPr/>
          <a:lstStyle/>
          <a:p>
            <a:pPr lvl="1"/>
            <a:r>
              <a:rPr kumimoji="1" lang="ja-JP" altLang="en-US" dirty="0"/>
              <a:t>オプション</a:t>
            </a:r>
            <a:endParaRPr kumimoji="1" lang="en-US" altLang="ja-JP" dirty="0"/>
          </a:p>
          <a:p>
            <a:pPr lvl="2"/>
            <a:r>
              <a:rPr kumimoji="1" lang="ja-JP" altLang="en-US" dirty="0"/>
              <a:t>ローテーター</a:t>
            </a:r>
            <a:endParaRPr kumimoji="1" lang="en-US" altLang="ja-JP" dirty="0"/>
          </a:p>
          <a:p>
            <a:pPr lvl="3"/>
            <a:r>
              <a:rPr lang="ja-JP" altLang="en-US" dirty="0"/>
              <a:t>水平角</a:t>
            </a:r>
            <a:endParaRPr lang="en-US" altLang="ja-JP" dirty="0"/>
          </a:p>
          <a:p>
            <a:pPr lvl="3"/>
            <a:r>
              <a:rPr kumimoji="1" lang="ja-JP" altLang="en-US" dirty="0"/>
              <a:t>仰角</a:t>
            </a:r>
            <a:endParaRPr kumimoji="1" lang="en-US" altLang="ja-JP" dirty="0"/>
          </a:p>
          <a:p>
            <a:pPr lvl="2"/>
            <a:r>
              <a:rPr kumimoji="1" lang="ja-JP" altLang="en-US" dirty="0"/>
              <a:t>サテライトトラッカー</a:t>
            </a:r>
            <a:endParaRPr kumimoji="1" lang="en-US" altLang="ja-JP" dirty="0"/>
          </a:p>
          <a:p>
            <a:pPr lvl="1"/>
            <a:r>
              <a:rPr lang="ja-JP" altLang="en-US" dirty="0"/>
              <a:t>合計：約</a:t>
            </a:r>
            <a:r>
              <a:rPr lang="en-US" altLang="ja-JP" dirty="0"/>
              <a:t>20</a:t>
            </a:r>
            <a:r>
              <a:rPr lang="ja-JP" altLang="en-US" dirty="0"/>
              <a:t>万円</a:t>
            </a:r>
            <a:endParaRPr kumimoji="1" lang="en-US" altLang="ja-JP" dirty="0"/>
          </a:p>
          <a:p>
            <a:pPr lvl="2"/>
            <a:endParaRPr kumimoji="1" lang="ja-JP" altLang="en-US" dirty="0"/>
          </a:p>
        </p:txBody>
      </p:sp>
      <p:pic>
        <p:nvPicPr>
          <p:cNvPr id="11" name="図 10">
            <a:extLst>
              <a:ext uri="{FF2B5EF4-FFF2-40B4-BE49-F238E27FC236}">
                <a16:creationId xmlns:a16="http://schemas.microsoft.com/office/drawing/2014/main" id="{4262A9FD-D5E7-4B7B-A8AA-723EB5E703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752" y="3547004"/>
            <a:ext cx="5148064" cy="3310996"/>
          </a:xfrm>
          <a:prstGeom prst="rect">
            <a:avLst/>
          </a:prstGeom>
        </p:spPr>
      </p:pic>
    </p:spTree>
    <p:extLst>
      <p:ext uri="{BB962C8B-B14F-4D97-AF65-F5344CB8AC3E}">
        <p14:creationId xmlns:p14="http://schemas.microsoft.com/office/powerpoint/2010/main" val="30152799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530862C-7D43-4380-B4FB-1F6487574E7F}"/>
              </a:ext>
            </a:extLst>
          </p:cNvPr>
          <p:cNvSpPr>
            <a:spLocks noGrp="1"/>
          </p:cNvSpPr>
          <p:nvPr>
            <p:ph idx="1"/>
          </p:nvPr>
        </p:nvSpPr>
        <p:spPr>
          <a:xfrm>
            <a:off x="628650" y="3009900"/>
            <a:ext cx="7886700" cy="2480072"/>
          </a:xfrm>
        </p:spPr>
        <p:txBody>
          <a:bodyPr>
            <a:normAutofit/>
          </a:bodyPr>
          <a:lstStyle/>
          <a:p>
            <a:pPr algn="ctr"/>
            <a:r>
              <a:rPr lang="ja-JP" altLang="en-US" sz="3600" dirty="0"/>
              <a:t>次世代衛星地上局ソフトウェア仕様</a:t>
            </a:r>
          </a:p>
        </p:txBody>
      </p:sp>
    </p:spTree>
    <p:extLst>
      <p:ext uri="{BB962C8B-B14F-4D97-AF65-F5344CB8AC3E}">
        <p14:creationId xmlns:p14="http://schemas.microsoft.com/office/powerpoint/2010/main" val="728655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C9745A-5671-4772-AA8F-750882118A58}"/>
              </a:ext>
            </a:extLst>
          </p:cNvPr>
          <p:cNvSpPr>
            <a:spLocks noGrp="1"/>
          </p:cNvSpPr>
          <p:nvPr>
            <p:ph type="title"/>
          </p:nvPr>
        </p:nvSpPr>
        <p:spPr/>
        <p:txBody>
          <a:bodyPr/>
          <a:lstStyle/>
          <a:p>
            <a:r>
              <a:rPr kumimoji="1" lang="ja-JP" altLang="en-US" dirty="0"/>
              <a:t>衛星追尾機能：仕様</a:t>
            </a:r>
          </a:p>
        </p:txBody>
      </p:sp>
      <p:sp>
        <p:nvSpPr>
          <p:cNvPr id="3" name="コンテンツ プレースホルダー 2">
            <a:extLst>
              <a:ext uri="{FF2B5EF4-FFF2-40B4-BE49-F238E27FC236}">
                <a16:creationId xmlns:a16="http://schemas.microsoft.com/office/drawing/2014/main" id="{E8A90335-AFD3-46F7-A813-F7B8EBAF0C71}"/>
              </a:ext>
            </a:extLst>
          </p:cNvPr>
          <p:cNvSpPr>
            <a:spLocks noGrp="1"/>
          </p:cNvSpPr>
          <p:nvPr>
            <p:ph idx="1"/>
          </p:nvPr>
        </p:nvSpPr>
        <p:spPr/>
        <p:txBody>
          <a:bodyPr/>
          <a:lstStyle/>
          <a:p>
            <a:r>
              <a:rPr kumimoji="1" lang="ja-JP" altLang="en-US" dirty="0"/>
              <a:t>基本機能</a:t>
            </a:r>
            <a:endParaRPr kumimoji="1" lang="en-US" altLang="ja-JP" dirty="0"/>
          </a:p>
          <a:p>
            <a:pPr lvl="1"/>
            <a:r>
              <a:rPr lang="en-US" altLang="ja-JP" dirty="0"/>
              <a:t>CalSat32</a:t>
            </a:r>
            <a:r>
              <a:rPr lang="ja-JP" altLang="en-US" dirty="0"/>
              <a:t>互換</a:t>
            </a:r>
            <a:endParaRPr lang="en-US" altLang="ja-JP" dirty="0"/>
          </a:p>
          <a:p>
            <a:pPr lvl="1"/>
            <a:r>
              <a:rPr lang="ja-JP" altLang="en-US" dirty="0"/>
              <a:t>オープンソースソフトウェアとして公開する</a:t>
            </a:r>
            <a:endParaRPr lang="en-US" altLang="ja-JP" dirty="0"/>
          </a:p>
          <a:p>
            <a:pPr lvl="1"/>
            <a:endParaRPr kumimoji="1" lang="en-US" altLang="ja-JP" dirty="0"/>
          </a:p>
          <a:p>
            <a:r>
              <a:rPr kumimoji="1" lang="ja-JP" altLang="en-US" dirty="0"/>
              <a:t>これ以降は、拡張機能についてのみ記載する</a:t>
            </a:r>
          </a:p>
        </p:txBody>
      </p:sp>
    </p:spTree>
    <p:extLst>
      <p:ext uri="{BB962C8B-B14F-4D97-AF65-F5344CB8AC3E}">
        <p14:creationId xmlns:p14="http://schemas.microsoft.com/office/powerpoint/2010/main" val="60738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4F963E-C5DB-46E2-AA3C-0AB4CBF55911}"/>
              </a:ext>
            </a:extLst>
          </p:cNvPr>
          <p:cNvSpPr>
            <a:spLocks noGrp="1"/>
          </p:cNvSpPr>
          <p:nvPr>
            <p:ph type="title"/>
          </p:nvPr>
        </p:nvSpPr>
        <p:spPr>
          <a:xfrm>
            <a:off x="836613" y="0"/>
            <a:ext cx="7772400" cy="908050"/>
          </a:xfrm>
        </p:spPr>
        <p:txBody>
          <a:bodyPr/>
          <a:lstStyle/>
          <a:p>
            <a:r>
              <a:rPr lang="ja-JP" altLang="en-US" dirty="0"/>
              <a:t>衛星追尾機能：デスクトップ向け</a:t>
            </a:r>
            <a:endParaRPr kumimoji="1" lang="ja-JP" altLang="en-US" dirty="0"/>
          </a:p>
        </p:txBody>
      </p:sp>
      <p:sp>
        <p:nvSpPr>
          <p:cNvPr id="3" name="コンテンツ プレースホルダー 2">
            <a:extLst>
              <a:ext uri="{FF2B5EF4-FFF2-40B4-BE49-F238E27FC236}">
                <a16:creationId xmlns:a16="http://schemas.microsoft.com/office/drawing/2014/main" id="{55124588-9FA8-4A4D-83BB-76C3FAA0786D}"/>
              </a:ext>
            </a:extLst>
          </p:cNvPr>
          <p:cNvSpPr>
            <a:spLocks noGrp="1"/>
          </p:cNvSpPr>
          <p:nvPr>
            <p:ph idx="1"/>
          </p:nvPr>
        </p:nvSpPr>
        <p:spPr/>
        <p:txBody>
          <a:bodyPr>
            <a:normAutofit/>
          </a:bodyPr>
          <a:lstStyle/>
          <a:p>
            <a:r>
              <a:rPr lang="en-US" altLang="ja-JP" dirty="0"/>
              <a:t>CalSat32</a:t>
            </a:r>
            <a:r>
              <a:rPr lang="ja-JP" altLang="ja-JP" dirty="0"/>
              <a:t>と違い、マルチ</a:t>
            </a:r>
            <a:r>
              <a:rPr lang="en-US" altLang="ja-JP" dirty="0"/>
              <a:t>OS</a:t>
            </a:r>
            <a:r>
              <a:rPr lang="ja-JP" altLang="ja-JP" dirty="0"/>
              <a:t>対応となる。</a:t>
            </a:r>
            <a:endParaRPr lang="en-US" altLang="ja-JP" dirty="0"/>
          </a:p>
          <a:p>
            <a:pPr lvl="1"/>
            <a:r>
              <a:rPr lang="ja-JP" altLang="en-US" dirty="0"/>
              <a:t>対応</a:t>
            </a:r>
            <a:r>
              <a:rPr lang="en-US" altLang="ja-JP" dirty="0"/>
              <a:t>OS</a:t>
            </a:r>
          </a:p>
          <a:p>
            <a:pPr lvl="2"/>
            <a:r>
              <a:rPr lang="en-US" altLang="ja-JP" dirty="0"/>
              <a:t>Windows10 64bits</a:t>
            </a:r>
          </a:p>
          <a:p>
            <a:pPr lvl="2"/>
            <a:r>
              <a:rPr lang="en-US" altLang="ja-JP" dirty="0"/>
              <a:t>MacOS</a:t>
            </a:r>
          </a:p>
          <a:p>
            <a:pPr lvl="2"/>
            <a:r>
              <a:rPr lang="en-US" altLang="ja-JP" dirty="0"/>
              <a:t>Linux(Ubuntu 16.04 64bits)</a:t>
            </a:r>
            <a:endParaRPr lang="ja-JP" altLang="ja-JP" dirty="0"/>
          </a:p>
          <a:p>
            <a:pPr lvl="1"/>
            <a:r>
              <a:rPr lang="en-US" altLang="ja-JP" dirty="0"/>
              <a:t>CPU</a:t>
            </a:r>
          </a:p>
          <a:p>
            <a:pPr lvl="2"/>
            <a:r>
              <a:rPr lang="en-US" altLang="ja-JP" dirty="0"/>
              <a:t>Intel Core i5 </a:t>
            </a:r>
            <a:r>
              <a:rPr lang="ja-JP" altLang="ja-JP" dirty="0"/>
              <a:t>以上</a:t>
            </a:r>
          </a:p>
          <a:p>
            <a:pPr lvl="1"/>
            <a:r>
              <a:rPr lang="en-US" altLang="ja-JP" dirty="0"/>
              <a:t>Mem</a:t>
            </a:r>
          </a:p>
          <a:p>
            <a:pPr lvl="2"/>
            <a:r>
              <a:rPr lang="en-US" altLang="ja-JP" dirty="0"/>
              <a:t>4GB </a:t>
            </a:r>
            <a:r>
              <a:rPr lang="ja-JP" altLang="ja-JP" dirty="0"/>
              <a:t>以上</a:t>
            </a:r>
            <a:endParaRPr lang="en-US" altLang="ja-JP" dirty="0"/>
          </a:p>
          <a:p>
            <a:pPr lvl="1"/>
            <a:r>
              <a:rPr lang="ja-JP" altLang="ja-JP" dirty="0"/>
              <a:t>軌道データ</a:t>
            </a:r>
            <a:endParaRPr lang="en-US" altLang="ja-JP" dirty="0"/>
          </a:p>
          <a:p>
            <a:pPr lvl="2"/>
            <a:r>
              <a:rPr lang="en-US" altLang="ja-JP" u="sng" dirty="0">
                <a:hlinkClick r:id="rId2"/>
              </a:rPr>
              <a:t>https://www.space-track.org</a:t>
            </a:r>
            <a:endParaRPr lang="ja-JP" altLang="ja-JP" dirty="0"/>
          </a:p>
          <a:p>
            <a:pPr lvl="1"/>
            <a:endParaRPr lang="ja-JP" altLang="ja-JP" dirty="0"/>
          </a:p>
          <a:p>
            <a:endParaRPr kumimoji="1" lang="ja-JP" altLang="en-US" dirty="0"/>
          </a:p>
        </p:txBody>
      </p:sp>
    </p:spTree>
    <p:extLst>
      <p:ext uri="{BB962C8B-B14F-4D97-AF65-F5344CB8AC3E}">
        <p14:creationId xmlns:p14="http://schemas.microsoft.com/office/powerpoint/2010/main" val="4005051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D774FE-2DF2-49DC-AFFD-47DC1E3E06BE}"/>
              </a:ext>
            </a:extLst>
          </p:cNvPr>
          <p:cNvSpPr>
            <a:spLocks noGrp="1"/>
          </p:cNvSpPr>
          <p:nvPr>
            <p:ph type="title"/>
          </p:nvPr>
        </p:nvSpPr>
        <p:spPr>
          <a:xfrm>
            <a:off x="836613" y="0"/>
            <a:ext cx="7772400" cy="908050"/>
          </a:xfrm>
        </p:spPr>
        <p:txBody>
          <a:bodyPr/>
          <a:lstStyle/>
          <a:p>
            <a:r>
              <a:rPr lang="ja-JP" altLang="en-US" dirty="0"/>
              <a:t>衛星追尾機能：デスクトップ向け</a:t>
            </a:r>
            <a:endParaRPr kumimoji="1" lang="ja-JP" altLang="en-US" dirty="0"/>
          </a:p>
        </p:txBody>
      </p:sp>
      <p:sp>
        <p:nvSpPr>
          <p:cNvPr id="3" name="コンテンツ プレースホルダー 2">
            <a:extLst>
              <a:ext uri="{FF2B5EF4-FFF2-40B4-BE49-F238E27FC236}">
                <a16:creationId xmlns:a16="http://schemas.microsoft.com/office/drawing/2014/main" id="{2905A54C-A776-4227-9D04-98879034DB6A}"/>
              </a:ext>
            </a:extLst>
          </p:cNvPr>
          <p:cNvSpPr>
            <a:spLocks noGrp="1"/>
          </p:cNvSpPr>
          <p:nvPr>
            <p:ph idx="1"/>
          </p:nvPr>
        </p:nvSpPr>
        <p:spPr/>
        <p:txBody>
          <a:bodyPr>
            <a:normAutofit/>
          </a:bodyPr>
          <a:lstStyle/>
          <a:p>
            <a:r>
              <a:rPr lang="ja-JP" altLang="ja-JP" b="1" dirty="0"/>
              <a:t>無線機制御</a:t>
            </a:r>
          </a:p>
          <a:p>
            <a:pPr lvl="1"/>
            <a:r>
              <a:rPr lang="en-US" altLang="ja-JP" dirty="0" err="1"/>
              <a:t>Hamlib</a:t>
            </a:r>
            <a:r>
              <a:rPr lang="ja-JP" altLang="ja-JP" dirty="0"/>
              <a:t>ライブラリを利用する。</a:t>
            </a:r>
            <a:endParaRPr lang="en-US" altLang="ja-JP" dirty="0"/>
          </a:p>
          <a:p>
            <a:pPr lvl="2"/>
            <a:r>
              <a:rPr lang="en-US" altLang="ja-JP" dirty="0"/>
              <a:t>PC</a:t>
            </a:r>
            <a:r>
              <a:rPr lang="ja-JP" altLang="ja-JP" dirty="0"/>
              <a:t>から各種アマチュア無線機を制御するためのライブラリソフトである。周波数の設定やドップラーシフトの制御を行う。</a:t>
            </a:r>
          </a:p>
          <a:p>
            <a:pPr lvl="2"/>
            <a:r>
              <a:rPr lang="en-US" altLang="ja-JP" u="sng" dirty="0">
                <a:hlinkClick r:id="rId2"/>
              </a:rPr>
              <a:t>http://www.hamlib.org</a:t>
            </a:r>
            <a:endParaRPr lang="ja-JP" altLang="ja-JP" dirty="0"/>
          </a:p>
          <a:p>
            <a:pPr lvl="2"/>
            <a:endParaRPr lang="en-US" altLang="zh-TW" dirty="0"/>
          </a:p>
          <a:p>
            <a:pPr lvl="2"/>
            <a:r>
              <a:rPr lang="zh-TW" altLang="ja-JP" dirty="0"/>
              <a:t>対応無線機一覧</a:t>
            </a:r>
            <a:endParaRPr lang="en-US" altLang="zh-TW" dirty="0"/>
          </a:p>
          <a:p>
            <a:pPr lvl="3"/>
            <a:r>
              <a:rPr lang="en-US" altLang="ja-JP" dirty="0"/>
              <a:t> </a:t>
            </a:r>
            <a:r>
              <a:rPr lang="en-US" altLang="ja-JP" u="sng" dirty="0">
                <a:hlinkClick r:id="rId3"/>
              </a:rPr>
              <a:t>https://sourceforge.net/p/hamlib/wiki/Supported%20Radios/</a:t>
            </a:r>
            <a:endParaRPr lang="ja-JP" altLang="ja-JP" dirty="0"/>
          </a:p>
          <a:p>
            <a:endParaRPr lang="en-US" altLang="ja-JP" b="1" dirty="0"/>
          </a:p>
        </p:txBody>
      </p:sp>
    </p:spTree>
    <p:extLst>
      <p:ext uri="{BB962C8B-B14F-4D97-AF65-F5344CB8AC3E}">
        <p14:creationId xmlns:p14="http://schemas.microsoft.com/office/powerpoint/2010/main" val="2450758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D774FE-2DF2-49DC-AFFD-47DC1E3E06BE}"/>
              </a:ext>
            </a:extLst>
          </p:cNvPr>
          <p:cNvSpPr>
            <a:spLocks noGrp="1"/>
          </p:cNvSpPr>
          <p:nvPr>
            <p:ph type="title"/>
          </p:nvPr>
        </p:nvSpPr>
        <p:spPr/>
        <p:txBody>
          <a:bodyPr/>
          <a:lstStyle/>
          <a:p>
            <a:r>
              <a:rPr lang="ja-JP" altLang="en-US" dirty="0"/>
              <a:t>衛星追尾機能：デスクトップ向け</a:t>
            </a:r>
            <a:endParaRPr kumimoji="1" lang="ja-JP" altLang="en-US" dirty="0"/>
          </a:p>
        </p:txBody>
      </p:sp>
      <p:sp>
        <p:nvSpPr>
          <p:cNvPr id="3" name="コンテンツ プレースホルダー 2">
            <a:extLst>
              <a:ext uri="{FF2B5EF4-FFF2-40B4-BE49-F238E27FC236}">
                <a16:creationId xmlns:a16="http://schemas.microsoft.com/office/drawing/2014/main" id="{2905A54C-A776-4227-9D04-98879034DB6A}"/>
              </a:ext>
            </a:extLst>
          </p:cNvPr>
          <p:cNvSpPr>
            <a:spLocks noGrp="1"/>
          </p:cNvSpPr>
          <p:nvPr>
            <p:ph idx="1"/>
          </p:nvPr>
        </p:nvSpPr>
        <p:spPr>
          <a:xfrm>
            <a:off x="755576" y="1124744"/>
            <a:ext cx="8146382" cy="4351338"/>
          </a:xfrm>
        </p:spPr>
        <p:txBody>
          <a:bodyPr>
            <a:normAutofit/>
          </a:bodyPr>
          <a:lstStyle/>
          <a:p>
            <a:r>
              <a:rPr lang="ja-JP" altLang="ja-JP" b="1" dirty="0"/>
              <a:t>ローテーター制御</a:t>
            </a:r>
          </a:p>
          <a:p>
            <a:pPr lvl="1"/>
            <a:r>
              <a:rPr lang="en-US" altLang="ja-JP" dirty="0" err="1"/>
              <a:t>Hamlib</a:t>
            </a:r>
            <a:r>
              <a:rPr lang="ja-JP" altLang="ja-JP" dirty="0"/>
              <a:t>ライブラリを利用する。</a:t>
            </a:r>
          </a:p>
          <a:p>
            <a:pPr lvl="1"/>
            <a:r>
              <a:rPr lang="ja-JP" altLang="ja-JP" dirty="0"/>
              <a:t>対応ローテーター一覧</a:t>
            </a:r>
            <a:endParaRPr lang="en-US" altLang="ja-JP" dirty="0"/>
          </a:p>
          <a:p>
            <a:pPr lvl="2"/>
            <a:r>
              <a:rPr lang="en-US" altLang="ja-JP" u="sng" dirty="0">
                <a:hlinkClick r:id="rId2"/>
              </a:rPr>
              <a:t>https://sourceforge.net/p/hamlib/wiki/Supported%20Rotators/</a:t>
            </a:r>
            <a:endParaRPr lang="ja-JP" altLang="ja-JP" dirty="0"/>
          </a:p>
          <a:p>
            <a:pPr lvl="2"/>
            <a:r>
              <a:rPr lang="ja-JP" altLang="ja-JP" dirty="0"/>
              <a:t>日本のアマチュア衛星無線機界隈においてよく使われている</a:t>
            </a:r>
            <a:r>
              <a:rPr lang="en-US" altLang="ja-JP" dirty="0"/>
              <a:t>PICNIC</a:t>
            </a:r>
            <a:r>
              <a:rPr lang="ja-JP" altLang="ja-JP" dirty="0" err="1"/>
              <a:t>には</a:t>
            </a:r>
            <a:r>
              <a:rPr lang="ja-JP" altLang="ja-JP" dirty="0"/>
              <a:t>非対応のため、独自に対応予定である。</a:t>
            </a:r>
          </a:p>
          <a:p>
            <a:endParaRPr kumimoji="1" lang="ja-JP" altLang="en-US" dirty="0"/>
          </a:p>
        </p:txBody>
      </p:sp>
      <p:pic>
        <p:nvPicPr>
          <p:cNvPr id="4" name="図 3">
            <a:extLst>
              <a:ext uri="{FF2B5EF4-FFF2-40B4-BE49-F238E27FC236}">
                <a16:creationId xmlns:a16="http://schemas.microsoft.com/office/drawing/2014/main" id="{0219A6FA-40AF-4381-A500-2A4139BD2DD0}"/>
              </a:ext>
            </a:extLst>
          </p:cNvPr>
          <p:cNvPicPr/>
          <p:nvPr/>
        </p:nvPicPr>
        <p:blipFill>
          <a:blip r:embed="rId3">
            <a:extLst>
              <a:ext uri="{28A0092B-C50C-407E-A947-70E740481C1C}">
                <a14:useLocalDpi xmlns:a14="http://schemas.microsoft.com/office/drawing/2010/main" val="0"/>
              </a:ext>
            </a:extLst>
          </a:blip>
          <a:stretch>
            <a:fillRect/>
          </a:stretch>
        </p:blipFill>
        <p:spPr>
          <a:xfrm>
            <a:off x="2470484" y="4138863"/>
            <a:ext cx="4050632" cy="2614362"/>
          </a:xfrm>
          <a:prstGeom prst="rect">
            <a:avLst/>
          </a:prstGeom>
        </p:spPr>
      </p:pic>
    </p:spTree>
    <p:extLst>
      <p:ext uri="{BB962C8B-B14F-4D97-AF65-F5344CB8AC3E}">
        <p14:creationId xmlns:p14="http://schemas.microsoft.com/office/powerpoint/2010/main" val="553633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7ADB0D-E8FF-4AB1-97A8-ABEACBF596E2}"/>
              </a:ext>
            </a:extLst>
          </p:cNvPr>
          <p:cNvSpPr>
            <a:spLocks noGrp="1"/>
          </p:cNvSpPr>
          <p:nvPr>
            <p:ph type="title"/>
          </p:nvPr>
        </p:nvSpPr>
        <p:spPr/>
        <p:txBody>
          <a:bodyPr/>
          <a:lstStyle/>
          <a:p>
            <a:r>
              <a:rPr lang="ja-JP" altLang="en-US" dirty="0"/>
              <a:t>衛星追尾機能：デスクトップ向け</a:t>
            </a:r>
            <a:endParaRPr kumimoji="1" lang="ja-JP" altLang="en-US" dirty="0"/>
          </a:p>
        </p:txBody>
      </p:sp>
      <p:sp>
        <p:nvSpPr>
          <p:cNvPr id="3" name="コンテンツ プレースホルダー 2">
            <a:extLst>
              <a:ext uri="{FF2B5EF4-FFF2-40B4-BE49-F238E27FC236}">
                <a16:creationId xmlns:a16="http://schemas.microsoft.com/office/drawing/2014/main" id="{E88327FD-CB9C-4ABC-BA4D-5F8BD9932319}"/>
              </a:ext>
            </a:extLst>
          </p:cNvPr>
          <p:cNvSpPr>
            <a:spLocks noGrp="1"/>
          </p:cNvSpPr>
          <p:nvPr>
            <p:ph idx="1"/>
          </p:nvPr>
        </p:nvSpPr>
        <p:spPr/>
        <p:txBody>
          <a:bodyPr/>
          <a:lstStyle/>
          <a:p>
            <a:r>
              <a:rPr lang="ja-JP" altLang="ja-JP" dirty="0"/>
              <a:t>検討中の機能</a:t>
            </a:r>
            <a:endParaRPr lang="en-US" altLang="ja-JP" dirty="0"/>
          </a:p>
          <a:p>
            <a:pPr lvl="1"/>
            <a:r>
              <a:rPr lang="en-US" altLang="ja-JP" dirty="0"/>
              <a:t>Google Earth</a:t>
            </a:r>
            <a:r>
              <a:rPr lang="ja-JP" altLang="ja-JP" dirty="0"/>
              <a:t>との連携機能</a:t>
            </a:r>
            <a:endParaRPr lang="en-US" altLang="ja-JP" dirty="0"/>
          </a:p>
          <a:p>
            <a:pPr lvl="2"/>
            <a:r>
              <a:rPr lang="en-US" altLang="ja-JP" dirty="0"/>
              <a:t>3D</a:t>
            </a:r>
            <a:r>
              <a:rPr lang="ja-JP" altLang="ja-JP" dirty="0"/>
              <a:t>表示となるため、衛星の軌道が直感的にわかりやすくなる点が利点となる。</a:t>
            </a:r>
            <a:endParaRPr kumimoji="1" lang="ja-JP" altLang="en-US" dirty="0"/>
          </a:p>
        </p:txBody>
      </p:sp>
      <p:pic>
        <p:nvPicPr>
          <p:cNvPr id="4" name="図 3">
            <a:extLst>
              <a:ext uri="{FF2B5EF4-FFF2-40B4-BE49-F238E27FC236}">
                <a16:creationId xmlns:a16="http://schemas.microsoft.com/office/drawing/2014/main" id="{85925A35-C4A0-43A2-8E5A-13A10F61FFBE}"/>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167003" y="3256881"/>
            <a:ext cx="5066665" cy="3689350"/>
          </a:xfrm>
          <a:prstGeom prst="rect">
            <a:avLst/>
          </a:prstGeom>
        </p:spPr>
      </p:pic>
    </p:spTree>
    <p:extLst>
      <p:ext uri="{BB962C8B-B14F-4D97-AF65-F5344CB8AC3E}">
        <p14:creationId xmlns:p14="http://schemas.microsoft.com/office/powerpoint/2010/main" val="3292890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4F963E-C5DB-46E2-AA3C-0AB4CBF55911}"/>
              </a:ext>
            </a:extLst>
          </p:cNvPr>
          <p:cNvSpPr>
            <a:spLocks noGrp="1"/>
          </p:cNvSpPr>
          <p:nvPr>
            <p:ph type="title"/>
          </p:nvPr>
        </p:nvSpPr>
        <p:spPr/>
        <p:txBody>
          <a:bodyPr/>
          <a:lstStyle/>
          <a:p>
            <a:r>
              <a:rPr lang="ja-JP" altLang="en-US" dirty="0"/>
              <a:t>地上局機能：コマンド管理</a:t>
            </a:r>
            <a:r>
              <a:rPr lang="en-US" altLang="ja-JP" dirty="0"/>
              <a:t>(</a:t>
            </a:r>
            <a:r>
              <a:rPr lang="ja-JP" altLang="en-US" dirty="0"/>
              <a:t>送信機能</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55124588-9FA8-4A4D-83BB-76C3FAA0786D}"/>
              </a:ext>
            </a:extLst>
          </p:cNvPr>
          <p:cNvSpPr>
            <a:spLocks noGrp="1"/>
          </p:cNvSpPr>
          <p:nvPr>
            <p:ph idx="1"/>
          </p:nvPr>
        </p:nvSpPr>
        <p:spPr/>
        <p:txBody>
          <a:bodyPr>
            <a:normAutofit/>
          </a:bodyPr>
          <a:lstStyle/>
          <a:p>
            <a:r>
              <a:rPr lang="en-US" altLang="ja-JP" dirty="0"/>
              <a:t>CalSat32</a:t>
            </a:r>
            <a:r>
              <a:rPr lang="ja-JP" altLang="ja-JP" dirty="0"/>
              <a:t>において衛星へのコマンド送信は、外部のソフトなどで行うが、本衛星追尾ソフトではこの機能を統合する。</a:t>
            </a:r>
          </a:p>
          <a:p>
            <a:pPr lvl="1"/>
            <a:r>
              <a:rPr lang="ja-JP" altLang="en-US" dirty="0"/>
              <a:t>コマンド</a:t>
            </a:r>
            <a:r>
              <a:rPr lang="ja-JP" altLang="ja-JP" dirty="0"/>
              <a:t>例：</a:t>
            </a:r>
            <a:r>
              <a:rPr lang="en-US" altLang="ja-JP" dirty="0"/>
              <a:t>XXX001 SP01 A %CUR_TIME_8%, CW, none</a:t>
            </a:r>
            <a:endParaRPr lang="ja-JP" altLang="ja-JP" dirty="0"/>
          </a:p>
          <a:p>
            <a:pPr lvl="2"/>
            <a:r>
              <a:rPr lang="ja-JP" altLang="ja-JP" dirty="0"/>
              <a:t>対応変調方式： </a:t>
            </a:r>
            <a:r>
              <a:rPr lang="en-US" altLang="ja-JP" dirty="0"/>
              <a:t>CW, SSB, BPSK</a:t>
            </a:r>
            <a:r>
              <a:rPr lang="ja-JP" altLang="ja-JP" dirty="0"/>
              <a:t>など</a:t>
            </a:r>
          </a:p>
          <a:p>
            <a:pPr lvl="2"/>
            <a:r>
              <a:rPr lang="ja-JP" altLang="ja-JP" dirty="0"/>
              <a:t>パケット化： なし</a:t>
            </a:r>
            <a:r>
              <a:rPr lang="en-US" altLang="ja-JP" dirty="0"/>
              <a:t>, AX.25</a:t>
            </a:r>
            <a:endParaRPr lang="ja-JP" altLang="ja-JP" dirty="0"/>
          </a:p>
          <a:p>
            <a:pPr lvl="2"/>
            <a:r>
              <a:rPr lang="ja-JP" altLang="ja-JP" dirty="0"/>
              <a:t>システム定数：現在時刻 など</a:t>
            </a:r>
          </a:p>
          <a:p>
            <a:pPr lvl="1"/>
            <a:r>
              <a:rPr lang="ja-JP" altLang="ja-JP" dirty="0"/>
              <a:t>追加機能</a:t>
            </a:r>
          </a:p>
          <a:p>
            <a:pPr lvl="2"/>
            <a:r>
              <a:rPr lang="ja-JP" altLang="ja-JP" dirty="0"/>
              <a:t>タイマー送信</a:t>
            </a:r>
          </a:p>
          <a:p>
            <a:pPr lvl="2"/>
            <a:r>
              <a:rPr lang="ja-JP" altLang="ja-JP" dirty="0"/>
              <a:t>コマンド送信前編集</a:t>
            </a:r>
            <a:endParaRPr lang="en-US" altLang="ja-JP" dirty="0"/>
          </a:p>
          <a:p>
            <a:pPr lvl="2"/>
            <a:endParaRPr lang="en-US" altLang="ja-JP" dirty="0"/>
          </a:p>
        </p:txBody>
      </p:sp>
    </p:spTree>
    <p:extLst>
      <p:ext uri="{BB962C8B-B14F-4D97-AF65-F5344CB8AC3E}">
        <p14:creationId xmlns:p14="http://schemas.microsoft.com/office/powerpoint/2010/main" val="14210589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4F963E-C5DB-46E2-AA3C-0AB4CBF55911}"/>
              </a:ext>
            </a:extLst>
          </p:cNvPr>
          <p:cNvSpPr>
            <a:spLocks noGrp="1"/>
          </p:cNvSpPr>
          <p:nvPr>
            <p:ph type="title"/>
          </p:nvPr>
        </p:nvSpPr>
        <p:spPr/>
        <p:txBody>
          <a:bodyPr/>
          <a:lstStyle/>
          <a:p>
            <a:r>
              <a:rPr lang="ja-JP" altLang="en-US" dirty="0"/>
              <a:t>地上局機能：</a:t>
            </a:r>
            <a:r>
              <a:rPr lang="en-US" altLang="ja-JP" dirty="0"/>
              <a:t>SDR</a:t>
            </a:r>
            <a:r>
              <a:rPr lang="ja-JP" altLang="en-US" dirty="0"/>
              <a:t>対応</a:t>
            </a:r>
            <a:r>
              <a:rPr lang="en-US" altLang="ja-JP" dirty="0"/>
              <a:t>(</a:t>
            </a:r>
            <a:r>
              <a:rPr lang="ja-JP" altLang="en-US" dirty="0"/>
              <a:t>受信機能</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55124588-9FA8-4A4D-83BB-76C3FAA0786D}"/>
              </a:ext>
            </a:extLst>
          </p:cNvPr>
          <p:cNvSpPr>
            <a:spLocks noGrp="1"/>
          </p:cNvSpPr>
          <p:nvPr>
            <p:ph idx="1"/>
          </p:nvPr>
        </p:nvSpPr>
        <p:spPr/>
        <p:txBody>
          <a:bodyPr>
            <a:normAutofit/>
          </a:bodyPr>
          <a:lstStyle/>
          <a:p>
            <a:r>
              <a:rPr lang="ja-JP" altLang="ja-JP" dirty="0"/>
              <a:t>変調方式やエラー訂正方式の多様化により、無線機にすべてを実装することが不可能となった。</a:t>
            </a:r>
            <a:endParaRPr lang="en-US" altLang="ja-JP" dirty="0"/>
          </a:p>
          <a:p>
            <a:pPr lvl="1"/>
            <a:r>
              <a:rPr lang="ja-JP" altLang="en-US" dirty="0"/>
              <a:t>対応できるように、</a:t>
            </a:r>
            <a:r>
              <a:rPr lang="ja-JP" altLang="ja-JP" dirty="0"/>
              <a:t>ソフトウェア無線機</a:t>
            </a:r>
            <a:r>
              <a:rPr lang="en-US" altLang="ja-JP" dirty="0"/>
              <a:t>(SDR)</a:t>
            </a:r>
            <a:r>
              <a:rPr lang="ja-JP" altLang="ja-JP" dirty="0"/>
              <a:t>を扱うための機能を提供する。</a:t>
            </a:r>
            <a:endParaRPr lang="en-US" altLang="ja-JP" dirty="0"/>
          </a:p>
          <a:p>
            <a:pPr lvl="1"/>
            <a:endParaRPr kumimoji="1" lang="en-US" altLang="ja-JP" dirty="0"/>
          </a:p>
          <a:p>
            <a:pPr lvl="1"/>
            <a:r>
              <a:rPr lang="ja-JP" altLang="ja-JP" dirty="0"/>
              <a:t>対応</a:t>
            </a:r>
            <a:r>
              <a:rPr lang="ja-JP" altLang="en-US" dirty="0"/>
              <a:t>受信</a:t>
            </a:r>
            <a:r>
              <a:rPr lang="ja-JP" altLang="ja-JP" dirty="0"/>
              <a:t>形式</a:t>
            </a:r>
            <a:endParaRPr lang="en-US" altLang="ja-JP" dirty="0"/>
          </a:p>
          <a:p>
            <a:pPr lvl="2"/>
            <a:r>
              <a:rPr lang="ja-JP" altLang="ja-JP" dirty="0"/>
              <a:t>シリアル</a:t>
            </a:r>
            <a:r>
              <a:rPr lang="ja-JP" altLang="en-US" dirty="0"/>
              <a:t>通信</a:t>
            </a:r>
            <a:r>
              <a:rPr lang="en-US" altLang="ja-JP" dirty="0"/>
              <a:t>(TNC</a:t>
            </a:r>
            <a:r>
              <a:rPr lang="ja-JP" altLang="ja-JP" dirty="0"/>
              <a:t>によるバイナリ保存</a:t>
            </a:r>
            <a:r>
              <a:rPr lang="en-US" altLang="ja-JP" dirty="0"/>
              <a:t>)</a:t>
            </a:r>
          </a:p>
          <a:p>
            <a:pPr lvl="2"/>
            <a:r>
              <a:rPr lang="ja-JP" altLang="ja-JP" dirty="0"/>
              <a:t>音声</a:t>
            </a:r>
            <a:r>
              <a:rPr lang="ja-JP" altLang="en-US" dirty="0"/>
              <a:t>通信</a:t>
            </a:r>
            <a:r>
              <a:rPr lang="en-US" altLang="ja-JP" dirty="0"/>
              <a:t>(WAVE</a:t>
            </a:r>
            <a:r>
              <a:rPr lang="ja-JP" altLang="ja-JP" dirty="0"/>
              <a:t>ファイル保存</a:t>
            </a:r>
            <a:r>
              <a:rPr lang="en-US" altLang="ja-JP" dirty="0"/>
              <a:t>)</a:t>
            </a:r>
          </a:p>
          <a:p>
            <a:pPr lvl="2"/>
            <a:r>
              <a:rPr lang="en-US" altLang="ja-JP" dirty="0"/>
              <a:t>GNU Radio</a:t>
            </a:r>
            <a:r>
              <a:rPr lang="ja-JP" altLang="en-US" dirty="0"/>
              <a:t>連携</a:t>
            </a:r>
            <a:endParaRPr lang="ja-JP" altLang="ja-JP" dirty="0"/>
          </a:p>
          <a:p>
            <a:pPr lvl="1"/>
            <a:r>
              <a:rPr lang="ja-JP" altLang="ja-JP" dirty="0"/>
              <a:t>追加機能</a:t>
            </a:r>
          </a:p>
          <a:p>
            <a:pPr lvl="2"/>
            <a:r>
              <a:rPr lang="ja-JP" altLang="ja-JP" dirty="0"/>
              <a:t>タイマー受信</a:t>
            </a:r>
          </a:p>
          <a:p>
            <a:pPr lvl="1"/>
            <a:endParaRPr kumimoji="1" lang="ja-JP" altLang="en-US" dirty="0"/>
          </a:p>
        </p:txBody>
      </p:sp>
    </p:spTree>
    <p:extLst>
      <p:ext uri="{BB962C8B-B14F-4D97-AF65-F5344CB8AC3E}">
        <p14:creationId xmlns:p14="http://schemas.microsoft.com/office/powerpoint/2010/main" val="24045866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4F963E-C5DB-46E2-AA3C-0AB4CBF55911}"/>
              </a:ext>
            </a:extLst>
          </p:cNvPr>
          <p:cNvSpPr>
            <a:spLocks noGrp="1"/>
          </p:cNvSpPr>
          <p:nvPr>
            <p:ph type="title"/>
          </p:nvPr>
        </p:nvSpPr>
        <p:spPr/>
        <p:txBody>
          <a:bodyPr/>
          <a:lstStyle/>
          <a:p>
            <a:r>
              <a:rPr lang="ja-JP" altLang="en-US" dirty="0"/>
              <a:t>衛星追尾機能：スマホ向け</a:t>
            </a:r>
            <a:endParaRPr kumimoji="1" lang="ja-JP" altLang="en-US" dirty="0"/>
          </a:p>
        </p:txBody>
      </p:sp>
      <p:sp>
        <p:nvSpPr>
          <p:cNvPr id="3" name="コンテンツ プレースホルダー 2">
            <a:extLst>
              <a:ext uri="{FF2B5EF4-FFF2-40B4-BE49-F238E27FC236}">
                <a16:creationId xmlns:a16="http://schemas.microsoft.com/office/drawing/2014/main" id="{55124588-9FA8-4A4D-83BB-76C3FAA0786D}"/>
              </a:ext>
            </a:extLst>
          </p:cNvPr>
          <p:cNvSpPr>
            <a:spLocks noGrp="1"/>
          </p:cNvSpPr>
          <p:nvPr>
            <p:ph idx="1"/>
          </p:nvPr>
        </p:nvSpPr>
        <p:spPr/>
        <p:txBody>
          <a:bodyPr/>
          <a:lstStyle/>
          <a:p>
            <a:r>
              <a:rPr kumimoji="1" lang="ja-JP" altLang="en-US" dirty="0"/>
              <a:t>仕様</a:t>
            </a:r>
            <a:endParaRPr kumimoji="1" lang="en-US" altLang="ja-JP" dirty="0"/>
          </a:p>
          <a:p>
            <a:pPr lvl="1"/>
            <a:r>
              <a:rPr lang="ja-JP" altLang="ja-JP" dirty="0"/>
              <a:t>受信専用の機能のみを提供する。</a:t>
            </a:r>
          </a:p>
          <a:p>
            <a:pPr lvl="1"/>
            <a:r>
              <a:rPr lang="ja-JP" altLang="ja-JP" dirty="0"/>
              <a:t>下記のバージョンやスペックの</a:t>
            </a:r>
            <a:r>
              <a:rPr lang="en-US" altLang="ja-JP" dirty="0"/>
              <a:t>PC</a:t>
            </a:r>
            <a:r>
              <a:rPr lang="ja-JP" altLang="ja-JP" dirty="0"/>
              <a:t>をターゲットとする。</a:t>
            </a:r>
          </a:p>
          <a:p>
            <a:pPr lvl="2"/>
            <a:r>
              <a:rPr lang="en-US" altLang="ja-JP" dirty="0"/>
              <a:t>OS</a:t>
            </a:r>
          </a:p>
          <a:p>
            <a:pPr lvl="3"/>
            <a:r>
              <a:rPr lang="en-US" altLang="ja-JP" dirty="0"/>
              <a:t>Android 5.0 </a:t>
            </a:r>
            <a:r>
              <a:rPr lang="ja-JP" altLang="ja-JP" dirty="0"/>
              <a:t>以上</a:t>
            </a:r>
          </a:p>
          <a:p>
            <a:pPr lvl="2"/>
            <a:r>
              <a:rPr lang="en-US" altLang="ja-JP" dirty="0"/>
              <a:t>CPU</a:t>
            </a:r>
          </a:p>
          <a:p>
            <a:pPr lvl="3"/>
            <a:r>
              <a:rPr lang="en-US" altLang="ja-JP" dirty="0"/>
              <a:t>Cortex-A15 </a:t>
            </a:r>
            <a:r>
              <a:rPr lang="ja-JP" altLang="ja-JP" dirty="0"/>
              <a:t>以上</a:t>
            </a:r>
          </a:p>
          <a:p>
            <a:pPr lvl="2"/>
            <a:r>
              <a:rPr lang="en-US" altLang="ja-JP" dirty="0"/>
              <a:t>Mem</a:t>
            </a:r>
          </a:p>
          <a:p>
            <a:pPr lvl="3"/>
            <a:r>
              <a:rPr lang="en-US" altLang="ja-JP" dirty="0"/>
              <a:t>2GB </a:t>
            </a:r>
            <a:r>
              <a:rPr lang="ja-JP" altLang="ja-JP" dirty="0"/>
              <a:t>以上</a:t>
            </a:r>
          </a:p>
          <a:p>
            <a:pPr lvl="1"/>
            <a:endParaRPr kumimoji="1" lang="ja-JP" altLang="en-US" dirty="0"/>
          </a:p>
        </p:txBody>
      </p:sp>
    </p:spTree>
    <p:extLst>
      <p:ext uri="{BB962C8B-B14F-4D97-AF65-F5344CB8AC3E}">
        <p14:creationId xmlns:p14="http://schemas.microsoft.com/office/powerpoint/2010/main" val="3110096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4F963E-C5DB-46E2-AA3C-0AB4CBF55911}"/>
              </a:ext>
            </a:extLst>
          </p:cNvPr>
          <p:cNvSpPr>
            <a:spLocks noGrp="1"/>
          </p:cNvSpPr>
          <p:nvPr>
            <p:ph type="title"/>
          </p:nvPr>
        </p:nvSpPr>
        <p:spPr/>
        <p:txBody>
          <a:bodyPr/>
          <a:lstStyle/>
          <a:p>
            <a:r>
              <a:rPr lang="ja-JP" altLang="en-US" dirty="0"/>
              <a:t>衛星追尾機能：スマホ向け</a:t>
            </a:r>
            <a:endParaRPr kumimoji="1" lang="ja-JP" altLang="en-US" dirty="0"/>
          </a:p>
        </p:txBody>
      </p:sp>
      <p:sp>
        <p:nvSpPr>
          <p:cNvPr id="3" name="コンテンツ プレースホルダー 2">
            <a:extLst>
              <a:ext uri="{FF2B5EF4-FFF2-40B4-BE49-F238E27FC236}">
                <a16:creationId xmlns:a16="http://schemas.microsoft.com/office/drawing/2014/main" id="{55124588-9FA8-4A4D-83BB-76C3FAA0786D}"/>
              </a:ext>
            </a:extLst>
          </p:cNvPr>
          <p:cNvSpPr>
            <a:spLocks noGrp="1"/>
          </p:cNvSpPr>
          <p:nvPr>
            <p:ph idx="1"/>
          </p:nvPr>
        </p:nvSpPr>
        <p:spPr>
          <a:xfrm>
            <a:off x="628650" y="1052736"/>
            <a:ext cx="5132369" cy="4351338"/>
          </a:xfrm>
        </p:spPr>
        <p:txBody>
          <a:bodyPr/>
          <a:lstStyle/>
          <a:p>
            <a:r>
              <a:rPr lang="ja-JP" altLang="ja-JP" b="1" i="1" dirty="0"/>
              <a:t>衛星受信補助用</a:t>
            </a:r>
            <a:r>
              <a:rPr lang="en-US" altLang="ja-JP" b="1" i="1" dirty="0"/>
              <a:t>UI</a:t>
            </a:r>
            <a:endParaRPr lang="ja-JP" altLang="ja-JP" b="1" i="1" dirty="0"/>
          </a:p>
          <a:p>
            <a:pPr lvl="1"/>
            <a:r>
              <a:rPr lang="ja-JP" altLang="ja-JP" dirty="0"/>
              <a:t>スマホには、</a:t>
            </a:r>
            <a:r>
              <a:rPr lang="en-US" altLang="ja-JP" dirty="0"/>
              <a:t>GPS</a:t>
            </a:r>
            <a:r>
              <a:rPr lang="ja-JP" altLang="ja-JP" dirty="0" err="1"/>
              <a:t>、</a:t>
            </a:r>
            <a:r>
              <a:rPr lang="ja-JP" altLang="ja-JP" dirty="0"/>
              <a:t>コンパス、加速度センサーが載っているため、これらを利用してローテーターの代わりとなる機能も提供する。</a:t>
            </a:r>
            <a:endParaRPr lang="en-US" altLang="ja-JP" dirty="0"/>
          </a:p>
          <a:p>
            <a:pPr lvl="2"/>
            <a:r>
              <a:rPr lang="ja-JP" altLang="ja-JP" dirty="0"/>
              <a:t>スマホの</a:t>
            </a:r>
            <a:r>
              <a:rPr lang="en-US" altLang="ja-JP" dirty="0"/>
              <a:t>OTG(USB)</a:t>
            </a:r>
            <a:r>
              <a:rPr lang="ja-JP" altLang="ja-JP" dirty="0"/>
              <a:t>に</a:t>
            </a:r>
            <a:r>
              <a:rPr lang="en-US" altLang="ja-JP" dirty="0"/>
              <a:t>SDR</a:t>
            </a:r>
            <a:r>
              <a:rPr lang="ja-JP" altLang="ja-JP" dirty="0"/>
              <a:t>とアンテナを接続することにより、スマホだけで完結する受信専用地上局が構築可能となる。</a:t>
            </a:r>
          </a:p>
          <a:p>
            <a:pPr lvl="1"/>
            <a:endParaRPr kumimoji="1" lang="ja-JP" altLang="en-US" dirty="0"/>
          </a:p>
        </p:txBody>
      </p:sp>
      <p:pic>
        <p:nvPicPr>
          <p:cNvPr id="4" name="図 3">
            <a:extLst>
              <a:ext uri="{FF2B5EF4-FFF2-40B4-BE49-F238E27FC236}">
                <a16:creationId xmlns:a16="http://schemas.microsoft.com/office/drawing/2014/main" id="{9F87D324-F3BC-4F31-B7F3-D3CA9914EAFB}"/>
              </a:ext>
            </a:extLst>
          </p:cNvPr>
          <p:cNvPicPr/>
          <p:nvPr/>
        </p:nvPicPr>
        <p:blipFill>
          <a:blip r:embed="rId2">
            <a:extLst>
              <a:ext uri="{28A0092B-C50C-407E-A947-70E740481C1C}">
                <a14:useLocalDpi xmlns:a14="http://schemas.microsoft.com/office/drawing/2010/main" val="0"/>
              </a:ext>
            </a:extLst>
          </a:blip>
          <a:stretch>
            <a:fillRect/>
          </a:stretch>
        </p:blipFill>
        <p:spPr>
          <a:xfrm>
            <a:off x="5650615" y="1556792"/>
            <a:ext cx="3529897" cy="5163097"/>
          </a:xfrm>
          <a:prstGeom prst="rect">
            <a:avLst/>
          </a:prstGeom>
        </p:spPr>
      </p:pic>
      <p:pic>
        <p:nvPicPr>
          <p:cNvPr id="8" name="図 7">
            <a:extLst>
              <a:ext uri="{FF2B5EF4-FFF2-40B4-BE49-F238E27FC236}">
                <a16:creationId xmlns:a16="http://schemas.microsoft.com/office/drawing/2014/main" id="{8D8F154B-0D60-4CC2-B147-C7D0BADE953E}"/>
              </a:ext>
            </a:extLst>
          </p:cNvPr>
          <p:cNvPicPr>
            <a:picLocks noChangeAspect="1"/>
          </p:cNvPicPr>
          <p:nvPr/>
        </p:nvPicPr>
        <p:blipFill rotWithShape="1">
          <a:blip r:embed="rId3">
            <a:extLst>
              <a:ext uri="{28A0092B-C50C-407E-A947-70E740481C1C}">
                <a14:useLocalDpi xmlns:a14="http://schemas.microsoft.com/office/drawing/2010/main" val="0"/>
              </a:ext>
            </a:extLst>
          </a:blip>
          <a:srcRect r="23619"/>
          <a:stretch/>
        </p:blipFill>
        <p:spPr>
          <a:xfrm>
            <a:off x="1907704" y="4389168"/>
            <a:ext cx="3384376" cy="2492370"/>
          </a:xfrm>
          <a:prstGeom prst="rect">
            <a:avLst/>
          </a:prstGeom>
        </p:spPr>
      </p:pic>
    </p:spTree>
    <p:extLst>
      <p:ext uri="{BB962C8B-B14F-4D97-AF65-F5344CB8AC3E}">
        <p14:creationId xmlns:p14="http://schemas.microsoft.com/office/powerpoint/2010/main" val="39174149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530862C-7D43-4380-B4FB-1F6487574E7F}"/>
              </a:ext>
            </a:extLst>
          </p:cNvPr>
          <p:cNvSpPr>
            <a:spLocks noGrp="1"/>
          </p:cNvSpPr>
          <p:nvPr>
            <p:ph idx="1"/>
          </p:nvPr>
        </p:nvSpPr>
        <p:spPr>
          <a:xfrm>
            <a:off x="628650" y="3009900"/>
            <a:ext cx="7886700" cy="2480072"/>
          </a:xfrm>
        </p:spPr>
        <p:txBody>
          <a:bodyPr>
            <a:normAutofit/>
          </a:bodyPr>
          <a:lstStyle/>
          <a:p>
            <a:pPr algn="ctr"/>
            <a:r>
              <a:rPr lang="ja-JP" altLang="en-US" sz="3600" dirty="0"/>
              <a:t>分散協調ネットワーク仕様</a:t>
            </a:r>
          </a:p>
        </p:txBody>
      </p:sp>
    </p:spTree>
    <p:extLst>
      <p:ext uri="{BB962C8B-B14F-4D97-AF65-F5344CB8AC3E}">
        <p14:creationId xmlns:p14="http://schemas.microsoft.com/office/powerpoint/2010/main" val="807505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DB63AD1-1226-4E4F-9C88-FC536433AA14}"/>
              </a:ext>
            </a:extLst>
          </p:cNvPr>
          <p:cNvSpPr>
            <a:spLocks noGrp="1"/>
          </p:cNvSpPr>
          <p:nvPr>
            <p:ph type="title"/>
          </p:nvPr>
        </p:nvSpPr>
        <p:spPr/>
        <p:txBody>
          <a:bodyPr/>
          <a:lstStyle/>
          <a:p>
            <a:r>
              <a:rPr lang="ja-JP" altLang="en-US" dirty="0"/>
              <a:t>分散協調ネットワーク：仕様</a:t>
            </a:r>
            <a:endParaRPr kumimoji="1" lang="ja-JP" altLang="en-US" dirty="0"/>
          </a:p>
        </p:txBody>
      </p:sp>
      <p:sp>
        <p:nvSpPr>
          <p:cNvPr id="6" name="コンテンツ プレースホルダー 5">
            <a:extLst>
              <a:ext uri="{FF2B5EF4-FFF2-40B4-BE49-F238E27FC236}">
                <a16:creationId xmlns:a16="http://schemas.microsoft.com/office/drawing/2014/main" id="{0D56EF4A-D540-46B3-ABED-790A697A3AE2}"/>
              </a:ext>
            </a:extLst>
          </p:cNvPr>
          <p:cNvSpPr>
            <a:spLocks noGrp="1"/>
          </p:cNvSpPr>
          <p:nvPr>
            <p:ph sz="half" idx="1"/>
          </p:nvPr>
        </p:nvSpPr>
        <p:spPr>
          <a:xfrm>
            <a:off x="611560" y="2224063"/>
            <a:ext cx="4617119" cy="4733329"/>
          </a:xfrm>
        </p:spPr>
        <p:txBody>
          <a:bodyPr>
            <a:normAutofit fontScale="92500" lnSpcReduction="10000"/>
          </a:bodyPr>
          <a:lstStyle/>
          <a:p>
            <a:pPr lvl="1"/>
            <a:r>
              <a:rPr lang="ja-JP" altLang="ja-JP" dirty="0"/>
              <a:t>運用対象衛星</a:t>
            </a:r>
          </a:p>
          <a:p>
            <a:pPr lvl="2"/>
            <a:r>
              <a:rPr lang="ja-JP" altLang="ja-JP" dirty="0"/>
              <a:t>データやビーコンを受信する対象の衛星</a:t>
            </a:r>
          </a:p>
          <a:p>
            <a:pPr lvl="1"/>
            <a:r>
              <a:rPr lang="ja-JP" altLang="ja-JP" dirty="0"/>
              <a:t>衛星運用者</a:t>
            </a:r>
          </a:p>
          <a:p>
            <a:pPr lvl="2"/>
            <a:r>
              <a:rPr lang="ja-JP" altLang="ja-JP" dirty="0"/>
              <a:t>『運用対象衛星』を運用する者</a:t>
            </a:r>
          </a:p>
          <a:p>
            <a:pPr lvl="1"/>
            <a:r>
              <a:rPr lang="ja-JP" altLang="ja-JP" dirty="0"/>
              <a:t>衛星データ受信者</a:t>
            </a:r>
          </a:p>
          <a:p>
            <a:pPr lvl="2"/>
            <a:r>
              <a:rPr lang="ja-JP" altLang="ja-JP" dirty="0"/>
              <a:t>『運用対象衛星』からデータやビーコンを受信する者。『衛星運用者』と一般的なアマチュア無線家などが含まれる。</a:t>
            </a:r>
          </a:p>
          <a:p>
            <a:pPr lvl="1"/>
            <a:r>
              <a:rPr lang="ja-JP" altLang="ja-JP" dirty="0"/>
              <a:t>衛星情報管理サーバ</a:t>
            </a:r>
          </a:p>
          <a:p>
            <a:pPr lvl="2"/>
            <a:r>
              <a:rPr lang="ja-JP" altLang="ja-JP" dirty="0"/>
              <a:t>『運用対象衛星』の情報やデータを管理するサーバ。『衛星運用者』やサーバ運用者などの第三者により運用・管理される。</a:t>
            </a:r>
          </a:p>
        </p:txBody>
      </p:sp>
      <p:grpSp>
        <p:nvGrpSpPr>
          <p:cNvPr id="3" name="グループ化 2">
            <a:extLst>
              <a:ext uri="{FF2B5EF4-FFF2-40B4-BE49-F238E27FC236}">
                <a16:creationId xmlns:a16="http://schemas.microsoft.com/office/drawing/2014/main" id="{C53560CD-5235-405E-8BD2-0AFE8A7BE33B}"/>
              </a:ext>
            </a:extLst>
          </p:cNvPr>
          <p:cNvGrpSpPr/>
          <p:nvPr/>
        </p:nvGrpSpPr>
        <p:grpSpPr>
          <a:xfrm>
            <a:off x="5076056" y="2034882"/>
            <a:ext cx="4238625" cy="4202430"/>
            <a:chOff x="5099634" y="1825625"/>
            <a:chExt cx="4238625" cy="4202430"/>
          </a:xfrm>
        </p:grpSpPr>
        <p:pic>
          <p:nvPicPr>
            <p:cNvPr id="4" name="図 3">
              <a:extLst>
                <a:ext uri="{FF2B5EF4-FFF2-40B4-BE49-F238E27FC236}">
                  <a16:creationId xmlns:a16="http://schemas.microsoft.com/office/drawing/2014/main" id="{99B6186C-01E2-405B-B54E-EB7FB0E6FDE8}"/>
                </a:ext>
              </a:extLst>
            </p:cNvPr>
            <p:cNvPicPr/>
            <p:nvPr/>
          </p:nvPicPr>
          <p:blipFill rotWithShape="1">
            <a:blip r:embed="rId2">
              <a:extLst>
                <a:ext uri="{28A0092B-C50C-407E-A947-70E740481C1C}">
                  <a14:useLocalDpi xmlns:a14="http://schemas.microsoft.com/office/drawing/2010/main" val="0"/>
                </a:ext>
              </a:extLst>
            </a:blip>
            <a:srcRect l="28686"/>
            <a:stretch/>
          </p:blipFill>
          <p:spPr bwMode="auto">
            <a:xfrm>
              <a:off x="5099634" y="1825625"/>
              <a:ext cx="4238625" cy="4202430"/>
            </a:xfrm>
            <a:prstGeom prst="rect">
              <a:avLst/>
            </a:prstGeom>
            <a:ln>
              <a:noFill/>
            </a:ln>
            <a:extLst>
              <a:ext uri="{53640926-AAD7-44D8-BBD7-CCE9431645EC}">
                <a14:shadowObscured xmlns:a14="http://schemas.microsoft.com/office/drawing/2010/main"/>
              </a:ext>
            </a:extLst>
          </p:spPr>
        </p:pic>
        <p:pic>
          <p:nvPicPr>
            <p:cNvPr id="7" name="図 6">
              <a:extLst>
                <a:ext uri="{FF2B5EF4-FFF2-40B4-BE49-F238E27FC236}">
                  <a16:creationId xmlns:a16="http://schemas.microsoft.com/office/drawing/2014/main" id="{C352761B-73D2-4605-8C95-4A730F13A32E}"/>
                </a:ext>
              </a:extLst>
            </p:cNvPr>
            <p:cNvPicPr>
              <a:picLocks noChangeAspect="1"/>
            </p:cNvPicPr>
            <p:nvPr/>
          </p:nvPicPr>
          <p:blipFill>
            <a:blip r:embed="rId3"/>
            <a:stretch>
              <a:fillRect/>
            </a:stretch>
          </p:blipFill>
          <p:spPr>
            <a:xfrm>
              <a:off x="5251757" y="4712072"/>
              <a:ext cx="544379" cy="561752"/>
            </a:xfrm>
            <a:prstGeom prst="rect">
              <a:avLst/>
            </a:prstGeom>
          </p:spPr>
        </p:pic>
        <p:pic>
          <p:nvPicPr>
            <p:cNvPr id="8" name="図 7">
              <a:extLst>
                <a:ext uri="{FF2B5EF4-FFF2-40B4-BE49-F238E27FC236}">
                  <a16:creationId xmlns:a16="http://schemas.microsoft.com/office/drawing/2014/main" id="{116F411A-1426-4B3A-8BDE-2258070507E0}"/>
                </a:ext>
              </a:extLst>
            </p:cNvPr>
            <p:cNvPicPr>
              <a:picLocks noChangeAspect="1"/>
            </p:cNvPicPr>
            <p:nvPr/>
          </p:nvPicPr>
          <p:blipFill>
            <a:blip r:embed="rId3"/>
            <a:stretch>
              <a:fillRect/>
            </a:stretch>
          </p:blipFill>
          <p:spPr>
            <a:xfrm>
              <a:off x="6876256" y="5157192"/>
              <a:ext cx="544379" cy="561752"/>
            </a:xfrm>
            <a:prstGeom prst="rect">
              <a:avLst/>
            </a:prstGeom>
          </p:spPr>
        </p:pic>
        <p:pic>
          <p:nvPicPr>
            <p:cNvPr id="9" name="図 8">
              <a:extLst>
                <a:ext uri="{FF2B5EF4-FFF2-40B4-BE49-F238E27FC236}">
                  <a16:creationId xmlns:a16="http://schemas.microsoft.com/office/drawing/2014/main" id="{6A488011-5352-4FA3-A32F-D3AC3FFB17D4}"/>
                </a:ext>
              </a:extLst>
            </p:cNvPr>
            <p:cNvPicPr>
              <a:picLocks noChangeAspect="1"/>
            </p:cNvPicPr>
            <p:nvPr/>
          </p:nvPicPr>
          <p:blipFill>
            <a:blip r:embed="rId3"/>
            <a:stretch>
              <a:fillRect/>
            </a:stretch>
          </p:blipFill>
          <p:spPr>
            <a:xfrm>
              <a:off x="6084168" y="1988840"/>
              <a:ext cx="544379" cy="561752"/>
            </a:xfrm>
            <a:prstGeom prst="rect">
              <a:avLst/>
            </a:prstGeom>
          </p:spPr>
        </p:pic>
        <p:pic>
          <p:nvPicPr>
            <p:cNvPr id="10" name="図 9">
              <a:extLst>
                <a:ext uri="{FF2B5EF4-FFF2-40B4-BE49-F238E27FC236}">
                  <a16:creationId xmlns:a16="http://schemas.microsoft.com/office/drawing/2014/main" id="{EE5A5CBA-8F43-4068-8A55-59C17E164016}"/>
                </a:ext>
              </a:extLst>
            </p:cNvPr>
            <p:cNvPicPr>
              <a:picLocks noChangeAspect="1"/>
            </p:cNvPicPr>
            <p:nvPr/>
          </p:nvPicPr>
          <p:blipFill>
            <a:blip r:embed="rId3"/>
            <a:stretch>
              <a:fillRect/>
            </a:stretch>
          </p:blipFill>
          <p:spPr>
            <a:xfrm>
              <a:off x="8110382" y="2132856"/>
              <a:ext cx="544379" cy="561752"/>
            </a:xfrm>
            <a:prstGeom prst="rect">
              <a:avLst/>
            </a:prstGeom>
          </p:spPr>
        </p:pic>
        <p:pic>
          <p:nvPicPr>
            <p:cNvPr id="11" name="図 10">
              <a:extLst>
                <a:ext uri="{FF2B5EF4-FFF2-40B4-BE49-F238E27FC236}">
                  <a16:creationId xmlns:a16="http://schemas.microsoft.com/office/drawing/2014/main" id="{2F57378E-8468-45BE-9B2F-8ADC6D1EDB0A}"/>
                </a:ext>
              </a:extLst>
            </p:cNvPr>
            <p:cNvPicPr>
              <a:picLocks noChangeAspect="1"/>
            </p:cNvPicPr>
            <p:nvPr/>
          </p:nvPicPr>
          <p:blipFill>
            <a:blip r:embed="rId3"/>
            <a:stretch>
              <a:fillRect/>
            </a:stretch>
          </p:blipFill>
          <p:spPr>
            <a:xfrm>
              <a:off x="8551305" y="4712072"/>
              <a:ext cx="544379" cy="561752"/>
            </a:xfrm>
            <a:prstGeom prst="rect">
              <a:avLst/>
            </a:prstGeom>
          </p:spPr>
        </p:pic>
      </p:grpSp>
      <p:sp>
        <p:nvSpPr>
          <p:cNvPr id="18" name="コンテンツ プレースホルダー 2">
            <a:extLst>
              <a:ext uri="{FF2B5EF4-FFF2-40B4-BE49-F238E27FC236}">
                <a16:creationId xmlns:a16="http://schemas.microsoft.com/office/drawing/2014/main" id="{2C9E339F-FA9D-4F03-BCF5-00C5CE63DB37}"/>
              </a:ext>
            </a:extLst>
          </p:cNvPr>
          <p:cNvSpPr txBox="1">
            <a:spLocks/>
          </p:cNvSpPr>
          <p:nvPr/>
        </p:nvSpPr>
        <p:spPr bwMode="auto">
          <a:xfrm>
            <a:off x="755576" y="909514"/>
            <a:ext cx="7772400" cy="15113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1" fontAlgn="base" hangingPunct="1">
              <a:spcBef>
                <a:spcPct val="20000"/>
              </a:spcBef>
              <a:spcAft>
                <a:spcPct val="0"/>
              </a:spcAft>
              <a:buFont typeface="Times" panose="02020603050405020304" pitchFamily="18" charset="0"/>
              <a:buBlip>
                <a:blip r:embed="rId4"/>
              </a:buBlip>
              <a:defRPr kumimoji="1" sz="2800" kern="1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5"/>
              </a:buBlip>
              <a:defRPr kumimoji="1" sz="2400" kern="1200">
                <a:solidFill>
                  <a:schemeClr val="tx1"/>
                </a:solidFill>
                <a:latin typeface="+mn-lt"/>
                <a:ea typeface="+mn-ea"/>
                <a:cs typeface="+mn-cs"/>
              </a:defRPr>
            </a:lvl2pPr>
            <a:lvl3pPr marL="1143000" indent="-228600" algn="l" rtl="0" eaLnBrk="1" fontAlgn="base" hangingPunct="1">
              <a:spcBef>
                <a:spcPct val="20000"/>
              </a:spcBef>
              <a:spcAft>
                <a:spcPct val="0"/>
              </a:spcAft>
              <a:buBlip>
                <a:blip r:embed="rId6"/>
              </a:buBlip>
              <a:defRPr kumimoji="1" sz="2000" kern="1200">
                <a:solidFill>
                  <a:schemeClr val="tx1"/>
                </a:solidFill>
                <a:latin typeface="+mn-lt"/>
                <a:ea typeface="+mn-ea"/>
                <a:cs typeface="+mn-cs"/>
              </a:defRPr>
            </a:lvl3pPr>
            <a:lvl4pPr marL="1600200" indent="-228600" algn="l" rtl="0" eaLnBrk="1" fontAlgn="base" hangingPunct="1">
              <a:spcBef>
                <a:spcPct val="20000"/>
              </a:spcBef>
              <a:spcAft>
                <a:spcPct val="0"/>
              </a:spcAft>
              <a:buBlip>
                <a:blip r:embed="rId7"/>
              </a:buBlip>
              <a:defRPr kumimoji="1" kern="1200">
                <a:solidFill>
                  <a:schemeClr val="tx1"/>
                </a:solidFill>
                <a:latin typeface="+mn-lt"/>
                <a:ea typeface="+mn-ea"/>
                <a:cs typeface="+mn-cs"/>
              </a:defRPr>
            </a:lvl4pPr>
            <a:lvl5pPr marL="2057400" indent="-228600" algn="l" rtl="0" eaLnBrk="1" fontAlgn="base" hangingPunct="1">
              <a:spcBef>
                <a:spcPct val="20000"/>
              </a:spcBef>
              <a:spcAft>
                <a:spcPct val="0"/>
              </a:spcAft>
              <a:buBlip>
                <a:blip r:embed="rId8"/>
              </a:buBlip>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dirty="0"/>
              <a:t>世界中のアマチュア無線家や天文家にデータ受信を依頼して、データを分散</a:t>
            </a:r>
            <a:r>
              <a:rPr lang="en-US" altLang="ja-JP" dirty="0"/>
              <a:t>(</a:t>
            </a:r>
            <a:r>
              <a:rPr lang="ja-JP" altLang="ja-JP" dirty="0"/>
              <a:t>分割</a:t>
            </a:r>
            <a:r>
              <a:rPr lang="en-US" altLang="ja-JP" dirty="0"/>
              <a:t>)</a:t>
            </a:r>
            <a:r>
              <a:rPr lang="ja-JP" altLang="ja-JP" dirty="0"/>
              <a:t>して受信する受信者ネットワークを構築する。</a:t>
            </a:r>
          </a:p>
          <a:p>
            <a:endParaRPr lang="ja-JP" altLang="en-US" dirty="0"/>
          </a:p>
        </p:txBody>
      </p:sp>
    </p:spTree>
    <p:extLst>
      <p:ext uri="{BB962C8B-B14F-4D97-AF65-F5344CB8AC3E}">
        <p14:creationId xmlns:p14="http://schemas.microsoft.com/office/powerpoint/2010/main" val="1805004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A3FEA26-A108-4639-85C4-D12D2629A23D}"/>
              </a:ext>
            </a:extLst>
          </p:cNvPr>
          <p:cNvSpPr>
            <a:spLocks noGrp="1"/>
          </p:cNvSpPr>
          <p:nvPr>
            <p:ph idx="1"/>
          </p:nvPr>
        </p:nvSpPr>
        <p:spPr/>
        <p:txBody>
          <a:bodyPr/>
          <a:lstStyle/>
          <a:p>
            <a:r>
              <a:rPr kumimoji="1" lang="ja-JP" altLang="en-US" dirty="0"/>
              <a:t>Ｄ</a:t>
            </a:r>
          </a:p>
        </p:txBody>
      </p:sp>
      <p:pic>
        <p:nvPicPr>
          <p:cNvPr id="4" name="図 3">
            <a:extLst>
              <a:ext uri="{FF2B5EF4-FFF2-40B4-BE49-F238E27FC236}">
                <a16:creationId xmlns:a16="http://schemas.microsoft.com/office/drawing/2014/main" id="{941C9094-B07E-4AF1-83C0-571A808457CD}"/>
              </a:ext>
            </a:extLst>
          </p:cNvPr>
          <p:cNvPicPr/>
          <p:nvPr/>
        </p:nvPicPr>
        <p:blipFill>
          <a:blip r:embed="rId2">
            <a:extLst>
              <a:ext uri="{28A0092B-C50C-407E-A947-70E740481C1C}">
                <a14:useLocalDpi xmlns:a14="http://schemas.microsoft.com/office/drawing/2010/main" val="0"/>
              </a:ext>
            </a:extLst>
          </a:blip>
          <a:stretch>
            <a:fillRect/>
          </a:stretch>
        </p:blipFill>
        <p:spPr>
          <a:xfrm>
            <a:off x="160420" y="200526"/>
            <a:ext cx="8807116" cy="6521116"/>
          </a:xfrm>
          <a:prstGeom prst="rect">
            <a:avLst/>
          </a:prstGeom>
        </p:spPr>
      </p:pic>
    </p:spTree>
    <p:extLst>
      <p:ext uri="{BB962C8B-B14F-4D97-AF65-F5344CB8AC3E}">
        <p14:creationId xmlns:p14="http://schemas.microsoft.com/office/powerpoint/2010/main" val="4102328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7B0455-06E0-4CF3-B658-FDC7E7ECDB74}"/>
              </a:ext>
            </a:extLst>
          </p:cNvPr>
          <p:cNvSpPr>
            <a:spLocks noGrp="1"/>
          </p:cNvSpPr>
          <p:nvPr>
            <p:ph type="title"/>
          </p:nvPr>
        </p:nvSpPr>
        <p:spPr/>
        <p:txBody>
          <a:bodyPr/>
          <a:lstStyle/>
          <a:p>
            <a:r>
              <a:rPr kumimoji="1" lang="ja-JP" altLang="en-US" dirty="0"/>
              <a:t>分散協調ネットワーク：クライアント機能・地上局</a:t>
            </a:r>
          </a:p>
        </p:txBody>
      </p:sp>
      <p:sp>
        <p:nvSpPr>
          <p:cNvPr id="3" name="コンテンツ プレースホルダー 2">
            <a:extLst>
              <a:ext uri="{FF2B5EF4-FFF2-40B4-BE49-F238E27FC236}">
                <a16:creationId xmlns:a16="http://schemas.microsoft.com/office/drawing/2014/main" id="{B6AF0032-5A4C-4986-A4DE-16F11E058C50}"/>
              </a:ext>
            </a:extLst>
          </p:cNvPr>
          <p:cNvSpPr>
            <a:spLocks noGrp="1"/>
          </p:cNvSpPr>
          <p:nvPr>
            <p:ph idx="1"/>
          </p:nvPr>
        </p:nvSpPr>
        <p:spPr/>
        <p:txBody>
          <a:bodyPr/>
          <a:lstStyle/>
          <a:p>
            <a:r>
              <a:rPr lang="ja-JP" altLang="ja-JP" b="1" dirty="0"/>
              <a:t>自ら衛星データを指定しての受信</a:t>
            </a:r>
          </a:p>
          <a:p>
            <a:pPr lvl="1"/>
            <a:r>
              <a:rPr lang="ja-JP" altLang="ja-JP" dirty="0"/>
              <a:t>衛星データ受信者が自らデータを受信したい衛星を選んで受信する場合。</a:t>
            </a:r>
          </a:p>
          <a:p>
            <a:endParaRPr kumimoji="1" lang="ja-JP" altLang="en-US" dirty="0"/>
          </a:p>
        </p:txBody>
      </p:sp>
      <p:pic>
        <p:nvPicPr>
          <p:cNvPr id="4" name="図 3">
            <a:extLst>
              <a:ext uri="{FF2B5EF4-FFF2-40B4-BE49-F238E27FC236}">
                <a16:creationId xmlns:a16="http://schemas.microsoft.com/office/drawing/2014/main" id="{D01D4503-29D3-4732-A697-A6141CF4ABB5}"/>
              </a:ext>
            </a:extLst>
          </p:cNvPr>
          <p:cNvPicPr/>
          <p:nvPr/>
        </p:nvPicPr>
        <p:blipFill>
          <a:blip r:embed="rId2">
            <a:extLst>
              <a:ext uri="{28A0092B-C50C-407E-A947-70E740481C1C}">
                <a14:useLocalDpi xmlns:a14="http://schemas.microsoft.com/office/drawing/2010/main" val="0"/>
              </a:ext>
            </a:extLst>
          </a:blip>
          <a:stretch>
            <a:fillRect/>
          </a:stretch>
        </p:blipFill>
        <p:spPr>
          <a:xfrm>
            <a:off x="1475656" y="2420888"/>
            <a:ext cx="6336704" cy="4824536"/>
          </a:xfrm>
          <a:prstGeom prst="rect">
            <a:avLst/>
          </a:prstGeom>
        </p:spPr>
      </p:pic>
    </p:spTree>
    <p:extLst>
      <p:ext uri="{BB962C8B-B14F-4D97-AF65-F5344CB8AC3E}">
        <p14:creationId xmlns:p14="http://schemas.microsoft.com/office/powerpoint/2010/main" val="2166494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2A6778-1500-4588-B279-D14BB9513BA5}"/>
              </a:ext>
            </a:extLst>
          </p:cNvPr>
          <p:cNvSpPr>
            <a:spLocks noGrp="1"/>
          </p:cNvSpPr>
          <p:nvPr>
            <p:ph type="title"/>
          </p:nvPr>
        </p:nvSpPr>
        <p:spPr/>
        <p:txBody>
          <a:bodyPr/>
          <a:lstStyle/>
          <a:p>
            <a:r>
              <a:rPr lang="ja-JP" altLang="en-US" dirty="0"/>
              <a:t>分散協調ネットワーク：クライアント機能・衛星</a:t>
            </a:r>
            <a:endParaRPr kumimoji="1" lang="ja-JP" altLang="en-US" dirty="0"/>
          </a:p>
        </p:txBody>
      </p:sp>
      <p:sp>
        <p:nvSpPr>
          <p:cNvPr id="3" name="コンテンツ プレースホルダー 2">
            <a:extLst>
              <a:ext uri="{FF2B5EF4-FFF2-40B4-BE49-F238E27FC236}">
                <a16:creationId xmlns:a16="http://schemas.microsoft.com/office/drawing/2014/main" id="{F168C362-F854-4415-96C2-A13C9A1B6024}"/>
              </a:ext>
            </a:extLst>
          </p:cNvPr>
          <p:cNvSpPr>
            <a:spLocks noGrp="1"/>
          </p:cNvSpPr>
          <p:nvPr>
            <p:ph idx="1"/>
          </p:nvPr>
        </p:nvSpPr>
        <p:spPr/>
        <p:txBody>
          <a:bodyPr/>
          <a:lstStyle/>
          <a:p>
            <a:r>
              <a:rPr lang="ja-JP" altLang="ja-JP" b="1" dirty="0"/>
              <a:t>衛星運用者からの依頼による受信</a:t>
            </a:r>
          </a:p>
          <a:p>
            <a:pPr lvl="1"/>
            <a:r>
              <a:rPr lang="ja-JP" altLang="ja-JP" dirty="0"/>
              <a:t>衛星運用者が、データ受信に協力してくれる衛星データ受信者を選んでデータ受信依頼を出す場合。</a:t>
            </a:r>
          </a:p>
          <a:p>
            <a:endParaRPr kumimoji="1" lang="ja-JP" altLang="en-US" dirty="0"/>
          </a:p>
        </p:txBody>
      </p:sp>
      <p:pic>
        <p:nvPicPr>
          <p:cNvPr id="4" name="図 3">
            <a:extLst>
              <a:ext uri="{FF2B5EF4-FFF2-40B4-BE49-F238E27FC236}">
                <a16:creationId xmlns:a16="http://schemas.microsoft.com/office/drawing/2014/main" id="{13624213-80A7-4B4B-8D3E-15C44089B070}"/>
              </a:ext>
            </a:extLst>
          </p:cNvPr>
          <p:cNvPicPr/>
          <p:nvPr/>
        </p:nvPicPr>
        <p:blipFill>
          <a:blip r:embed="rId2">
            <a:extLst>
              <a:ext uri="{28A0092B-C50C-407E-A947-70E740481C1C}">
                <a14:useLocalDpi xmlns:a14="http://schemas.microsoft.com/office/drawing/2010/main" val="0"/>
              </a:ext>
            </a:extLst>
          </a:blip>
          <a:stretch>
            <a:fillRect/>
          </a:stretch>
        </p:blipFill>
        <p:spPr>
          <a:xfrm>
            <a:off x="1547664" y="2420888"/>
            <a:ext cx="6336704" cy="4752528"/>
          </a:xfrm>
          <a:prstGeom prst="rect">
            <a:avLst/>
          </a:prstGeom>
        </p:spPr>
      </p:pic>
    </p:spTree>
    <p:extLst>
      <p:ext uri="{BB962C8B-B14F-4D97-AF65-F5344CB8AC3E}">
        <p14:creationId xmlns:p14="http://schemas.microsoft.com/office/powerpoint/2010/main" val="27807618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7B0455-06E0-4CF3-B658-FDC7E7ECDB74}"/>
              </a:ext>
            </a:extLst>
          </p:cNvPr>
          <p:cNvSpPr>
            <a:spLocks noGrp="1"/>
          </p:cNvSpPr>
          <p:nvPr>
            <p:ph type="title"/>
          </p:nvPr>
        </p:nvSpPr>
        <p:spPr/>
        <p:txBody>
          <a:bodyPr/>
          <a:lstStyle/>
          <a:p>
            <a:r>
              <a:rPr kumimoji="1" lang="ja-JP" altLang="en-US" dirty="0"/>
              <a:t>分散協調ネットワーク：</a:t>
            </a:r>
            <a:r>
              <a:rPr lang="ja-JP" altLang="en-US" dirty="0"/>
              <a:t>サーバ機能</a:t>
            </a:r>
            <a:endParaRPr kumimoji="1" lang="ja-JP" altLang="en-US" dirty="0"/>
          </a:p>
        </p:txBody>
      </p:sp>
      <p:sp>
        <p:nvSpPr>
          <p:cNvPr id="3" name="コンテンツ プレースホルダー 2">
            <a:extLst>
              <a:ext uri="{FF2B5EF4-FFF2-40B4-BE49-F238E27FC236}">
                <a16:creationId xmlns:a16="http://schemas.microsoft.com/office/drawing/2014/main" id="{B6AF0032-5A4C-4986-A4DE-16F11E058C50}"/>
              </a:ext>
            </a:extLst>
          </p:cNvPr>
          <p:cNvSpPr>
            <a:spLocks noGrp="1"/>
          </p:cNvSpPr>
          <p:nvPr>
            <p:ph idx="1"/>
          </p:nvPr>
        </p:nvSpPr>
        <p:spPr>
          <a:xfrm>
            <a:off x="838200" y="1125538"/>
            <a:ext cx="7772400" cy="5687838"/>
          </a:xfrm>
        </p:spPr>
        <p:txBody>
          <a:bodyPr>
            <a:normAutofit fontScale="92500" lnSpcReduction="10000"/>
          </a:bodyPr>
          <a:lstStyle/>
          <a:p>
            <a:r>
              <a:rPr lang="ja-JP" altLang="ja-JP" b="1" dirty="0"/>
              <a:t>衛星情報管理</a:t>
            </a:r>
            <a:endParaRPr lang="en-US" altLang="ja-JP" dirty="0"/>
          </a:p>
          <a:p>
            <a:pPr lvl="1"/>
            <a:r>
              <a:rPr lang="ja-JP" altLang="ja-JP" dirty="0"/>
              <a:t>衛星に関する情報の登録・公開をする。衛星データ受信者は、これらを参照して、衛星データの受信を行う。</a:t>
            </a:r>
          </a:p>
          <a:p>
            <a:pPr lvl="2"/>
            <a:r>
              <a:rPr lang="ja-JP" altLang="ja-JP" dirty="0"/>
              <a:t>衛星情報</a:t>
            </a:r>
          </a:p>
          <a:p>
            <a:pPr lvl="3"/>
            <a:r>
              <a:rPr lang="ja-JP" altLang="ja-JP" dirty="0"/>
              <a:t>衛星名</a:t>
            </a:r>
          </a:p>
          <a:p>
            <a:pPr lvl="3"/>
            <a:r>
              <a:rPr lang="ja-JP" altLang="ja-JP" dirty="0"/>
              <a:t>衛星運用者名</a:t>
            </a:r>
          </a:p>
          <a:p>
            <a:pPr lvl="3"/>
            <a:r>
              <a:rPr lang="ja-JP" altLang="ja-JP" dirty="0"/>
              <a:t>衛星運用者連絡先</a:t>
            </a:r>
          </a:p>
          <a:p>
            <a:pPr lvl="3"/>
            <a:r>
              <a:rPr lang="ja-JP" altLang="ja-JP" dirty="0"/>
              <a:t>衛星軌道情報登録サイト</a:t>
            </a:r>
            <a:r>
              <a:rPr lang="en-US" altLang="ja-JP" dirty="0"/>
              <a:t>URL</a:t>
            </a:r>
            <a:endParaRPr lang="ja-JP" altLang="ja-JP" dirty="0"/>
          </a:p>
          <a:p>
            <a:pPr lvl="3"/>
            <a:r>
              <a:rPr lang="ja-JP" altLang="ja-JP" dirty="0"/>
              <a:t>電波情報（複数あり）</a:t>
            </a:r>
          </a:p>
          <a:p>
            <a:pPr lvl="4"/>
            <a:r>
              <a:rPr lang="ja-JP" altLang="ja-JP" dirty="0"/>
              <a:t>周波数帯</a:t>
            </a:r>
          </a:p>
          <a:p>
            <a:pPr lvl="4"/>
            <a:r>
              <a:rPr lang="ja-JP" altLang="ja-JP" dirty="0"/>
              <a:t>変調方式</a:t>
            </a:r>
            <a:r>
              <a:rPr lang="en-US" altLang="ja-JP" dirty="0"/>
              <a:t>(CW, FM</a:t>
            </a:r>
            <a:r>
              <a:rPr lang="ja-JP" altLang="ja-JP" dirty="0"/>
              <a:t>など</a:t>
            </a:r>
            <a:r>
              <a:rPr lang="en-US" altLang="ja-JP" dirty="0"/>
              <a:t>)</a:t>
            </a:r>
            <a:endParaRPr lang="ja-JP" altLang="ja-JP" dirty="0"/>
          </a:p>
          <a:p>
            <a:pPr lvl="4"/>
            <a:r>
              <a:rPr lang="ja-JP" altLang="ja-JP" dirty="0"/>
              <a:t>エラー訂正方式</a:t>
            </a:r>
          </a:p>
          <a:p>
            <a:pPr lvl="4"/>
            <a:r>
              <a:rPr lang="ja-JP" altLang="ja-JP" dirty="0"/>
              <a:t>パケット方式</a:t>
            </a:r>
          </a:p>
          <a:p>
            <a:pPr lvl="2"/>
            <a:r>
              <a:rPr lang="ja-JP" altLang="ja-JP" dirty="0"/>
              <a:t>衛星データ送信情報</a:t>
            </a:r>
            <a:r>
              <a:rPr lang="en-US" altLang="ja-JP" dirty="0"/>
              <a:t>(</a:t>
            </a:r>
            <a:r>
              <a:rPr lang="ja-JP" altLang="ja-JP" dirty="0"/>
              <a:t>衛星運用者が登録</a:t>
            </a:r>
            <a:r>
              <a:rPr lang="en-US" altLang="ja-JP" dirty="0"/>
              <a:t>)</a:t>
            </a:r>
            <a:endParaRPr lang="ja-JP" altLang="ja-JP" dirty="0"/>
          </a:p>
          <a:p>
            <a:pPr lvl="3"/>
            <a:r>
              <a:rPr lang="ja-JP" altLang="ja-JP" dirty="0"/>
              <a:t>電波情報</a:t>
            </a:r>
          </a:p>
          <a:p>
            <a:pPr lvl="3"/>
            <a:r>
              <a:rPr lang="ja-JP" altLang="ja-JP" dirty="0"/>
              <a:t>配信日時</a:t>
            </a:r>
          </a:p>
          <a:p>
            <a:pPr lvl="4"/>
            <a:r>
              <a:rPr lang="ja-JP" altLang="ja-JP" dirty="0"/>
              <a:t>定期配信</a:t>
            </a:r>
          </a:p>
          <a:p>
            <a:pPr lvl="3"/>
            <a:r>
              <a:rPr lang="ja-JP" altLang="ja-JP" dirty="0"/>
              <a:t>配信地点</a:t>
            </a:r>
            <a:endParaRPr lang="en-US" altLang="ja-JP" dirty="0"/>
          </a:p>
        </p:txBody>
      </p:sp>
    </p:spTree>
    <p:extLst>
      <p:ext uri="{BB962C8B-B14F-4D97-AF65-F5344CB8AC3E}">
        <p14:creationId xmlns:p14="http://schemas.microsoft.com/office/powerpoint/2010/main" val="35352192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7B0455-06E0-4CF3-B658-FDC7E7ECDB74}"/>
              </a:ext>
            </a:extLst>
          </p:cNvPr>
          <p:cNvSpPr>
            <a:spLocks noGrp="1"/>
          </p:cNvSpPr>
          <p:nvPr>
            <p:ph type="title"/>
          </p:nvPr>
        </p:nvSpPr>
        <p:spPr/>
        <p:txBody>
          <a:bodyPr/>
          <a:lstStyle/>
          <a:p>
            <a:r>
              <a:rPr kumimoji="1" lang="ja-JP" altLang="en-US" dirty="0"/>
              <a:t>分散協調ネットワーク：</a:t>
            </a:r>
            <a:r>
              <a:rPr lang="ja-JP" altLang="en-US" dirty="0"/>
              <a:t>サーバ機能</a:t>
            </a:r>
            <a:endParaRPr kumimoji="1" lang="ja-JP" altLang="en-US" dirty="0"/>
          </a:p>
        </p:txBody>
      </p:sp>
      <p:sp>
        <p:nvSpPr>
          <p:cNvPr id="3" name="コンテンツ プレースホルダー 2">
            <a:extLst>
              <a:ext uri="{FF2B5EF4-FFF2-40B4-BE49-F238E27FC236}">
                <a16:creationId xmlns:a16="http://schemas.microsoft.com/office/drawing/2014/main" id="{B6AF0032-5A4C-4986-A4DE-16F11E058C50}"/>
              </a:ext>
            </a:extLst>
          </p:cNvPr>
          <p:cNvSpPr>
            <a:spLocks noGrp="1"/>
          </p:cNvSpPr>
          <p:nvPr>
            <p:ph idx="1"/>
          </p:nvPr>
        </p:nvSpPr>
        <p:spPr>
          <a:xfrm>
            <a:off x="838200" y="1125538"/>
            <a:ext cx="7772400" cy="5615830"/>
          </a:xfrm>
        </p:spPr>
        <p:txBody>
          <a:bodyPr>
            <a:normAutofit lnSpcReduction="10000"/>
          </a:bodyPr>
          <a:lstStyle/>
          <a:p>
            <a:r>
              <a:rPr lang="ja-JP" altLang="ja-JP" b="1" dirty="0"/>
              <a:t>地上局情報登録</a:t>
            </a:r>
          </a:p>
          <a:p>
            <a:pPr lvl="1"/>
            <a:r>
              <a:rPr lang="ja-JP" altLang="ja-JP" dirty="0"/>
              <a:t>恒常的に衛星からのデータ受信に協力してくださる衛星データ受信者の情報も登録・公開される。衛星運用者は、これらを参照してデータ受信協力を依頼することができる。</a:t>
            </a:r>
          </a:p>
          <a:p>
            <a:pPr lvl="2"/>
            <a:r>
              <a:rPr lang="ja-JP" altLang="ja-JP" dirty="0"/>
              <a:t>衛星データ受信者情報</a:t>
            </a:r>
          </a:p>
          <a:p>
            <a:pPr lvl="3"/>
            <a:r>
              <a:rPr lang="ja-JP" altLang="ja-JP" dirty="0"/>
              <a:t>設備情報</a:t>
            </a:r>
          </a:p>
          <a:p>
            <a:pPr lvl="4"/>
            <a:r>
              <a:rPr lang="ja-JP" altLang="ja-JP" dirty="0"/>
              <a:t>無線機の種類</a:t>
            </a:r>
          </a:p>
          <a:p>
            <a:pPr lvl="4"/>
            <a:r>
              <a:rPr lang="ja-JP" altLang="ja-JP" dirty="0"/>
              <a:t>受信可能周波数帯</a:t>
            </a:r>
          </a:p>
          <a:p>
            <a:pPr lvl="3"/>
            <a:r>
              <a:rPr lang="ja-JP" altLang="ja-JP" dirty="0"/>
              <a:t>受信地点</a:t>
            </a:r>
          </a:p>
          <a:p>
            <a:pPr lvl="3"/>
            <a:r>
              <a:rPr lang="ja-JP" altLang="ja-JP" dirty="0"/>
              <a:t>受信可能時間帯</a:t>
            </a:r>
          </a:p>
          <a:p>
            <a:pPr lvl="3"/>
            <a:r>
              <a:rPr lang="ja-JP" altLang="ja-JP" dirty="0"/>
              <a:t>受信実績</a:t>
            </a:r>
            <a:r>
              <a:rPr lang="en-US" altLang="ja-JP" dirty="0"/>
              <a:t>(</a:t>
            </a:r>
            <a:r>
              <a:rPr lang="ja-JP" altLang="ja-JP" dirty="0"/>
              <a:t>サーバによる自動更新</a:t>
            </a:r>
            <a:r>
              <a:rPr lang="en-US" altLang="ja-JP" dirty="0"/>
              <a:t>)</a:t>
            </a:r>
            <a:endParaRPr lang="ja-JP" altLang="ja-JP" dirty="0"/>
          </a:p>
          <a:p>
            <a:pPr lvl="2"/>
            <a:r>
              <a:rPr lang="ja-JP" altLang="ja-JP" dirty="0"/>
              <a:t>依頼方式</a:t>
            </a:r>
          </a:p>
          <a:p>
            <a:pPr lvl="3"/>
            <a:r>
              <a:rPr lang="ja-JP" altLang="ja-JP" dirty="0"/>
              <a:t>受信可能な場合全て</a:t>
            </a:r>
          </a:p>
          <a:p>
            <a:pPr lvl="3"/>
            <a:r>
              <a:rPr lang="ja-JP" altLang="ja-JP" dirty="0"/>
              <a:t>受信実績が一定以上</a:t>
            </a:r>
          </a:p>
          <a:p>
            <a:pPr lvl="3"/>
            <a:r>
              <a:rPr lang="ja-JP" altLang="ja-JP" dirty="0"/>
              <a:t>手動で依頼</a:t>
            </a:r>
          </a:p>
        </p:txBody>
      </p:sp>
    </p:spTree>
    <p:extLst>
      <p:ext uri="{BB962C8B-B14F-4D97-AF65-F5344CB8AC3E}">
        <p14:creationId xmlns:p14="http://schemas.microsoft.com/office/powerpoint/2010/main" val="790336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4E96DC-A541-440D-ADB8-257412085315}"/>
              </a:ext>
            </a:extLst>
          </p:cNvPr>
          <p:cNvSpPr>
            <a:spLocks noGrp="1"/>
          </p:cNvSpPr>
          <p:nvPr>
            <p:ph type="title"/>
          </p:nvPr>
        </p:nvSpPr>
        <p:spPr/>
        <p:txBody>
          <a:bodyPr/>
          <a:lstStyle/>
          <a:p>
            <a:r>
              <a:rPr lang="ja-JP" altLang="en-US" dirty="0"/>
              <a:t>分散協調ネットワーク：</a:t>
            </a:r>
            <a:r>
              <a:rPr lang="en-US" altLang="ja-JP" dirty="0"/>
              <a:t>DTN</a:t>
            </a:r>
            <a:r>
              <a:rPr lang="ja-JP" altLang="en-US" dirty="0"/>
              <a:t>プロトコル</a:t>
            </a:r>
            <a:endParaRPr kumimoji="1" lang="ja-JP" altLang="en-US" dirty="0"/>
          </a:p>
        </p:txBody>
      </p:sp>
      <p:sp>
        <p:nvSpPr>
          <p:cNvPr id="3" name="コンテンツ プレースホルダー 2">
            <a:extLst>
              <a:ext uri="{FF2B5EF4-FFF2-40B4-BE49-F238E27FC236}">
                <a16:creationId xmlns:a16="http://schemas.microsoft.com/office/drawing/2014/main" id="{1C730B29-8A1C-4126-976A-02E912099C28}"/>
              </a:ext>
            </a:extLst>
          </p:cNvPr>
          <p:cNvSpPr>
            <a:spLocks noGrp="1"/>
          </p:cNvSpPr>
          <p:nvPr>
            <p:ph idx="1"/>
          </p:nvPr>
        </p:nvSpPr>
        <p:spPr>
          <a:xfrm>
            <a:off x="628649" y="1052736"/>
            <a:ext cx="8234614" cy="5472608"/>
          </a:xfrm>
        </p:spPr>
        <p:txBody>
          <a:bodyPr>
            <a:normAutofit fontScale="92500" lnSpcReduction="10000"/>
          </a:bodyPr>
          <a:lstStyle/>
          <a:p>
            <a:r>
              <a:rPr lang="ja-JP" altLang="en-US" dirty="0"/>
              <a:t>下記の</a:t>
            </a:r>
            <a:r>
              <a:rPr lang="en-US" altLang="ja-JP" dirty="0"/>
              <a:t>2</a:t>
            </a:r>
            <a:r>
              <a:rPr lang="ja-JP" altLang="en-US" dirty="0" err="1"/>
              <a:t>つの</a:t>
            </a:r>
            <a:r>
              <a:rPr lang="en-US" altLang="ja-JP" dirty="0"/>
              <a:t>RFC</a:t>
            </a:r>
            <a:r>
              <a:rPr lang="ja-JP" altLang="ja-JP" dirty="0"/>
              <a:t>を基にして実装を行う</a:t>
            </a:r>
            <a:endParaRPr lang="en-US" altLang="ja-JP" dirty="0"/>
          </a:p>
          <a:p>
            <a:pPr lvl="1"/>
            <a:r>
              <a:rPr lang="en-US" altLang="ja-JP" dirty="0"/>
              <a:t>RFC6255 Delay-Tolerant Networking Bundle Protocol IANA Registries</a:t>
            </a:r>
          </a:p>
          <a:p>
            <a:pPr lvl="1"/>
            <a:r>
              <a:rPr lang="en-US" altLang="ja-JP" dirty="0"/>
              <a:t>RFC5050 Bundle Protocol Specification</a:t>
            </a:r>
            <a:endParaRPr lang="ja-JP" altLang="ja-JP" dirty="0"/>
          </a:p>
          <a:p>
            <a:pPr lvl="1"/>
            <a:endParaRPr lang="en-US" altLang="ja-JP" dirty="0"/>
          </a:p>
          <a:p>
            <a:r>
              <a:rPr lang="ja-JP" altLang="ja-JP" dirty="0"/>
              <a:t>フルスペックの</a:t>
            </a:r>
            <a:r>
              <a:rPr lang="en-US" altLang="ja-JP" dirty="0"/>
              <a:t>DTN</a:t>
            </a:r>
            <a:r>
              <a:rPr lang="ja-JP" altLang="ja-JP" dirty="0"/>
              <a:t>を衛星自体に載せる意味はないため、安全を考慮し、</a:t>
            </a:r>
            <a:r>
              <a:rPr lang="ja-JP" altLang="en-US" dirty="0"/>
              <a:t>下記のように分散実装する</a:t>
            </a:r>
            <a:endParaRPr lang="ja-JP" altLang="ja-JP" dirty="0"/>
          </a:p>
          <a:p>
            <a:pPr lvl="1"/>
            <a:r>
              <a:rPr lang="ja-JP" altLang="ja-JP" dirty="0"/>
              <a:t>サーバ</a:t>
            </a:r>
          </a:p>
          <a:p>
            <a:pPr lvl="2"/>
            <a:r>
              <a:rPr lang="en-US" altLang="ja-JP" dirty="0"/>
              <a:t>DTN</a:t>
            </a:r>
            <a:r>
              <a:rPr lang="ja-JP" altLang="ja-JP" dirty="0"/>
              <a:t>のほとんどの機能を実装</a:t>
            </a:r>
          </a:p>
          <a:p>
            <a:pPr lvl="2"/>
            <a:r>
              <a:rPr lang="en-US" altLang="ja-JP" dirty="0"/>
              <a:t>DTN</a:t>
            </a:r>
            <a:r>
              <a:rPr lang="ja-JP" altLang="ja-JP" dirty="0"/>
              <a:t>プロトコルのラッパーとして動作する</a:t>
            </a:r>
          </a:p>
          <a:p>
            <a:pPr lvl="1"/>
            <a:r>
              <a:rPr lang="ja-JP" altLang="ja-JP" dirty="0"/>
              <a:t>クライアント・地上局</a:t>
            </a:r>
          </a:p>
          <a:p>
            <a:pPr lvl="2"/>
            <a:r>
              <a:rPr lang="ja-JP" altLang="ja-JP" dirty="0"/>
              <a:t>データ受信機構のみ実装</a:t>
            </a:r>
          </a:p>
          <a:p>
            <a:pPr lvl="1"/>
            <a:r>
              <a:rPr lang="ja-JP" altLang="ja-JP" dirty="0"/>
              <a:t>クライアント・衛星</a:t>
            </a:r>
          </a:p>
          <a:p>
            <a:pPr lvl="2"/>
            <a:r>
              <a:rPr lang="ja-JP" altLang="ja-JP" dirty="0"/>
              <a:t>データ管理機構のみ実装</a:t>
            </a:r>
            <a:endParaRPr lang="en-US" altLang="ja-JP" dirty="0">
              <a:solidFill>
                <a:srgbClr val="FF0000"/>
              </a:solidFill>
            </a:endParaRPr>
          </a:p>
          <a:p>
            <a:pPr lvl="2"/>
            <a:endParaRPr lang="ja-JP" altLang="ja-JP" dirty="0"/>
          </a:p>
        </p:txBody>
      </p:sp>
    </p:spTree>
    <p:extLst>
      <p:ext uri="{BB962C8B-B14F-4D97-AF65-F5344CB8AC3E}">
        <p14:creationId xmlns:p14="http://schemas.microsoft.com/office/powerpoint/2010/main" val="95882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6DABE73-4939-4F7A-90AD-E056F3434BF1}"/>
              </a:ext>
            </a:extLst>
          </p:cNvPr>
          <p:cNvSpPr>
            <a:spLocks noGrp="1"/>
          </p:cNvSpPr>
          <p:nvPr>
            <p:ph type="title"/>
          </p:nvPr>
        </p:nvSpPr>
        <p:spPr/>
        <p:txBody>
          <a:bodyPr/>
          <a:lstStyle/>
          <a:p>
            <a:r>
              <a:rPr kumimoji="1" lang="ja-JP" altLang="en-US" dirty="0"/>
              <a:t>ファイル操作：衛星内</a:t>
            </a:r>
            <a:r>
              <a:rPr kumimoji="1" lang="en-US" altLang="ja-JP" dirty="0"/>
              <a:t>DTN</a:t>
            </a:r>
            <a:r>
              <a:rPr kumimoji="1" lang="ja-JP" altLang="en-US" dirty="0"/>
              <a:t>パケット</a:t>
            </a:r>
          </a:p>
        </p:txBody>
      </p:sp>
      <p:sp>
        <p:nvSpPr>
          <p:cNvPr id="3" name="コンテンツ プレースホルダー 2">
            <a:extLst>
              <a:ext uri="{FF2B5EF4-FFF2-40B4-BE49-F238E27FC236}">
                <a16:creationId xmlns:a16="http://schemas.microsoft.com/office/drawing/2014/main" id="{6771F627-CB03-471E-8F8D-9389659DF220}"/>
              </a:ext>
            </a:extLst>
          </p:cNvPr>
          <p:cNvSpPr>
            <a:spLocks noGrp="1"/>
          </p:cNvSpPr>
          <p:nvPr>
            <p:ph idx="1"/>
          </p:nvPr>
        </p:nvSpPr>
        <p:spPr/>
        <p:txBody>
          <a:bodyPr>
            <a:normAutofit fontScale="92500" lnSpcReduction="20000"/>
          </a:bodyPr>
          <a:lstStyle/>
          <a:p>
            <a:r>
              <a:rPr lang="ja-JP" altLang="ja-JP" b="1" dirty="0"/>
              <a:t>衛星内でのパケット管理</a:t>
            </a:r>
          </a:p>
          <a:p>
            <a:pPr lvl="1"/>
            <a:r>
              <a:rPr lang="ja-JP" altLang="ja-JP" dirty="0"/>
              <a:t>データのダウンロード時にデータを通信に最適</a:t>
            </a:r>
            <a:r>
              <a:rPr lang="en-US" altLang="ja-JP" dirty="0"/>
              <a:t>(</a:t>
            </a:r>
            <a:r>
              <a:rPr lang="ja-JP" altLang="ja-JP" dirty="0"/>
              <a:t>エラー訂正のデータ長をベースとする</a:t>
            </a:r>
            <a:r>
              <a:rPr lang="en-US" altLang="ja-JP" dirty="0"/>
              <a:t>)</a:t>
            </a:r>
            <a:r>
              <a:rPr lang="ja-JP" altLang="ja-JP" dirty="0"/>
              <a:t>なサイズに分割し、</a:t>
            </a:r>
            <a:r>
              <a:rPr lang="en-US" altLang="ja-JP" dirty="0"/>
              <a:t>DTN</a:t>
            </a:r>
            <a:r>
              <a:rPr lang="ja-JP" altLang="ja-JP" dirty="0"/>
              <a:t>パケットを作成・保存・管理する。</a:t>
            </a:r>
          </a:p>
          <a:p>
            <a:pPr lvl="2"/>
            <a:r>
              <a:rPr lang="ja-JP" altLang="ja-JP" dirty="0"/>
              <a:t>パラメータ</a:t>
            </a:r>
          </a:p>
          <a:p>
            <a:pPr lvl="3"/>
            <a:r>
              <a:rPr lang="en-US" altLang="ja-JP" dirty="0"/>
              <a:t>1</a:t>
            </a:r>
            <a:r>
              <a:rPr lang="ja-JP" altLang="ja-JP" dirty="0"/>
              <a:t>パケットのデータ長</a:t>
            </a:r>
          </a:p>
          <a:p>
            <a:pPr lvl="2"/>
            <a:r>
              <a:rPr lang="ja-JP" altLang="ja-JP" dirty="0"/>
              <a:t>管理データ</a:t>
            </a:r>
          </a:p>
          <a:p>
            <a:pPr lvl="3"/>
            <a:r>
              <a:rPr lang="ja-JP" altLang="ja-JP" dirty="0"/>
              <a:t>パケットの個数</a:t>
            </a:r>
          </a:p>
          <a:p>
            <a:pPr lvl="3"/>
            <a:r>
              <a:rPr lang="ja-JP" altLang="ja-JP" dirty="0"/>
              <a:t>ダウンロード済みパケット</a:t>
            </a:r>
          </a:p>
          <a:p>
            <a:pPr lvl="3"/>
            <a:r>
              <a:rPr lang="en-US" altLang="ja-JP" dirty="0"/>
              <a:t>Expire</a:t>
            </a:r>
            <a:r>
              <a:rPr lang="ja-JP" altLang="ja-JP" dirty="0"/>
              <a:t>時間</a:t>
            </a:r>
          </a:p>
          <a:p>
            <a:r>
              <a:rPr lang="ja-JP" altLang="ja-JP" b="1" dirty="0"/>
              <a:t>衛星内でのパケット作成</a:t>
            </a:r>
          </a:p>
          <a:p>
            <a:pPr lvl="1"/>
            <a:r>
              <a:rPr lang="ja-JP" altLang="ja-JP" dirty="0"/>
              <a:t>ダウンロード要求があった場合に、パラメータに合わせたパケット群を作成する。その後、それらを管理する管理データを作成する。</a:t>
            </a:r>
          </a:p>
          <a:p>
            <a:r>
              <a:rPr lang="ja-JP" altLang="ja-JP" b="1" dirty="0"/>
              <a:t>衛星内でのパケット削除</a:t>
            </a:r>
          </a:p>
          <a:p>
            <a:pPr lvl="1"/>
            <a:r>
              <a:rPr lang="ja-JP" altLang="ja-JP" dirty="0"/>
              <a:t>全てのパケット群のダウンロードが完了、または、</a:t>
            </a:r>
            <a:r>
              <a:rPr lang="en-US" altLang="ja-JP" dirty="0"/>
              <a:t>Expire</a:t>
            </a:r>
            <a:r>
              <a:rPr lang="ja-JP" altLang="ja-JP" dirty="0"/>
              <a:t>時間に達したら、すべてのパケット群と管理データ削除する。</a:t>
            </a:r>
          </a:p>
          <a:p>
            <a:endParaRPr kumimoji="1" lang="ja-JP" altLang="en-US" dirty="0"/>
          </a:p>
        </p:txBody>
      </p:sp>
    </p:spTree>
    <p:extLst>
      <p:ext uri="{BB962C8B-B14F-4D97-AF65-F5344CB8AC3E}">
        <p14:creationId xmlns:p14="http://schemas.microsoft.com/office/powerpoint/2010/main" val="328180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4ED642E-F605-4527-98F4-C0743EF401DD}"/>
              </a:ext>
            </a:extLst>
          </p:cNvPr>
          <p:cNvSpPr>
            <a:spLocks noGrp="1"/>
          </p:cNvSpPr>
          <p:nvPr>
            <p:ph type="title"/>
          </p:nvPr>
        </p:nvSpPr>
        <p:spPr/>
        <p:txBody>
          <a:bodyPr/>
          <a:lstStyle/>
          <a:p>
            <a:r>
              <a:rPr kumimoji="1" lang="ja-JP" altLang="en-US" dirty="0"/>
              <a:t>通信：高速通信・パケットフォーマット</a:t>
            </a:r>
          </a:p>
        </p:txBody>
      </p:sp>
      <p:sp>
        <p:nvSpPr>
          <p:cNvPr id="4" name="コンテンツ プレースホルダー 3">
            <a:extLst>
              <a:ext uri="{FF2B5EF4-FFF2-40B4-BE49-F238E27FC236}">
                <a16:creationId xmlns:a16="http://schemas.microsoft.com/office/drawing/2014/main" id="{416A2927-DF49-4D89-8714-BBF661E0BA1C}"/>
              </a:ext>
            </a:extLst>
          </p:cNvPr>
          <p:cNvSpPr>
            <a:spLocks noGrp="1"/>
          </p:cNvSpPr>
          <p:nvPr>
            <p:ph sz="half" idx="1"/>
          </p:nvPr>
        </p:nvSpPr>
        <p:spPr>
          <a:xfrm>
            <a:off x="838200" y="1125538"/>
            <a:ext cx="7910264" cy="5327650"/>
          </a:xfrm>
        </p:spPr>
        <p:txBody>
          <a:bodyPr>
            <a:normAutofit/>
          </a:bodyPr>
          <a:lstStyle/>
          <a:p>
            <a:r>
              <a:rPr lang="ja-JP" altLang="en-US" b="1" dirty="0"/>
              <a:t>パケット</a:t>
            </a:r>
            <a:r>
              <a:rPr lang="ja-JP" altLang="ja-JP" b="1" dirty="0"/>
              <a:t>フォーマット</a:t>
            </a:r>
          </a:p>
          <a:p>
            <a:pPr lvl="1"/>
            <a:r>
              <a:rPr lang="ja-JP" altLang="en-US" dirty="0"/>
              <a:t>リンク層・ネットワーク層は、既存の</a:t>
            </a:r>
            <a:r>
              <a:rPr lang="en-US" altLang="ja-JP" dirty="0"/>
              <a:t>AX.25</a:t>
            </a:r>
            <a:r>
              <a:rPr lang="ja-JP" altLang="en-US" dirty="0"/>
              <a:t>とする。</a:t>
            </a:r>
            <a:endParaRPr lang="en-US" altLang="ja-JP" dirty="0"/>
          </a:p>
          <a:p>
            <a:pPr lvl="2"/>
            <a:r>
              <a:rPr lang="ja-JP" altLang="ja-JP" dirty="0"/>
              <a:t>既存のアマチュア無線家が用いる設備</a:t>
            </a:r>
            <a:r>
              <a:rPr lang="en-US" altLang="ja-JP" dirty="0"/>
              <a:t>(TNC)</a:t>
            </a:r>
            <a:r>
              <a:rPr lang="ja-JP" altLang="ja-JP" dirty="0"/>
              <a:t>を利用した場合でもコールサインなどの最低限の受信が可能となることが期待できる。</a:t>
            </a:r>
          </a:p>
          <a:p>
            <a:endParaRPr kumimoji="1" lang="ja-JP" altLang="en-US" dirty="0"/>
          </a:p>
        </p:txBody>
      </p:sp>
      <p:graphicFrame>
        <p:nvGraphicFramePr>
          <p:cNvPr id="6" name="コンテンツ プレースホルダー 5">
            <a:extLst>
              <a:ext uri="{FF2B5EF4-FFF2-40B4-BE49-F238E27FC236}">
                <a16:creationId xmlns:a16="http://schemas.microsoft.com/office/drawing/2014/main" id="{4E7FD358-7095-49B7-BCE3-CD8CC922AAE3}"/>
              </a:ext>
            </a:extLst>
          </p:cNvPr>
          <p:cNvGraphicFramePr>
            <a:graphicFrameLocks noGrp="1"/>
          </p:cNvGraphicFramePr>
          <p:nvPr>
            <p:ph sz="half" idx="2"/>
            <p:extLst>
              <p:ext uri="{D42A27DB-BD31-4B8C-83A1-F6EECF244321}">
                <p14:modId xmlns:p14="http://schemas.microsoft.com/office/powerpoint/2010/main" val="939120069"/>
              </p:ext>
            </p:extLst>
          </p:nvPr>
        </p:nvGraphicFramePr>
        <p:xfrm>
          <a:off x="1619672" y="3140968"/>
          <a:ext cx="6557293" cy="36840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54689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530862C-7D43-4380-B4FB-1F6487574E7F}"/>
              </a:ext>
            </a:extLst>
          </p:cNvPr>
          <p:cNvSpPr>
            <a:spLocks noGrp="1"/>
          </p:cNvSpPr>
          <p:nvPr>
            <p:ph idx="1"/>
          </p:nvPr>
        </p:nvSpPr>
        <p:spPr>
          <a:xfrm>
            <a:off x="628650" y="3009900"/>
            <a:ext cx="7886700" cy="2480072"/>
          </a:xfrm>
        </p:spPr>
        <p:txBody>
          <a:bodyPr>
            <a:normAutofit/>
          </a:bodyPr>
          <a:lstStyle/>
          <a:p>
            <a:pPr algn="ctr"/>
            <a:r>
              <a:rPr lang="ja-JP" altLang="en-US" sz="3600" dirty="0"/>
              <a:t>現在鋭意製作中！！！</a:t>
            </a:r>
          </a:p>
        </p:txBody>
      </p:sp>
    </p:spTree>
    <p:extLst>
      <p:ext uri="{BB962C8B-B14F-4D97-AF65-F5344CB8AC3E}">
        <p14:creationId xmlns:p14="http://schemas.microsoft.com/office/powerpoint/2010/main" val="3249341135"/>
      </p:ext>
    </p:extLst>
  </p:cSld>
  <p:clrMapOvr>
    <a:masterClrMapping/>
  </p:clrMapOvr>
</p:sld>
</file>

<file path=ppt/theme/theme1.xml><?xml version="1.0" encoding="utf-8"?>
<a:theme xmlns:a="http://schemas.openxmlformats.org/drawingml/2006/main" name="siprop">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iprop">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ipro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iprop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iprop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iprop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iprop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iprop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iprop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iprop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iprop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iprop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iprop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iprop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6950</TotalTime>
  <Words>1830</Words>
  <Application>Microsoft Office PowerPoint</Application>
  <PresentationFormat>画面に合わせる (4:3)</PresentationFormat>
  <Paragraphs>298</Paragraphs>
  <Slides>42</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42</vt:i4>
      </vt:variant>
    </vt:vector>
  </HeadingPairs>
  <TitlesOfParts>
    <vt:vector size="46" baseType="lpstr">
      <vt:lpstr>ＭＳ Ｐゴシック</vt:lpstr>
      <vt:lpstr>Arial</vt:lpstr>
      <vt:lpstr>Times</vt:lpstr>
      <vt:lpstr>siprop</vt:lpstr>
      <vt:lpstr>Stars-AOが提案する次世代地球局</vt:lpstr>
      <vt:lpstr>目次</vt:lpstr>
      <vt:lpstr>科学教育で衛星無線を取り扱うには？</vt:lpstr>
      <vt:lpstr>PowerPoint プレゼンテーション</vt:lpstr>
      <vt:lpstr>既存の小型衛星地上局・設備</vt:lpstr>
      <vt:lpstr>既存の小型衛星地上局の問題点</vt:lpstr>
      <vt:lpstr>PowerPoint プレゼンテーション</vt:lpstr>
      <vt:lpstr>科学教育向け衛星地上局の仕様</vt:lpstr>
      <vt:lpstr>設備：SDR</vt:lpstr>
      <vt:lpstr>設備：アンテナ</vt:lpstr>
      <vt:lpstr>設備：プリアンプ(LNA)</vt:lpstr>
      <vt:lpstr>設備：ケーブル(アンテナ-プリアンプ間)</vt:lpstr>
      <vt:lpstr>設備：ケーブル(SDR-プリアンプ間)</vt:lpstr>
      <vt:lpstr>完成！科学教育向け衛星地上局の図</vt:lpstr>
      <vt:lpstr>PowerPoint プレゼンテーション</vt:lpstr>
      <vt:lpstr>通常の衛星地上局としての問題点</vt:lpstr>
      <vt:lpstr>SDR + GUN Radioとは？</vt:lpstr>
      <vt:lpstr>PowerPoint プレゼンテーション</vt:lpstr>
      <vt:lpstr>次世代衛星地上局の仕様</vt:lpstr>
      <vt:lpstr>PowerPoint プレゼンテーション</vt:lpstr>
      <vt:lpstr>次世代衛星地上局・設備</vt:lpstr>
      <vt:lpstr>PowerPoint プレゼンテーション</vt:lpstr>
      <vt:lpstr>衛星追尾機能：仕様</vt:lpstr>
      <vt:lpstr>衛星追尾機能：デスクトップ向け</vt:lpstr>
      <vt:lpstr>衛星追尾機能：デスクトップ向け</vt:lpstr>
      <vt:lpstr>衛星追尾機能：デスクトップ向け</vt:lpstr>
      <vt:lpstr>衛星追尾機能：デスクトップ向け</vt:lpstr>
      <vt:lpstr>地上局機能：コマンド管理(送信機能)</vt:lpstr>
      <vt:lpstr>地上局機能：SDR対応(受信機能)</vt:lpstr>
      <vt:lpstr>衛星追尾機能：スマホ向け</vt:lpstr>
      <vt:lpstr>衛星追尾機能：スマホ向け</vt:lpstr>
      <vt:lpstr>PowerPoint プレゼンテーション</vt:lpstr>
      <vt:lpstr>分散協調ネットワーク：仕様</vt:lpstr>
      <vt:lpstr>PowerPoint プレゼンテーション</vt:lpstr>
      <vt:lpstr>分散協調ネットワーク：クライアント機能・地上局</vt:lpstr>
      <vt:lpstr>分散協調ネットワーク：クライアント機能・衛星</vt:lpstr>
      <vt:lpstr>分散協調ネットワーク：サーバ機能</vt:lpstr>
      <vt:lpstr>分散協調ネットワーク：サーバ機能</vt:lpstr>
      <vt:lpstr>分散協調ネットワーク：DTNプロトコル</vt:lpstr>
      <vt:lpstr>ファイル操作：衛星内DTNパケット</vt:lpstr>
      <vt:lpstr>通信：高速通信・パケットフォーマット</vt:lpstr>
      <vt:lpstr>PowerPoint プレゼンテーション</vt:lpstr>
    </vt:vector>
  </TitlesOfParts>
  <Company>self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Noritsuna Imamura</dc:creator>
  <cp:lastModifiedBy>Noritsuna Imamura</cp:lastModifiedBy>
  <cp:revision>536</cp:revision>
  <dcterms:created xsi:type="dcterms:W3CDTF">2017-01-21T05:20:13Z</dcterms:created>
  <dcterms:modified xsi:type="dcterms:W3CDTF">2017-08-04T03:25:35Z</dcterms:modified>
</cp:coreProperties>
</file>