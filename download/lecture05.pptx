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512" r:id="rId3"/>
    <p:sldId id="588" r:id="rId4"/>
    <p:sldId id="589" r:id="rId5"/>
    <p:sldId id="489" r:id="rId6"/>
    <p:sldId id="586" r:id="rId7"/>
    <p:sldId id="591" r:id="rId8"/>
    <p:sldId id="590" r:id="rId9"/>
    <p:sldId id="587" r:id="rId10"/>
    <p:sldId id="592" r:id="rId11"/>
    <p:sldId id="582" r:id="rId12"/>
    <p:sldId id="593" r:id="rId13"/>
    <p:sldId id="594" r:id="rId14"/>
    <p:sldId id="598" r:id="rId15"/>
    <p:sldId id="599" r:id="rId16"/>
    <p:sldId id="600" r:id="rId17"/>
    <p:sldId id="601" r:id="rId18"/>
    <p:sldId id="602" r:id="rId19"/>
    <p:sldId id="603" r:id="rId20"/>
    <p:sldId id="609" r:id="rId21"/>
    <p:sldId id="610" r:id="rId22"/>
    <p:sldId id="611" r:id="rId23"/>
    <p:sldId id="605" r:id="rId24"/>
    <p:sldId id="604" r:id="rId25"/>
    <p:sldId id="613" r:id="rId26"/>
    <p:sldId id="614" r:id="rId27"/>
    <p:sldId id="615" r:id="rId28"/>
    <p:sldId id="616" r:id="rId29"/>
    <p:sldId id="612" r:id="rId30"/>
    <p:sldId id="606" r:id="rId31"/>
    <p:sldId id="597" r:id="rId32"/>
    <p:sldId id="617" r:id="rId33"/>
    <p:sldId id="620" r:id="rId34"/>
    <p:sldId id="621" r:id="rId35"/>
    <p:sldId id="622" r:id="rId36"/>
    <p:sldId id="623" r:id="rId37"/>
    <p:sldId id="618" r:id="rId38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A125"/>
    <a:srgbClr val="66FF33"/>
    <a:srgbClr val="CCFFCC"/>
    <a:srgbClr val="E5DEDB"/>
    <a:srgbClr val="0080FF"/>
    <a:srgbClr val="FF0000"/>
    <a:srgbClr val="FF6FCF"/>
    <a:srgbClr val="E8E8E8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49" autoAdjust="0"/>
    <p:restoredTop sz="90318" autoAdjust="0"/>
  </p:normalViewPr>
  <p:slideViewPr>
    <p:cSldViewPr>
      <p:cViewPr varScale="1">
        <p:scale>
          <a:sx n="87" d="100"/>
          <a:sy n="87" d="100"/>
        </p:scale>
        <p:origin x="53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6A8240-87FA-427E-906A-458D9F8153CB}" type="doc">
      <dgm:prSet loTypeId="urn:microsoft.com/office/officeart/2005/8/layout/process2" loCatId="process" qsTypeId="urn:microsoft.com/office/officeart/2005/8/quickstyle/simple5" qsCatId="simple" csTypeId="urn:microsoft.com/office/officeart/2005/8/colors/colorful5" csCatId="colorful" phldr="1"/>
      <dgm:spPr/>
    </dgm:pt>
    <dgm:pt modelId="{E8499721-23D3-4BD8-A0E7-1BA5A5EADE6E}">
      <dgm:prSet phldrT="[Text]"/>
      <dgm:spPr/>
      <dgm:t>
        <a:bodyPr/>
        <a:lstStyle/>
        <a:p>
          <a:r>
            <a:rPr lang="en-US" dirty="0" err="1" smtClean="0"/>
            <a:t>Calc</a:t>
          </a:r>
          <a:r>
            <a:rPr lang="en-US" dirty="0" smtClean="0"/>
            <a:t> </a:t>
          </a:r>
          <a:r>
            <a:rPr lang="en-US" dirty="0" err="1" smtClean="0"/>
            <a:t>Histgram</a:t>
          </a:r>
          <a:r>
            <a:rPr lang="en-US" dirty="0" smtClean="0"/>
            <a:t> of Skin Color</a:t>
          </a:r>
          <a:endParaRPr lang="en-US" dirty="0"/>
        </a:p>
      </dgm:t>
    </dgm:pt>
    <dgm:pt modelId="{ACF69420-80D9-4567-8639-771EF2E1E26C}" type="parTrans" cxnId="{1CF4F018-70AF-450C-A687-DAE13673DE44}">
      <dgm:prSet/>
      <dgm:spPr/>
      <dgm:t>
        <a:bodyPr/>
        <a:lstStyle/>
        <a:p>
          <a:endParaRPr lang="en-US"/>
        </a:p>
      </dgm:t>
    </dgm:pt>
    <dgm:pt modelId="{5539D516-0FD8-4714-81D0-FFD1C02BB99B}" type="sibTrans" cxnId="{1CF4F018-70AF-450C-A687-DAE13673DE44}">
      <dgm:prSet/>
      <dgm:spPr/>
      <dgm:t>
        <a:bodyPr/>
        <a:lstStyle/>
        <a:p>
          <a:endParaRPr lang="en-US"/>
        </a:p>
      </dgm:t>
    </dgm:pt>
    <dgm:pt modelId="{B405FC25-911D-4DD8-9C09-6B5E24445D68}">
      <dgm:prSet phldrT="[Text]"/>
      <dgm:spPr/>
      <dgm:t>
        <a:bodyPr/>
        <a:lstStyle/>
        <a:p>
          <a:r>
            <a:rPr lang="en-US" dirty="0" smtClean="0"/>
            <a:t>Detect Skin Area from </a:t>
          </a:r>
          <a:r>
            <a:rPr lang="en-US" dirty="0" err="1" smtClean="0"/>
            <a:t>CapImage</a:t>
          </a:r>
          <a:endParaRPr lang="en-US" dirty="0"/>
        </a:p>
      </dgm:t>
    </dgm:pt>
    <dgm:pt modelId="{8D32CEC3-9FD3-41F9-ABBD-5EDCCBF924BE}" type="parTrans" cxnId="{C206180E-B8CB-4292-A93D-5FFA22C57758}">
      <dgm:prSet/>
      <dgm:spPr/>
      <dgm:t>
        <a:bodyPr/>
        <a:lstStyle/>
        <a:p>
          <a:endParaRPr lang="en-US"/>
        </a:p>
      </dgm:t>
    </dgm:pt>
    <dgm:pt modelId="{6FC3A678-9023-47E0-8908-0D251774E479}" type="sibTrans" cxnId="{C206180E-B8CB-4292-A93D-5FFA22C57758}">
      <dgm:prSet/>
      <dgm:spPr/>
      <dgm:t>
        <a:bodyPr/>
        <a:lstStyle/>
        <a:p>
          <a:endParaRPr lang="en-US"/>
        </a:p>
      </dgm:t>
    </dgm:pt>
    <dgm:pt modelId="{FA84200C-B236-490E-A1DB-3F7D77AE4709}">
      <dgm:prSet phldrT="[Text]"/>
      <dgm:spPr/>
      <dgm:t>
        <a:bodyPr/>
        <a:lstStyle/>
        <a:p>
          <a:r>
            <a:rPr lang="en-US" dirty="0" err="1" smtClean="0"/>
            <a:t>Calc</a:t>
          </a:r>
          <a:r>
            <a:rPr lang="en-US" dirty="0" smtClean="0"/>
            <a:t> the </a:t>
          </a:r>
          <a:r>
            <a:rPr lang="en-US" dirty="0" err="1" smtClean="0"/>
            <a:t>Leargest</a:t>
          </a:r>
          <a:r>
            <a:rPr lang="en-US" dirty="0" smtClean="0"/>
            <a:t> Skin Area</a:t>
          </a:r>
          <a:endParaRPr lang="en-US" dirty="0"/>
        </a:p>
      </dgm:t>
    </dgm:pt>
    <dgm:pt modelId="{249494F0-8393-4370-B176-1183F4AD213A}" type="parTrans" cxnId="{250FD909-2F67-490F-9F8C-BB73BE9F820F}">
      <dgm:prSet/>
      <dgm:spPr/>
      <dgm:t>
        <a:bodyPr/>
        <a:lstStyle/>
        <a:p>
          <a:endParaRPr lang="en-US"/>
        </a:p>
      </dgm:t>
    </dgm:pt>
    <dgm:pt modelId="{B034FA9C-04EB-407A-BA60-E028D9DD1F6D}" type="sibTrans" cxnId="{250FD909-2F67-490F-9F8C-BB73BE9F820F}">
      <dgm:prSet/>
      <dgm:spPr/>
      <dgm:t>
        <a:bodyPr/>
        <a:lstStyle/>
        <a:p>
          <a:endParaRPr lang="en-US"/>
        </a:p>
      </dgm:t>
    </dgm:pt>
    <dgm:pt modelId="{89F0D722-DFD9-4F2E-A7F1-CE2975A88182}">
      <dgm:prSet phldrT="[Text]"/>
      <dgm:spPr/>
      <dgm:t>
        <a:bodyPr/>
        <a:lstStyle/>
        <a:p>
          <a:r>
            <a:rPr lang="en-US" dirty="0" smtClean="0"/>
            <a:t>Match </a:t>
          </a:r>
          <a:r>
            <a:rPr lang="en-US" dirty="0" err="1" smtClean="0"/>
            <a:t>Histgrams</a:t>
          </a:r>
          <a:endParaRPr lang="en-US" dirty="0"/>
        </a:p>
      </dgm:t>
    </dgm:pt>
    <dgm:pt modelId="{85732247-3EB8-4483-B142-DB990026CB08}" type="parTrans" cxnId="{D629EC20-C197-49FF-929D-A7AB9E8C6D50}">
      <dgm:prSet/>
      <dgm:spPr/>
      <dgm:t>
        <a:bodyPr/>
        <a:lstStyle/>
        <a:p>
          <a:endParaRPr lang="en-US"/>
        </a:p>
      </dgm:t>
    </dgm:pt>
    <dgm:pt modelId="{91E233C7-B0CE-4D4D-9339-2C16DB360311}" type="sibTrans" cxnId="{D629EC20-C197-49FF-929D-A7AB9E8C6D50}">
      <dgm:prSet/>
      <dgm:spPr/>
      <dgm:t>
        <a:bodyPr/>
        <a:lstStyle/>
        <a:p>
          <a:endParaRPr lang="en-US"/>
        </a:p>
      </dgm:t>
    </dgm:pt>
    <dgm:pt modelId="{46CAC7EA-BE1A-4E2B-80B3-29891BCB9864}" type="pres">
      <dgm:prSet presAssocID="{A56A8240-87FA-427E-906A-458D9F8153CB}" presName="linearFlow" presStyleCnt="0">
        <dgm:presLayoutVars>
          <dgm:resizeHandles val="exact"/>
        </dgm:presLayoutVars>
      </dgm:prSet>
      <dgm:spPr/>
    </dgm:pt>
    <dgm:pt modelId="{24E63BF1-CAF5-4DC7-8DF5-B9E9D707A096}" type="pres">
      <dgm:prSet presAssocID="{E8499721-23D3-4BD8-A0E7-1BA5A5EADE6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DC8256-2CD3-4AB4-B6DB-341E35525E56}" type="pres">
      <dgm:prSet presAssocID="{5539D516-0FD8-4714-81D0-FFD1C02BB99B}" presName="sibTrans" presStyleLbl="sibTrans2D1" presStyleIdx="0" presStyleCnt="3"/>
      <dgm:spPr/>
      <dgm:t>
        <a:bodyPr/>
        <a:lstStyle/>
        <a:p>
          <a:endParaRPr lang="en-US"/>
        </a:p>
      </dgm:t>
    </dgm:pt>
    <dgm:pt modelId="{908AB0E3-D27B-49CB-AD6B-2455B0B6368D}" type="pres">
      <dgm:prSet presAssocID="{5539D516-0FD8-4714-81D0-FFD1C02BB99B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32F29FEC-AE4A-4041-ABE0-29B8972BE49D}" type="pres">
      <dgm:prSet presAssocID="{B405FC25-911D-4DD8-9C09-6B5E24445D6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99B7D1-5E32-4CCB-B493-5B8891546827}" type="pres">
      <dgm:prSet presAssocID="{6FC3A678-9023-47E0-8908-0D251774E479}" presName="sibTrans" presStyleLbl="sibTrans2D1" presStyleIdx="1" presStyleCnt="3" custLinFactX="17218" custLinFactNeighborX="100000" custLinFactNeighborY="-8014"/>
      <dgm:spPr/>
      <dgm:t>
        <a:bodyPr/>
        <a:lstStyle/>
        <a:p>
          <a:endParaRPr lang="en-US"/>
        </a:p>
      </dgm:t>
    </dgm:pt>
    <dgm:pt modelId="{FA107727-9121-470F-B561-EB08E1CFA3AA}" type="pres">
      <dgm:prSet presAssocID="{6FC3A678-9023-47E0-8908-0D251774E479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4CF08702-8238-4F88-A270-54EBE356F70F}" type="pres">
      <dgm:prSet presAssocID="{FA84200C-B236-490E-A1DB-3F7D77AE470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D1D62C-4449-443B-B0DA-4D2E44234D60}" type="pres">
      <dgm:prSet presAssocID="{B034FA9C-04EB-407A-BA60-E028D9DD1F6D}" presName="sibTrans" presStyleLbl="sibTrans2D1" presStyleIdx="2" presStyleCnt="3"/>
      <dgm:spPr/>
      <dgm:t>
        <a:bodyPr/>
        <a:lstStyle/>
        <a:p>
          <a:endParaRPr lang="en-US"/>
        </a:p>
      </dgm:t>
    </dgm:pt>
    <dgm:pt modelId="{D6A219EB-179C-469B-88D8-EB056C46451B}" type="pres">
      <dgm:prSet presAssocID="{B034FA9C-04EB-407A-BA60-E028D9DD1F6D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38BD61E9-00DE-451F-A68E-109F808EFE2E}" type="pres">
      <dgm:prSet presAssocID="{89F0D722-DFD9-4F2E-A7F1-CE2975A8818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16AEE8E-8C21-489A-A13B-6641B266BCE2}" type="presOf" srcId="{5539D516-0FD8-4714-81D0-FFD1C02BB99B}" destId="{9FDC8256-2CD3-4AB4-B6DB-341E35525E56}" srcOrd="0" destOrd="0" presId="urn:microsoft.com/office/officeart/2005/8/layout/process2"/>
    <dgm:cxn modelId="{3B11C64D-C757-4B15-AAF0-355F285D704A}" type="presOf" srcId="{B034FA9C-04EB-407A-BA60-E028D9DD1F6D}" destId="{5BD1D62C-4449-443B-B0DA-4D2E44234D60}" srcOrd="0" destOrd="0" presId="urn:microsoft.com/office/officeart/2005/8/layout/process2"/>
    <dgm:cxn modelId="{BB619A32-3684-40E2-A68A-CA508DE453C8}" type="presOf" srcId="{FA84200C-B236-490E-A1DB-3F7D77AE4709}" destId="{4CF08702-8238-4F88-A270-54EBE356F70F}" srcOrd="0" destOrd="0" presId="urn:microsoft.com/office/officeart/2005/8/layout/process2"/>
    <dgm:cxn modelId="{24508F07-513D-442D-94C9-EB1EBB6D5CAA}" type="presOf" srcId="{B405FC25-911D-4DD8-9C09-6B5E24445D68}" destId="{32F29FEC-AE4A-4041-ABE0-29B8972BE49D}" srcOrd="0" destOrd="0" presId="urn:microsoft.com/office/officeart/2005/8/layout/process2"/>
    <dgm:cxn modelId="{51350A2E-F327-46D9-9A47-00E8CBF70A1E}" type="presOf" srcId="{E8499721-23D3-4BD8-A0E7-1BA5A5EADE6E}" destId="{24E63BF1-CAF5-4DC7-8DF5-B9E9D707A096}" srcOrd="0" destOrd="0" presId="urn:microsoft.com/office/officeart/2005/8/layout/process2"/>
    <dgm:cxn modelId="{FA8A4189-61E5-4CB5-9F2E-4EFCF2847900}" type="presOf" srcId="{B034FA9C-04EB-407A-BA60-E028D9DD1F6D}" destId="{D6A219EB-179C-469B-88D8-EB056C46451B}" srcOrd="1" destOrd="0" presId="urn:microsoft.com/office/officeart/2005/8/layout/process2"/>
    <dgm:cxn modelId="{44BA09B9-F331-4633-9B61-DC05F60EBC47}" type="presOf" srcId="{5539D516-0FD8-4714-81D0-FFD1C02BB99B}" destId="{908AB0E3-D27B-49CB-AD6B-2455B0B6368D}" srcOrd="1" destOrd="0" presId="urn:microsoft.com/office/officeart/2005/8/layout/process2"/>
    <dgm:cxn modelId="{FD0F7825-18BC-4328-BA50-32D5E0B023A0}" type="presOf" srcId="{6FC3A678-9023-47E0-8908-0D251774E479}" destId="{FA107727-9121-470F-B561-EB08E1CFA3AA}" srcOrd="1" destOrd="0" presId="urn:microsoft.com/office/officeart/2005/8/layout/process2"/>
    <dgm:cxn modelId="{250FD909-2F67-490F-9F8C-BB73BE9F820F}" srcId="{A56A8240-87FA-427E-906A-458D9F8153CB}" destId="{FA84200C-B236-490E-A1DB-3F7D77AE4709}" srcOrd="2" destOrd="0" parTransId="{249494F0-8393-4370-B176-1183F4AD213A}" sibTransId="{B034FA9C-04EB-407A-BA60-E028D9DD1F6D}"/>
    <dgm:cxn modelId="{C206180E-B8CB-4292-A93D-5FFA22C57758}" srcId="{A56A8240-87FA-427E-906A-458D9F8153CB}" destId="{B405FC25-911D-4DD8-9C09-6B5E24445D68}" srcOrd="1" destOrd="0" parTransId="{8D32CEC3-9FD3-41F9-ABBD-5EDCCBF924BE}" sibTransId="{6FC3A678-9023-47E0-8908-0D251774E479}"/>
    <dgm:cxn modelId="{D629EC20-C197-49FF-929D-A7AB9E8C6D50}" srcId="{A56A8240-87FA-427E-906A-458D9F8153CB}" destId="{89F0D722-DFD9-4F2E-A7F1-CE2975A88182}" srcOrd="3" destOrd="0" parTransId="{85732247-3EB8-4483-B142-DB990026CB08}" sibTransId="{91E233C7-B0CE-4D4D-9339-2C16DB360311}"/>
    <dgm:cxn modelId="{7A43D761-486C-4511-AE5D-512A33325DB0}" type="presOf" srcId="{6FC3A678-9023-47E0-8908-0D251774E479}" destId="{0D99B7D1-5E32-4CCB-B493-5B8891546827}" srcOrd="0" destOrd="0" presId="urn:microsoft.com/office/officeart/2005/8/layout/process2"/>
    <dgm:cxn modelId="{2F5D80A8-FE38-4D92-A136-C18A3D9B780F}" type="presOf" srcId="{89F0D722-DFD9-4F2E-A7F1-CE2975A88182}" destId="{38BD61E9-00DE-451F-A68E-109F808EFE2E}" srcOrd="0" destOrd="0" presId="urn:microsoft.com/office/officeart/2005/8/layout/process2"/>
    <dgm:cxn modelId="{1CF4F018-70AF-450C-A687-DAE13673DE44}" srcId="{A56A8240-87FA-427E-906A-458D9F8153CB}" destId="{E8499721-23D3-4BD8-A0E7-1BA5A5EADE6E}" srcOrd="0" destOrd="0" parTransId="{ACF69420-80D9-4567-8639-771EF2E1E26C}" sibTransId="{5539D516-0FD8-4714-81D0-FFD1C02BB99B}"/>
    <dgm:cxn modelId="{35EC0D40-827E-4C7D-9FD7-4DE1686721F4}" type="presOf" srcId="{A56A8240-87FA-427E-906A-458D9F8153CB}" destId="{46CAC7EA-BE1A-4E2B-80B3-29891BCB9864}" srcOrd="0" destOrd="0" presId="urn:microsoft.com/office/officeart/2005/8/layout/process2"/>
    <dgm:cxn modelId="{38A45210-A87C-4E41-946E-AFFAA1DF468B}" type="presParOf" srcId="{46CAC7EA-BE1A-4E2B-80B3-29891BCB9864}" destId="{24E63BF1-CAF5-4DC7-8DF5-B9E9D707A096}" srcOrd="0" destOrd="0" presId="urn:microsoft.com/office/officeart/2005/8/layout/process2"/>
    <dgm:cxn modelId="{FB6F064E-1424-45CD-8EA2-8B14AC0E232E}" type="presParOf" srcId="{46CAC7EA-BE1A-4E2B-80B3-29891BCB9864}" destId="{9FDC8256-2CD3-4AB4-B6DB-341E35525E56}" srcOrd="1" destOrd="0" presId="urn:microsoft.com/office/officeart/2005/8/layout/process2"/>
    <dgm:cxn modelId="{0F3D4614-950F-4B62-8FE9-1638E5335002}" type="presParOf" srcId="{9FDC8256-2CD3-4AB4-B6DB-341E35525E56}" destId="{908AB0E3-D27B-49CB-AD6B-2455B0B6368D}" srcOrd="0" destOrd="0" presId="urn:microsoft.com/office/officeart/2005/8/layout/process2"/>
    <dgm:cxn modelId="{3EAC868F-5D03-4EDE-A40D-21FAB3EF822E}" type="presParOf" srcId="{46CAC7EA-BE1A-4E2B-80B3-29891BCB9864}" destId="{32F29FEC-AE4A-4041-ABE0-29B8972BE49D}" srcOrd="2" destOrd="0" presId="urn:microsoft.com/office/officeart/2005/8/layout/process2"/>
    <dgm:cxn modelId="{94E387DC-1E14-47D0-BA7F-EE78F319B1E4}" type="presParOf" srcId="{46CAC7EA-BE1A-4E2B-80B3-29891BCB9864}" destId="{0D99B7D1-5E32-4CCB-B493-5B8891546827}" srcOrd="3" destOrd="0" presId="urn:microsoft.com/office/officeart/2005/8/layout/process2"/>
    <dgm:cxn modelId="{5859B04A-8849-47A2-AA5D-882866DEFE54}" type="presParOf" srcId="{0D99B7D1-5E32-4CCB-B493-5B8891546827}" destId="{FA107727-9121-470F-B561-EB08E1CFA3AA}" srcOrd="0" destOrd="0" presId="urn:microsoft.com/office/officeart/2005/8/layout/process2"/>
    <dgm:cxn modelId="{5A352698-C99A-4323-B75F-6A65C654A3D8}" type="presParOf" srcId="{46CAC7EA-BE1A-4E2B-80B3-29891BCB9864}" destId="{4CF08702-8238-4F88-A270-54EBE356F70F}" srcOrd="4" destOrd="0" presId="urn:microsoft.com/office/officeart/2005/8/layout/process2"/>
    <dgm:cxn modelId="{5C92AA10-5CBF-4DBC-8600-2CC6A081C014}" type="presParOf" srcId="{46CAC7EA-BE1A-4E2B-80B3-29891BCB9864}" destId="{5BD1D62C-4449-443B-B0DA-4D2E44234D60}" srcOrd="5" destOrd="0" presId="urn:microsoft.com/office/officeart/2005/8/layout/process2"/>
    <dgm:cxn modelId="{F5C45FC2-43B3-4EB0-AA92-39C25377384D}" type="presParOf" srcId="{5BD1D62C-4449-443B-B0DA-4D2E44234D60}" destId="{D6A219EB-179C-469B-88D8-EB056C46451B}" srcOrd="0" destOrd="0" presId="urn:microsoft.com/office/officeart/2005/8/layout/process2"/>
    <dgm:cxn modelId="{177DD21D-662D-4859-9E63-1D0BE52BF48B}" type="presParOf" srcId="{46CAC7EA-BE1A-4E2B-80B3-29891BCB9864}" destId="{38BD61E9-00DE-451F-A68E-109F808EFE2E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6A8240-87FA-427E-906A-458D9F8153CB}" type="doc">
      <dgm:prSet loTypeId="urn:microsoft.com/office/officeart/2005/8/layout/process2" loCatId="process" qsTypeId="urn:microsoft.com/office/officeart/2005/8/quickstyle/simple5" qsCatId="simple" csTypeId="urn:microsoft.com/office/officeart/2005/8/colors/colorful5" csCatId="colorful" phldr="1"/>
      <dgm:spPr/>
    </dgm:pt>
    <dgm:pt modelId="{E8499721-23D3-4BD8-A0E7-1BA5A5EADE6E}">
      <dgm:prSet phldrT="[Text]"/>
      <dgm:spPr/>
      <dgm:t>
        <a:bodyPr/>
        <a:lstStyle/>
        <a:p>
          <a:r>
            <a:rPr lang="en-US" dirty="0" err="1" smtClean="0"/>
            <a:t>Histgram</a:t>
          </a:r>
          <a:endParaRPr lang="en-US" dirty="0"/>
        </a:p>
      </dgm:t>
    </dgm:pt>
    <dgm:pt modelId="{ACF69420-80D9-4567-8639-771EF2E1E26C}" type="parTrans" cxnId="{1CF4F018-70AF-450C-A687-DAE13673DE44}">
      <dgm:prSet/>
      <dgm:spPr/>
      <dgm:t>
        <a:bodyPr/>
        <a:lstStyle/>
        <a:p>
          <a:endParaRPr lang="en-US"/>
        </a:p>
      </dgm:t>
    </dgm:pt>
    <dgm:pt modelId="{5539D516-0FD8-4714-81D0-FFD1C02BB99B}" type="sibTrans" cxnId="{1CF4F018-70AF-450C-A687-DAE13673DE44}">
      <dgm:prSet/>
      <dgm:spPr/>
      <dgm:t>
        <a:bodyPr/>
        <a:lstStyle/>
        <a:p>
          <a:endParaRPr lang="en-US"/>
        </a:p>
      </dgm:t>
    </dgm:pt>
    <dgm:pt modelId="{B405FC25-911D-4DD8-9C09-6B5E24445D68}">
      <dgm:prSet phldrT="[Text]"/>
      <dgm:spPr/>
      <dgm:t>
        <a:bodyPr/>
        <a:lstStyle/>
        <a:p>
          <a:r>
            <a:rPr lang="en-US" dirty="0" smtClean="0"/>
            <a:t>Labeling</a:t>
          </a:r>
          <a:endParaRPr lang="en-US" dirty="0"/>
        </a:p>
      </dgm:t>
    </dgm:pt>
    <dgm:pt modelId="{8D32CEC3-9FD3-41F9-ABBD-5EDCCBF924BE}" type="parTrans" cxnId="{C206180E-B8CB-4292-A93D-5FFA22C57758}">
      <dgm:prSet/>
      <dgm:spPr/>
      <dgm:t>
        <a:bodyPr/>
        <a:lstStyle/>
        <a:p>
          <a:endParaRPr lang="en-US"/>
        </a:p>
      </dgm:t>
    </dgm:pt>
    <dgm:pt modelId="{6FC3A678-9023-47E0-8908-0D251774E479}" type="sibTrans" cxnId="{C206180E-B8CB-4292-A93D-5FFA22C57758}">
      <dgm:prSet/>
      <dgm:spPr/>
      <dgm:t>
        <a:bodyPr/>
        <a:lstStyle/>
        <a:p>
          <a:endParaRPr lang="en-US"/>
        </a:p>
      </dgm:t>
    </dgm:pt>
    <dgm:pt modelId="{FA84200C-B236-490E-A1DB-3F7D77AE4709}">
      <dgm:prSet phldrT="[Text]"/>
      <dgm:spPr/>
      <dgm:t>
        <a:bodyPr/>
        <a:lstStyle/>
        <a:p>
          <a:r>
            <a:rPr lang="en-US" dirty="0" smtClean="0"/>
            <a:t>Convex Hull</a:t>
          </a:r>
          <a:endParaRPr lang="en-US" dirty="0"/>
        </a:p>
      </dgm:t>
    </dgm:pt>
    <dgm:pt modelId="{249494F0-8393-4370-B176-1183F4AD213A}" type="parTrans" cxnId="{250FD909-2F67-490F-9F8C-BB73BE9F820F}">
      <dgm:prSet/>
      <dgm:spPr/>
      <dgm:t>
        <a:bodyPr/>
        <a:lstStyle/>
        <a:p>
          <a:endParaRPr lang="en-US"/>
        </a:p>
      </dgm:t>
    </dgm:pt>
    <dgm:pt modelId="{B034FA9C-04EB-407A-BA60-E028D9DD1F6D}" type="sibTrans" cxnId="{250FD909-2F67-490F-9F8C-BB73BE9F820F}">
      <dgm:prSet/>
      <dgm:spPr/>
      <dgm:t>
        <a:bodyPr/>
        <a:lstStyle/>
        <a:p>
          <a:endParaRPr lang="en-US"/>
        </a:p>
      </dgm:t>
    </dgm:pt>
    <dgm:pt modelId="{89F0D722-DFD9-4F2E-A7F1-CE2975A88182}">
      <dgm:prSet phldrT="[Text]"/>
      <dgm:spPr/>
      <dgm:t>
        <a:bodyPr/>
        <a:lstStyle/>
        <a:p>
          <a:r>
            <a:rPr lang="en-US" dirty="0" smtClean="0"/>
            <a:t>Feature Point Distance</a:t>
          </a:r>
          <a:endParaRPr lang="en-US" dirty="0"/>
        </a:p>
      </dgm:t>
    </dgm:pt>
    <dgm:pt modelId="{85732247-3EB8-4483-B142-DB990026CB08}" type="parTrans" cxnId="{D629EC20-C197-49FF-929D-A7AB9E8C6D50}">
      <dgm:prSet/>
      <dgm:spPr/>
      <dgm:t>
        <a:bodyPr/>
        <a:lstStyle/>
        <a:p>
          <a:endParaRPr lang="en-US"/>
        </a:p>
      </dgm:t>
    </dgm:pt>
    <dgm:pt modelId="{91E233C7-B0CE-4D4D-9339-2C16DB360311}" type="sibTrans" cxnId="{D629EC20-C197-49FF-929D-A7AB9E8C6D50}">
      <dgm:prSet/>
      <dgm:spPr/>
      <dgm:t>
        <a:bodyPr/>
        <a:lstStyle/>
        <a:p>
          <a:endParaRPr lang="en-US"/>
        </a:p>
      </dgm:t>
    </dgm:pt>
    <dgm:pt modelId="{46CAC7EA-BE1A-4E2B-80B3-29891BCB9864}" type="pres">
      <dgm:prSet presAssocID="{A56A8240-87FA-427E-906A-458D9F8153CB}" presName="linearFlow" presStyleCnt="0">
        <dgm:presLayoutVars>
          <dgm:resizeHandles val="exact"/>
        </dgm:presLayoutVars>
      </dgm:prSet>
      <dgm:spPr/>
    </dgm:pt>
    <dgm:pt modelId="{24E63BF1-CAF5-4DC7-8DF5-B9E9D707A096}" type="pres">
      <dgm:prSet presAssocID="{E8499721-23D3-4BD8-A0E7-1BA5A5EADE6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DC8256-2CD3-4AB4-B6DB-341E35525E56}" type="pres">
      <dgm:prSet presAssocID="{5539D516-0FD8-4714-81D0-FFD1C02BB99B}" presName="sibTrans" presStyleLbl="sibTrans2D1" presStyleIdx="0" presStyleCnt="3"/>
      <dgm:spPr/>
      <dgm:t>
        <a:bodyPr/>
        <a:lstStyle/>
        <a:p>
          <a:endParaRPr lang="en-US"/>
        </a:p>
      </dgm:t>
    </dgm:pt>
    <dgm:pt modelId="{908AB0E3-D27B-49CB-AD6B-2455B0B6368D}" type="pres">
      <dgm:prSet presAssocID="{5539D516-0FD8-4714-81D0-FFD1C02BB99B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32F29FEC-AE4A-4041-ABE0-29B8972BE49D}" type="pres">
      <dgm:prSet presAssocID="{B405FC25-911D-4DD8-9C09-6B5E24445D6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99B7D1-5E32-4CCB-B493-5B8891546827}" type="pres">
      <dgm:prSet presAssocID="{6FC3A678-9023-47E0-8908-0D251774E479}" presName="sibTrans" presStyleLbl="sibTrans2D1" presStyleIdx="1" presStyleCnt="3"/>
      <dgm:spPr/>
      <dgm:t>
        <a:bodyPr/>
        <a:lstStyle/>
        <a:p>
          <a:endParaRPr lang="en-US"/>
        </a:p>
      </dgm:t>
    </dgm:pt>
    <dgm:pt modelId="{FA107727-9121-470F-B561-EB08E1CFA3AA}" type="pres">
      <dgm:prSet presAssocID="{6FC3A678-9023-47E0-8908-0D251774E479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4CF08702-8238-4F88-A270-54EBE356F70F}" type="pres">
      <dgm:prSet presAssocID="{FA84200C-B236-490E-A1DB-3F7D77AE470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D1D62C-4449-443B-B0DA-4D2E44234D60}" type="pres">
      <dgm:prSet presAssocID="{B034FA9C-04EB-407A-BA60-E028D9DD1F6D}" presName="sibTrans" presStyleLbl="sibTrans2D1" presStyleIdx="2" presStyleCnt="3"/>
      <dgm:spPr/>
      <dgm:t>
        <a:bodyPr/>
        <a:lstStyle/>
        <a:p>
          <a:endParaRPr lang="en-US"/>
        </a:p>
      </dgm:t>
    </dgm:pt>
    <dgm:pt modelId="{D6A219EB-179C-469B-88D8-EB056C46451B}" type="pres">
      <dgm:prSet presAssocID="{B034FA9C-04EB-407A-BA60-E028D9DD1F6D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38BD61E9-00DE-451F-A68E-109F808EFE2E}" type="pres">
      <dgm:prSet presAssocID="{89F0D722-DFD9-4F2E-A7F1-CE2975A8818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03E1F9B-6EBC-46A3-83DB-DF49C8CE056F}" type="presOf" srcId="{B034FA9C-04EB-407A-BA60-E028D9DD1F6D}" destId="{5BD1D62C-4449-443B-B0DA-4D2E44234D60}" srcOrd="0" destOrd="0" presId="urn:microsoft.com/office/officeart/2005/8/layout/process2"/>
    <dgm:cxn modelId="{250FD909-2F67-490F-9F8C-BB73BE9F820F}" srcId="{A56A8240-87FA-427E-906A-458D9F8153CB}" destId="{FA84200C-B236-490E-A1DB-3F7D77AE4709}" srcOrd="2" destOrd="0" parTransId="{249494F0-8393-4370-B176-1183F4AD213A}" sibTransId="{B034FA9C-04EB-407A-BA60-E028D9DD1F6D}"/>
    <dgm:cxn modelId="{92E9F326-7003-4967-A15F-D03243E46CB7}" type="presOf" srcId="{6FC3A678-9023-47E0-8908-0D251774E479}" destId="{0D99B7D1-5E32-4CCB-B493-5B8891546827}" srcOrd="0" destOrd="0" presId="urn:microsoft.com/office/officeart/2005/8/layout/process2"/>
    <dgm:cxn modelId="{1CF4F018-70AF-450C-A687-DAE13673DE44}" srcId="{A56A8240-87FA-427E-906A-458D9F8153CB}" destId="{E8499721-23D3-4BD8-A0E7-1BA5A5EADE6E}" srcOrd="0" destOrd="0" parTransId="{ACF69420-80D9-4567-8639-771EF2E1E26C}" sibTransId="{5539D516-0FD8-4714-81D0-FFD1C02BB99B}"/>
    <dgm:cxn modelId="{8D661555-D8AD-441E-B0CF-507E1C8676D1}" type="presOf" srcId="{B034FA9C-04EB-407A-BA60-E028D9DD1F6D}" destId="{D6A219EB-179C-469B-88D8-EB056C46451B}" srcOrd="1" destOrd="0" presId="urn:microsoft.com/office/officeart/2005/8/layout/process2"/>
    <dgm:cxn modelId="{476379E8-5121-4B4D-B0C4-87172F74EA41}" type="presOf" srcId="{89F0D722-DFD9-4F2E-A7F1-CE2975A88182}" destId="{38BD61E9-00DE-451F-A68E-109F808EFE2E}" srcOrd="0" destOrd="0" presId="urn:microsoft.com/office/officeart/2005/8/layout/process2"/>
    <dgm:cxn modelId="{3B8F9173-41DB-4544-941E-1EF29DBB252D}" type="presOf" srcId="{B405FC25-911D-4DD8-9C09-6B5E24445D68}" destId="{32F29FEC-AE4A-4041-ABE0-29B8972BE49D}" srcOrd="0" destOrd="0" presId="urn:microsoft.com/office/officeart/2005/8/layout/process2"/>
    <dgm:cxn modelId="{D629EC20-C197-49FF-929D-A7AB9E8C6D50}" srcId="{A56A8240-87FA-427E-906A-458D9F8153CB}" destId="{89F0D722-DFD9-4F2E-A7F1-CE2975A88182}" srcOrd="3" destOrd="0" parTransId="{85732247-3EB8-4483-B142-DB990026CB08}" sibTransId="{91E233C7-B0CE-4D4D-9339-2C16DB360311}"/>
    <dgm:cxn modelId="{916A7C73-4609-4179-8F23-15B77F6A56DB}" type="presOf" srcId="{E8499721-23D3-4BD8-A0E7-1BA5A5EADE6E}" destId="{24E63BF1-CAF5-4DC7-8DF5-B9E9D707A096}" srcOrd="0" destOrd="0" presId="urn:microsoft.com/office/officeart/2005/8/layout/process2"/>
    <dgm:cxn modelId="{7F203C2E-4417-43C4-9976-60D5AC6586B5}" type="presOf" srcId="{6FC3A678-9023-47E0-8908-0D251774E479}" destId="{FA107727-9121-470F-B561-EB08E1CFA3AA}" srcOrd="1" destOrd="0" presId="urn:microsoft.com/office/officeart/2005/8/layout/process2"/>
    <dgm:cxn modelId="{8730FD76-3D13-472E-851E-452E05F6D7D9}" type="presOf" srcId="{5539D516-0FD8-4714-81D0-FFD1C02BB99B}" destId="{908AB0E3-D27B-49CB-AD6B-2455B0B6368D}" srcOrd="1" destOrd="0" presId="urn:microsoft.com/office/officeart/2005/8/layout/process2"/>
    <dgm:cxn modelId="{E9FFB8A6-4D07-4D7F-B252-A21FD92B41E8}" type="presOf" srcId="{FA84200C-B236-490E-A1DB-3F7D77AE4709}" destId="{4CF08702-8238-4F88-A270-54EBE356F70F}" srcOrd="0" destOrd="0" presId="urn:microsoft.com/office/officeart/2005/8/layout/process2"/>
    <dgm:cxn modelId="{5BB062DB-25D7-43BA-A107-ADFE21299C35}" type="presOf" srcId="{5539D516-0FD8-4714-81D0-FFD1C02BB99B}" destId="{9FDC8256-2CD3-4AB4-B6DB-341E35525E56}" srcOrd="0" destOrd="0" presId="urn:microsoft.com/office/officeart/2005/8/layout/process2"/>
    <dgm:cxn modelId="{C206180E-B8CB-4292-A93D-5FFA22C57758}" srcId="{A56A8240-87FA-427E-906A-458D9F8153CB}" destId="{B405FC25-911D-4DD8-9C09-6B5E24445D68}" srcOrd="1" destOrd="0" parTransId="{8D32CEC3-9FD3-41F9-ABBD-5EDCCBF924BE}" sibTransId="{6FC3A678-9023-47E0-8908-0D251774E479}"/>
    <dgm:cxn modelId="{6E096FA3-46DD-48FA-BDC3-7BD7BDE10ED1}" type="presOf" srcId="{A56A8240-87FA-427E-906A-458D9F8153CB}" destId="{46CAC7EA-BE1A-4E2B-80B3-29891BCB9864}" srcOrd="0" destOrd="0" presId="urn:microsoft.com/office/officeart/2005/8/layout/process2"/>
    <dgm:cxn modelId="{4F31E841-8F34-4102-BBDE-B708415A9E0B}" type="presParOf" srcId="{46CAC7EA-BE1A-4E2B-80B3-29891BCB9864}" destId="{24E63BF1-CAF5-4DC7-8DF5-B9E9D707A096}" srcOrd="0" destOrd="0" presId="urn:microsoft.com/office/officeart/2005/8/layout/process2"/>
    <dgm:cxn modelId="{37D12E40-48B4-405A-A9DB-B6EC041148D0}" type="presParOf" srcId="{46CAC7EA-BE1A-4E2B-80B3-29891BCB9864}" destId="{9FDC8256-2CD3-4AB4-B6DB-341E35525E56}" srcOrd="1" destOrd="0" presId="urn:microsoft.com/office/officeart/2005/8/layout/process2"/>
    <dgm:cxn modelId="{789E7B0D-6ECB-45E6-B98B-EFB3DB9484FD}" type="presParOf" srcId="{9FDC8256-2CD3-4AB4-B6DB-341E35525E56}" destId="{908AB0E3-D27B-49CB-AD6B-2455B0B6368D}" srcOrd="0" destOrd="0" presId="urn:microsoft.com/office/officeart/2005/8/layout/process2"/>
    <dgm:cxn modelId="{B916505D-F492-4A46-98A4-7F8A656B7024}" type="presParOf" srcId="{46CAC7EA-BE1A-4E2B-80B3-29891BCB9864}" destId="{32F29FEC-AE4A-4041-ABE0-29B8972BE49D}" srcOrd="2" destOrd="0" presId="urn:microsoft.com/office/officeart/2005/8/layout/process2"/>
    <dgm:cxn modelId="{13A38A63-92B1-47AC-9F9F-8EF2A410C3AF}" type="presParOf" srcId="{46CAC7EA-BE1A-4E2B-80B3-29891BCB9864}" destId="{0D99B7D1-5E32-4CCB-B493-5B8891546827}" srcOrd="3" destOrd="0" presId="urn:microsoft.com/office/officeart/2005/8/layout/process2"/>
    <dgm:cxn modelId="{8AA720F9-D108-408B-9809-0CB3AE0EC9E8}" type="presParOf" srcId="{0D99B7D1-5E32-4CCB-B493-5B8891546827}" destId="{FA107727-9121-470F-B561-EB08E1CFA3AA}" srcOrd="0" destOrd="0" presId="urn:microsoft.com/office/officeart/2005/8/layout/process2"/>
    <dgm:cxn modelId="{C55ED419-318D-4C81-9544-B57A3E1E3AA1}" type="presParOf" srcId="{46CAC7EA-BE1A-4E2B-80B3-29891BCB9864}" destId="{4CF08702-8238-4F88-A270-54EBE356F70F}" srcOrd="4" destOrd="0" presId="urn:microsoft.com/office/officeart/2005/8/layout/process2"/>
    <dgm:cxn modelId="{5DA4E8C6-0B15-4596-AFA3-4BA2A76CB161}" type="presParOf" srcId="{46CAC7EA-BE1A-4E2B-80B3-29891BCB9864}" destId="{5BD1D62C-4449-443B-B0DA-4D2E44234D60}" srcOrd="5" destOrd="0" presId="urn:microsoft.com/office/officeart/2005/8/layout/process2"/>
    <dgm:cxn modelId="{7CE83A39-BB21-4C69-AE90-8F2FE7D0D1EB}" type="presParOf" srcId="{5BD1D62C-4449-443B-B0DA-4D2E44234D60}" destId="{D6A219EB-179C-469B-88D8-EB056C46451B}" srcOrd="0" destOrd="0" presId="urn:microsoft.com/office/officeart/2005/8/layout/process2"/>
    <dgm:cxn modelId="{B5C0F74E-B8AA-4B79-973B-49770A5EF1E1}" type="presParOf" srcId="{46CAC7EA-BE1A-4E2B-80B3-29891BCB9864}" destId="{38BD61E9-00DE-451F-A68E-109F808EFE2E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6A8240-87FA-427E-906A-458D9F8153CB}" type="doc">
      <dgm:prSet loTypeId="urn:microsoft.com/office/officeart/2005/8/layout/process2" loCatId="process" qsTypeId="urn:microsoft.com/office/officeart/2005/8/quickstyle/simple5" qsCatId="simple" csTypeId="urn:microsoft.com/office/officeart/2005/8/colors/colorful5" csCatId="colorful" phldr="1"/>
      <dgm:spPr/>
    </dgm:pt>
    <dgm:pt modelId="{E8499721-23D3-4BD8-A0E7-1BA5A5EADE6E}">
      <dgm:prSet phldrT="[Text]"/>
      <dgm:spPr/>
      <dgm:t>
        <a:bodyPr/>
        <a:lstStyle/>
        <a:p>
          <a:r>
            <a:rPr lang="en-US" dirty="0" err="1" smtClean="0"/>
            <a:t>Calc</a:t>
          </a:r>
          <a:r>
            <a:rPr lang="en-US" dirty="0" smtClean="0"/>
            <a:t> </a:t>
          </a:r>
          <a:r>
            <a:rPr lang="en-US" dirty="0" err="1" smtClean="0"/>
            <a:t>Histgram</a:t>
          </a:r>
          <a:r>
            <a:rPr lang="en-US" dirty="0" smtClean="0"/>
            <a:t> of Skin Color</a:t>
          </a:r>
          <a:endParaRPr lang="en-US" dirty="0"/>
        </a:p>
      </dgm:t>
    </dgm:pt>
    <dgm:pt modelId="{ACF69420-80D9-4567-8639-771EF2E1E26C}" type="parTrans" cxnId="{1CF4F018-70AF-450C-A687-DAE13673DE44}">
      <dgm:prSet/>
      <dgm:spPr/>
      <dgm:t>
        <a:bodyPr/>
        <a:lstStyle/>
        <a:p>
          <a:endParaRPr lang="en-US"/>
        </a:p>
      </dgm:t>
    </dgm:pt>
    <dgm:pt modelId="{5539D516-0FD8-4714-81D0-FFD1C02BB99B}" type="sibTrans" cxnId="{1CF4F018-70AF-450C-A687-DAE13673DE44}">
      <dgm:prSet/>
      <dgm:spPr/>
      <dgm:t>
        <a:bodyPr/>
        <a:lstStyle/>
        <a:p>
          <a:endParaRPr lang="en-US"/>
        </a:p>
      </dgm:t>
    </dgm:pt>
    <dgm:pt modelId="{B405FC25-911D-4DD8-9C09-6B5E24445D68}">
      <dgm:prSet phldrT="[Text]"/>
      <dgm:spPr/>
      <dgm:t>
        <a:bodyPr/>
        <a:lstStyle/>
        <a:p>
          <a:r>
            <a:rPr lang="en-US" dirty="0" smtClean="0"/>
            <a:t>Detect Skin Area from </a:t>
          </a:r>
          <a:r>
            <a:rPr lang="en-US" dirty="0" err="1" smtClean="0"/>
            <a:t>CapImage</a:t>
          </a:r>
          <a:endParaRPr lang="en-US" dirty="0"/>
        </a:p>
      </dgm:t>
    </dgm:pt>
    <dgm:pt modelId="{8D32CEC3-9FD3-41F9-ABBD-5EDCCBF924BE}" type="parTrans" cxnId="{C206180E-B8CB-4292-A93D-5FFA22C57758}">
      <dgm:prSet/>
      <dgm:spPr/>
      <dgm:t>
        <a:bodyPr/>
        <a:lstStyle/>
        <a:p>
          <a:endParaRPr lang="en-US"/>
        </a:p>
      </dgm:t>
    </dgm:pt>
    <dgm:pt modelId="{6FC3A678-9023-47E0-8908-0D251774E479}" type="sibTrans" cxnId="{C206180E-B8CB-4292-A93D-5FFA22C57758}">
      <dgm:prSet/>
      <dgm:spPr/>
      <dgm:t>
        <a:bodyPr/>
        <a:lstStyle/>
        <a:p>
          <a:endParaRPr lang="en-US"/>
        </a:p>
      </dgm:t>
    </dgm:pt>
    <dgm:pt modelId="{FA84200C-B236-490E-A1DB-3F7D77AE4709}">
      <dgm:prSet phldrT="[Text]"/>
      <dgm:spPr/>
      <dgm:t>
        <a:bodyPr/>
        <a:lstStyle/>
        <a:p>
          <a:r>
            <a:rPr lang="en-US" dirty="0" err="1" smtClean="0"/>
            <a:t>Calc</a:t>
          </a:r>
          <a:r>
            <a:rPr lang="en-US" dirty="0" smtClean="0"/>
            <a:t> the Largest Skin Area</a:t>
          </a:r>
          <a:endParaRPr lang="en-US" dirty="0"/>
        </a:p>
      </dgm:t>
    </dgm:pt>
    <dgm:pt modelId="{249494F0-8393-4370-B176-1183F4AD213A}" type="parTrans" cxnId="{250FD909-2F67-490F-9F8C-BB73BE9F820F}">
      <dgm:prSet/>
      <dgm:spPr/>
      <dgm:t>
        <a:bodyPr/>
        <a:lstStyle/>
        <a:p>
          <a:endParaRPr lang="en-US"/>
        </a:p>
      </dgm:t>
    </dgm:pt>
    <dgm:pt modelId="{B034FA9C-04EB-407A-BA60-E028D9DD1F6D}" type="sibTrans" cxnId="{250FD909-2F67-490F-9F8C-BB73BE9F820F}">
      <dgm:prSet/>
      <dgm:spPr/>
      <dgm:t>
        <a:bodyPr/>
        <a:lstStyle/>
        <a:p>
          <a:endParaRPr lang="en-US"/>
        </a:p>
      </dgm:t>
    </dgm:pt>
    <dgm:pt modelId="{89F0D722-DFD9-4F2E-A7F1-CE2975A88182}">
      <dgm:prSet phldrT="[Text]"/>
      <dgm:spPr/>
      <dgm:t>
        <a:bodyPr/>
        <a:lstStyle/>
        <a:p>
          <a:r>
            <a:rPr lang="en-US" dirty="0" smtClean="0"/>
            <a:t>Matching </a:t>
          </a:r>
          <a:r>
            <a:rPr lang="en-US" dirty="0" err="1" smtClean="0"/>
            <a:t>Histgrams</a:t>
          </a:r>
          <a:endParaRPr lang="en-US" dirty="0"/>
        </a:p>
      </dgm:t>
    </dgm:pt>
    <dgm:pt modelId="{85732247-3EB8-4483-B142-DB990026CB08}" type="parTrans" cxnId="{D629EC20-C197-49FF-929D-A7AB9E8C6D50}">
      <dgm:prSet/>
      <dgm:spPr/>
      <dgm:t>
        <a:bodyPr/>
        <a:lstStyle/>
        <a:p>
          <a:endParaRPr lang="en-US"/>
        </a:p>
      </dgm:t>
    </dgm:pt>
    <dgm:pt modelId="{91E233C7-B0CE-4D4D-9339-2C16DB360311}" type="sibTrans" cxnId="{D629EC20-C197-49FF-929D-A7AB9E8C6D50}">
      <dgm:prSet/>
      <dgm:spPr/>
      <dgm:t>
        <a:bodyPr/>
        <a:lstStyle/>
        <a:p>
          <a:endParaRPr lang="en-US"/>
        </a:p>
      </dgm:t>
    </dgm:pt>
    <dgm:pt modelId="{46CAC7EA-BE1A-4E2B-80B3-29891BCB9864}" type="pres">
      <dgm:prSet presAssocID="{A56A8240-87FA-427E-906A-458D9F8153CB}" presName="linearFlow" presStyleCnt="0">
        <dgm:presLayoutVars>
          <dgm:resizeHandles val="exact"/>
        </dgm:presLayoutVars>
      </dgm:prSet>
      <dgm:spPr/>
    </dgm:pt>
    <dgm:pt modelId="{24E63BF1-CAF5-4DC7-8DF5-B9E9D707A096}" type="pres">
      <dgm:prSet presAssocID="{E8499721-23D3-4BD8-A0E7-1BA5A5EADE6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DC8256-2CD3-4AB4-B6DB-341E35525E56}" type="pres">
      <dgm:prSet presAssocID="{5539D516-0FD8-4714-81D0-FFD1C02BB99B}" presName="sibTrans" presStyleLbl="sibTrans2D1" presStyleIdx="0" presStyleCnt="3"/>
      <dgm:spPr/>
      <dgm:t>
        <a:bodyPr/>
        <a:lstStyle/>
        <a:p>
          <a:endParaRPr lang="en-US"/>
        </a:p>
      </dgm:t>
    </dgm:pt>
    <dgm:pt modelId="{908AB0E3-D27B-49CB-AD6B-2455B0B6368D}" type="pres">
      <dgm:prSet presAssocID="{5539D516-0FD8-4714-81D0-FFD1C02BB99B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32F29FEC-AE4A-4041-ABE0-29B8972BE49D}" type="pres">
      <dgm:prSet presAssocID="{B405FC25-911D-4DD8-9C09-6B5E24445D6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99B7D1-5E32-4CCB-B493-5B8891546827}" type="pres">
      <dgm:prSet presAssocID="{6FC3A678-9023-47E0-8908-0D251774E479}" presName="sibTrans" presStyleLbl="sibTrans2D1" presStyleIdx="1" presStyleCnt="3" custLinFactX="17218" custLinFactNeighborX="100000" custLinFactNeighborY="-8014"/>
      <dgm:spPr/>
      <dgm:t>
        <a:bodyPr/>
        <a:lstStyle/>
        <a:p>
          <a:endParaRPr lang="en-US"/>
        </a:p>
      </dgm:t>
    </dgm:pt>
    <dgm:pt modelId="{FA107727-9121-470F-B561-EB08E1CFA3AA}" type="pres">
      <dgm:prSet presAssocID="{6FC3A678-9023-47E0-8908-0D251774E479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4CF08702-8238-4F88-A270-54EBE356F70F}" type="pres">
      <dgm:prSet presAssocID="{FA84200C-B236-490E-A1DB-3F7D77AE470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D1D62C-4449-443B-B0DA-4D2E44234D60}" type="pres">
      <dgm:prSet presAssocID="{B034FA9C-04EB-407A-BA60-E028D9DD1F6D}" presName="sibTrans" presStyleLbl="sibTrans2D1" presStyleIdx="2" presStyleCnt="3"/>
      <dgm:spPr/>
      <dgm:t>
        <a:bodyPr/>
        <a:lstStyle/>
        <a:p>
          <a:endParaRPr lang="en-US"/>
        </a:p>
      </dgm:t>
    </dgm:pt>
    <dgm:pt modelId="{D6A219EB-179C-469B-88D8-EB056C46451B}" type="pres">
      <dgm:prSet presAssocID="{B034FA9C-04EB-407A-BA60-E028D9DD1F6D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38BD61E9-00DE-451F-A68E-109F808EFE2E}" type="pres">
      <dgm:prSet presAssocID="{89F0D722-DFD9-4F2E-A7F1-CE2975A8818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EAC39AC-E449-4669-AA76-DDA8DED461AF}" type="presOf" srcId="{6FC3A678-9023-47E0-8908-0D251774E479}" destId="{0D99B7D1-5E32-4CCB-B493-5B8891546827}" srcOrd="0" destOrd="0" presId="urn:microsoft.com/office/officeart/2005/8/layout/process2"/>
    <dgm:cxn modelId="{6E7BDA8D-1400-49D4-BD12-215CE58790CD}" type="presOf" srcId="{B405FC25-911D-4DD8-9C09-6B5E24445D68}" destId="{32F29FEC-AE4A-4041-ABE0-29B8972BE49D}" srcOrd="0" destOrd="0" presId="urn:microsoft.com/office/officeart/2005/8/layout/process2"/>
    <dgm:cxn modelId="{60359C92-388B-4BBF-839C-4A2ABE9F55EC}" type="presOf" srcId="{A56A8240-87FA-427E-906A-458D9F8153CB}" destId="{46CAC7EA-BE1A-4E2B-80B3-29891BCB9864}" srcOrd="0" destOrd="0" presId="urn:microsoft.com/office/officeart/2005/8/layout/process2"/>
    <dgm:cxn modelId="{1A3BB353-30E9-4145-9C1F-54D7F79958F4}" type="presOf" srcId="{6FC3A678-9023-47E0-8908-0D251774E479}" destId="{FA107727-9121-470F-B561-EB08E1CFA3AA}" srcOrd="1" destOrd="0" presId="urn:microsoft.com/office/officeart/2005/8/layout/process2"/>
    <dgm:cxn modelId="{105C71D5-4B5E-46AB-9DEE-9AAA99F97B28}" type="presOf" srcId="{B034FA9C-04EB-407A-BA60-E028D9DD1F6D}" destId="{5BD1D62C-4449-443B-B0DA-4D2E44234D60}" srcOrd="0" destOrd="0" presId="urn:microsoft.com/office/officeart/2005/8/layout/process2"/>
    <dgm:cxn modelId="{9E140C11-FB5F-404A-926F-44BDC89AAB0B}" type="presOf" srcId="{89F0D722-DFD9-4F2E-A7F1-CE2975A88182}" destId="{38BD61E9-00DE-451F-A68E-109F808EFE2E}" srcOrd="0" destOrd="0" presId="urn:microsoft.com/office/officeart/2005/8/layout/process2"/>
    <dgm:cxn modelId="{9209CD65-5E52-4F7B-979B-FB90CC951C92}" type="presOf" srcId="{E8499721-23D3-4BD8-A0E7-1BA5A5EADE6E}" destId="{24E63BF1-CAF5-4DC7-8DF5-B9E9D707A096}" srcOrd="0" destOrd="0" presId="urn:microsoft.com/office/officeart/2005/8/layout/process2"/>
    <dgm:cxn modelId="{4E22CE3D-24D6-46D0-910F-A78C4593C71E}" type="presOf" srcId="{5539D516-0FD8-4714-81D0-FFD1C02BB99B}" destId="{908AB0E3-D27B-49CB-AD6B-2455B0B6368D}" srcOrd="1" destOrd="0" presId="urn:microsoft.com/office/officeart/2005/8/layout/process2"/>
    <dgm:cxn modelId="{250FD909-2F67-490F-9F8C-BB73BE9F820F}" srcId="{A56A8240-87FA-427E-906A-458D9F8153CB}" destId="{FA84200C-B236-490E-A1DB-3F7D77AE4709}" srcOrd="2" destOrd="0" parTransId="{249494F0-8393-4370-B176-1183F4AD213A}" sibTransId="{B034FA9C-04EB-407A-BA60-E028D9DD1F6D}"/>
    <dgm:cxn modelId="{C206180E-B8CB-4292-A93D-5FFA22C57758}" srcId="{A56A8240-87FA-427E-906A-458D9F8153CB}" destId="{B405FC25-911D-4DD8-9C09-6B5E24445D68}" srcOrd="1" destOrd="0" parTransId="{8D32CEC3-9FD3-41F9-ABBD-5EDCCBF924BE}" sibTransId="{6FC3A678-9023-47E0-8908-0D251774E479}"/>
    <dgm:cxn modelId="{87D778BF-ADEB-468E-881F-A588FFD9E69D}" type="presOf" srcId="{FA84200C-B236-490E-A1DB-3F7D77AE4709}" destId="{4CF08702-8238-4F88-A270-54EBE356F70F}" srcOrd="0" destOrd="0" presId="urn:microsoft.com/office/officeart/2005/8/layout/process2"/>
    <dgm:cxn modelId="{D629EC20-C197-49FF-929D-A7AB9E8C6D50}" srcId="{A56A8240-87FA-427E-906A-458D9F8153CB}" destId="{89F0D722-DFD9-4F2E-A7F1-CE2975A88182}" srcOrd="3" destOrd="0" parTransId="{85732247-3EB8-4483-B142-DB990026CB08}" sibTransId="{91E233C7-B0CE-4D4D-9339-2C16DB360311}"/>
    <dgm:cxn modelId="{2FE26DF3-4201-4AEA-BACD-2858D8A3CFC0}" type="presOf" srcId="{5539D516-0FD8-4714-81D0-FFD1C02BB99B}" destId="{9FDC8256-2CD3-4AB4-B6DB-341E35525E56}" srcOrd="0" destOrd="0" presId="urn:microsoft.com/office/officeart/2005/8/layout/process2"/>
    <dgm:cxn modelId="{1CF4F018-70AF-450C-A687-DAE13673DE44}" srcId="{A56A8240-87FA-427E-906A-458D9F8153CB}" destId="{E8499721-23D3-4BD8-A0E7-1BA5A5EADE6E}" srcOrd="0" destOrd="0" parTransId="{ACF69420-80D9-4567-8639-771EF2E1E26C}" sibTransId="{5539D516-0FD8-4714-81D0-FFD1C02BB99B}"/>
    <dgm:cxn modelId="{65EDD56F-5DA5-4DA6-B3BA-CC326890F5AF}" type="presOf" srcId="{B034FA9C-04EB-407A-BA60-E028D9DD1F6D}" destId="{D6A219EB-179C-469B-88D8-EB056C46451B}" srcOrd="1" destOrd="0" presId="urn:microsoft.com/office/officeart/2005/8/layout/process2"/>
    <dgm:cxn modelId="{3617415D-B32D-4D0C-A477-1A8D3F08B8D7}" type="presParOf" srcId="{46CAC7EA-BE1A-4E2B-80B3-29891BCB9864}" destId="{24E63BF1-CAF5-4DC7-8DF5-B9E9D707A096}" srcOrd="0" destOrd="0" presId="urn:microsoft.com/office/officeart/2005/8/layout/process2"/>
    <dgm:cxn modelId="{41CB395B-431D-4704-8E5B-775E8AC4A90F}" type="presParOf" srcId="{46CAC7EA-BE1A-4E2B-80B3-29891BCB9864}" destId="{9FDC8256-2CD3-4AB4-B6DB-341E35525E56}" srcOrd="1" destOrd="0" presId="urn:microsoft.com/office/officeart/2005/8/layout/process2"/>
    <dgm:cxn modelId="{863F7E0E-DA6D-4D3C-A992-EC5EA599F798}" type="presParOf" srcId="{9FDC8256-2CD3-4AB4-B6DB-341E35525E56}" destId="{908AB0E3-D27B-49CB-AD6B-2455B0B6368D}" srcOrd="0" destOrd="0" presId="urn:microsoft.com/office/officeart/2005/8/layout/process2"/>
    <dgm:cxn modelId="{B9C20740-1115-4BA5-8F6C-675D45506625}" type="presParOf" srcId="{46CAC7EA-BE1A-4E2B-80B3-29891BCB9864}" destId="{32F29FEC-AE4A-4041-ABE0-29B8972BE49D}" srcOrd="2" destOrd="0" presId="urn:microsoft.com/office/officeart/2005/8/layout/process2"/>
    <dgm:cxn modelId="{A073EEE0-DE1A-47DA-B346-22B1EBACFC62}" type="presParOf" srcId="{46CAC7EA-BE1A-4E2B-80B3-29891BCB9864}" destId="{0D99B7D1-5E32-4CCB-B493-5B8891546827}" srcOrd="3" destOrd="0" presId="urn:microsoft.com/office/officeart/2005/8/layout/process2"/>
    <dgm:cxn modelId="{0ACD3C33-ADE2-4E46-999A-F393574BE6F0}" type="presParOf" srcId="{0D99B7D1-5E32-4CCB-B493-5B8891546827}" destId="{FA107727-9121-470F-B561-EB08E1CFA3AA}" srcOrd="0" destOrd="0" presId="urn:microsoft.com/office/officeart/2005/8/layout/process2"/>
    <dgm:cxn modelId="{3B02C391-5E7F-462C-B006-C532175112FF}" type="presParOf" srcId="{46CAC7EA-BE1A-4E2B-80B3-29891BCB9864}" destId="{4CF08702-8238-4F88-A270-54EBE356F70F}" srcOrd="4" destOrd="0" presId="urn:microsoft.com/office/officeart/2005/8/layout/process2"/>
    <dgm:cxn modelId="{9A49479E-928E-4BBA-85BF-BBDC118DE267}" type="presParOf" srcId="{46CAC7EA-BE1A-4E2B-80B3-29891BCB9864}" destId="{5BD1D62C-4449-443B-B0DA-4D2E44234D60}" srcOrd="5" destOrd="0" presId="urn:microsoft.com/office/officeart/2005/8/layout/process2"/>
    <dgm:cxn modelId="{CE5F69E1-B11B-425F-BD5B-659621F1A427}" type="presParOf" srcId="{5BD1D62C-4449-443B-B0DA-4D2E44234D60}" destId="{D6A219EB-179C-469B-88D8-EB056C46451B}" srcOrd="0" destOrd="0" presId="urn:microsoft.com/office/officeart/2005/8/layout/process2"/>
    <dgm:cxn modelId="{3DC4512A-C88F-45FA-AE20-B31BC43B2545}" type="presParOf" srcId="{46CAC7EA-BE1A-4E2B-80B3-29891BCB9864}" destId="{38BD61E9-00DE-451F-A68E-109F808EFE2E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6A8240-87FA-427E-906A-458D9F8153CB}" type="doc">
      <dgm:prSet loTypeId="urn:microsoft.com/office/officeart/2005/8/layout/process2" loCatId="process" qsTypeId="urn:microsoft.com/office/officeart/2005/8/quickstyle/simple5" qsCatId="simple" csTypeId="urn:microsoft.com/office/officeart/2005/8/colors/colorful5" csCatId="colorful" phldr="1"/>
      <dgm:spPr/>
    </dgm:pt>
    <dgm:pt modelId="{E8499721-23D3-4BD8-A0E7-1BA5A5EADE6E}">
      <dgm:prSet phldrT="[Text]"/>
      <dgm:spPr/>
      <dgm:t>
        <a:bodyPr/>
        <a:lstStyle/>
        <a:p>
          <a:r>
            <a:rPr lang="en-US" dirty="0" err="1" smtClean="0"/>
            <a:t>Histgram</a:t>
          </a:r>
          <a:endParaRPr lang="en-US" dirty="0"/>
        </a:p>
      </dgm:t>
    </dgm:pt>
    <dgm:pt modelId="{ACF69420-80D9-4567-8639-771EF2E1E26C}" type="parTrans" cxnId="{1CF4F018-70AF-450C-A687-DAE13673DE44}">
      <dgm:prSet/>
      <dgm:spPr/>
      <dgm:t>
        <a:bodyPr/>
        <a:lstStyle/>
        <a:p>
          <a:endParaRPr lang="en-US"/>
        </a:p>
      </dgm:t>
    </dgm:pt>
    <dgm:pt modelId="{5539D516-0FD8-4714-81D0-FFD1C02BB99B}" type="sibTrans" cxnId="{1CF4F018-70AF-450C-A687-DAE13673DE44}">
      <dgm:prSet/>
      <dgm:spPr/>
      <dgm:t>
        <a:bodyPr/>
        <a:lstStyle/>
        <a:p>
          <a:endParaRPr lang="en-US"/>
        </a:p>
      </dgm:t>
    </dgm:pt>
    <dgm:pt modelId="{B405FC25-911D-4DD8-9C09-6B5E24445D68}">
      <dgm:prSet phldrT="[Text]"/>
      <dgm:spPr/>
      <dgm:t>
        <a:bodyPr/>
        <a:lstStyle/>
        <a:p>
          <a:r>
            <a:rPr lang="en-US" dirty="0" smtClean="0"/>
            <a:t>Convex Hull</a:t>
          </a:r>
          <a:endParaRPr lang="en-US" dirty="0"/>
        </a:p>
      </dgm:t>
    </dgm:pt>
    <dgm:pt modelId="{8D32CEC3-9FD3-41F9-ABBD-5EDCCBF924BE}" type="parTrans" cxnId="{C206180E-B8CB-4292-A93D-5FFA22C57758}">
      <dgm:prSet/>
      <dgm:spPr/>
      <dgm:t>
        <a:bodyPr/>
        <a:lstStyle/>
        <a:p>
          <a:endParaRPr lang="en-US"/>
        </a:p>
      </dgm:t>
    </dgm:pt>
    <dgm:pt modelId="{6FC3A678-9023-47E0-8908-0D251774E479}" type="sibTrans" cxnId="{C206180E-B8CB-4292-A93D-5FFA22C57758}">
      <dgm:prSet/>
      <dgm:spPr/>
      <dgm:t>
        <a:bodyPr/>
        <a:lstStyle/>
        <a:p>
          <a:endParaRPr lang="en-US"/>
        </a:p>
      </dgm:t>
    </dgm:pt>
    <dgm:pt modelId="{FA84200C-B236-490E-A1DB-3F7D77AE4709}">
      <dgm:prSet phldrT="[Text]"/>
      <dgm:spPr/>
      <dgm:t>
        <a:bodyPr/>
        <a:lstStyle/>
        <a:p>
          <a:r>
            <a:rPr lang="en-US" dirty="0" smtClean="0"/>
            <a:t>Labeling</a:t>
          </a:r>
          <a:endParaRPr lang="en-US" dirty="0"/>
        </a:p>
      </dgm:t>
    </dgm:pt>
    <dgm:pt modelId="{249494F0-8393-4370-B176-1183F4AD213A}" type="parTrans" cxnId="{250FD909-2F67-490F-9F8C-BB73BE9F820F}">
      <dgm:prSet/>
      <dgm:spPr/>
      <dgm:t>
        <a:bodyPr/>
        <a:lstStyle/>
        <a:p>
          <a:endParaRPr lang="en-US"/>
        </a:p>
      </dgm:t>
    </dgm:pt>
    <dgm:pt modelId="{B034FA9C-04EB-407A-BA60-E028D9DD1F6D}" type="sibTrans" cxnId="{250FD909-2F67-490F-9F8C-BB73BE9F820F}">
      <dgm:prSet/>
      <dgm:spPr/>
      <dgm:t>
        <a:bodyPr/>
        <a:lstStyle/>
        <a:p>
          <a:endParaRPr lang="en-US"/>
        </a:p>
      </dgm:t>
    </dgm:pt>
    <dgm:pt modelId="{89F0D722-DFD9-4F2E-A7F1-CE2975A88182}">
      <dgm:prSet phldrT="[Text]"/>
      <dgm:spPr/>
      <dgm:t>
        <a:bodyPr/>
        <a:lstStyle/>
        <a:p>
          <a:r>
            <a:rPr lang="en-US" dirty="0" smtClean="0"/>
            <a:t>Feature Point Distance</a:t>
          </a:r>
          <a:endParaRPr lang="en-US" dirty="0"/>
        </a:p>
      </dgm:t>
    </dgm:pt>
    <dgm:pt modelId="{85732247-3EB8-4483-B142-DB990026CB08}" type="parTrans" cxnId="{D629EC20-C197-49FF-929D-A7AB9E8C6D50}">
      <dgm:prSet/>
      <dgm:spPr/>
      <dgm:t>
        <a:bodyPr/>
        <a:lstStyle/>
        <a:p>
          <a:endParaRPr lang="en-US"/>
        </a:p>
      </dgm:t>
    </dgm:pt>
    <dgm:pt modelId="{91E233C7-B0CE-4D4D-9339-2C16DB360311}" type="sibTrans" cxnId="{D629EC20-C197-49FF-929D-A7AB9E8C6D50}">
      <dgm:prSet/>
      <dgm:spPr/>
      <dgm:t>
        <a:bodyPr/>
        <a:lstStyle/>
        <a:p>
          <a:endParaRPr lang="en-US"/>
        </a:p>
      </dgm:t>
    </dgm:pt>
    <dgm:pt modelId="{46CAC7EA-BE1A-4E2B-80B3-29891BCB9864}" type="pres">
      <dgm:prSet presAssocID="{A56A8240-87FA-427E-906A-458D9F8153CB}" presName="linearFlow" presStyleCnt="0">
        <dgm:presLayoutVars>
          <dgm:resizeHandles val="exact"/>
        </dgm:presLayoutVars>
      </dgm:prSet>
      <dgm:spPr/>
    </dgm:pt>
    <dgm:pt modelId="{24E63BF1-CAF5-4DC7-8DF5-B9E9D707A096}" type="pres">
      <dgm:prSet presAssocID="{E8499721-23D3-4BD8-A0E7-1BA5A5EADE6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DC8256-2CD3-4AB4-B6DB-341E35525E56}" type="pres">
      <dgm:prSet presAssocID="{5539D516-0FD8-4714-81D0-FFD1C02BB99B}" presName="sibTrans" presStyleLbl="sibTrans2D1" presStyleIdx="0" presStyleCnt="3"/>
      <dgm:spPr/>
      <dgm:t>
        <a:bodyPr/>
        <a:lstStyle/>
        <a:p>
          <a:endParaRPr lang="en-US"/>
        </a:p>
      </dgm:t>
    </dgm:pt>
    <dgm:pt modelId="{908AB0E3-D27B-49CB-AD6B-2455B0B6368D}" type="pres">
      <dgm:prSet presAssocID="{5539D516-0FD8-4714-81D0-FFD1C02BB99B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32F29FEC-AE4A-4041-ABE0-29B8972BE49D}" type="pres">
      <dgm:prSet presAssocID="{B405FC25-911D-4DD8-9C09-6B5E24445D6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99B7D1-5E32-4CCB-B493-5B8891546827}" type="pres">
      <dgm:prSet presAssocID="{6FC3A678-9023-47E0-8908-0D251774E479}" presName="sibTrans" presStyleLbl="sibTrans2D1" presStyleIdx="1" presStyleCnt="3"/>
      <dgm:spPr/>
      <dgm:t>
        <a:bodyPr/>
        <a:lstStyle/>
        <a:p>
          <a:endParaRPr lang="en-US"/>
        </a:p>
      </dgm:t>
    </dgm:pt>
    <dgm:pt modelId="{FA107727-9121-470F-B561-EB08E1CFA3AA}" type="pres">
      <dgm:prSet presAssocID="{6FC3A678-9023-47E0-8908-0D251774E479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4CF08702-8238-4F88-A270-54EBE356F70F}" type="pres">
      <dgm:prSet presAssocID="{FA84200C-B236-490E-A1DB-3F7D77AE470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D1D62C-4449-443B-B0DA-4D2E44234D60}" type="pres">
      <dgm:prSet presAssocID="{B034FA9C-04EB-407A-BA60-E028D9DD1F6D}" presName="sibTrans" presStyleLbl="sibTrans2D1" presStyleIdx="2" presStyleCnt="3"/>
      <dgm:spPr/>
      <dgm:t>
        <a:bodyPr/>
        <a:lstStyle/>
        <a:p>
          <a:endParaRPr lang="en-US"/>
        </a:p>
      </dgm:t>
    </dgm:pt>
    <dgm:pt modelId="{D6A219EB-179C-469B-88D8-EB056C46451B}" type="pres">
      <dgm:prSet presAssocID="{B034FA9C-04EB-407A-BA60-E028D9DD1F6D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38BD61E9-00DE-451F-A68E-109F808EFE2E}" type="pres">
      <dgm:prSet presAssocID="{89F0D722-DFD9-4F2E-A7F1-CE2975A8818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4822793-7444-4E0D-8C50-1494DD4F5820}" type="presOf" srcId="{89F0D722-DFD9-4F2E-A7F1-CE2975A88182}" destId="{38BD61E9-00DE-451F-A68E-109F808EFE2E}" srcOrd="0" destOrd="0" presId="urn:microsoft.com/office/officeart/2005/8/layout/process2"/>
    <dgm:cxn modelId="{C69A108D-E493-4F87-AA4E-E4B4531527DA}" type="presOf" srcId="{A56A8240-87FA-427E-906A-458D9F8153CB}" destId="{46CAC7EA-BE1A-4E2B-80B3-29891BCB9864}" srcOrd="0" destOrd="0" presId="urn:microsoft.com/office/officeart/2005/8/layout/process2"/>
    <dgm:cxn modelId="{026C423F-709E-456E-BBA6-9A2F714CA893}" type="presOf" srcId="{E8499721-23D3-4BD8-A0E7-1BA5A5EADE6E}" destId="{24E63BF1-CAF5-4DC7-8DF5-B9E9D707A096}" srcOrd="0" destOrd="0" presId="urn:microsoft.com/office/officeart/2005/8/layout/process2"/>
    <dgm:cxn modelId="{9659B486-61F2-478A-9A3D-CEC9CFC4C077}" type="presOf" srcId="{5539D516-0FD8-4714-81D0-FFD1C02BB99B}" destId="{908AB0E3-D27B-49CB-AD6B-2455B0B6368D}" srcOrd="1" destOrd="0" presId="urn:microsoft.com/office/officeart/2005/8/layout/process2"/>
    <dgm:cxn modelId="{15598EEB-926B-484E-8018-DB058A1FB2C1}" type="presOf" srcId="{FA84200C-B236-490E-A1DB-3F7D77AE4709}" destId="{4CF08702-8238-4F88-A270-54EBE356F70F}" srcOrd="0" destOrd="0" presId="urn:microsoft.com/office/officeart/2005/8/layout/process2"/>
    <dgm:cxn modelId="{4BE97B6B-22EE-4677-A1BB-73F8E5C2551E}" type="presOf" srcId="{B034FA9C-04EB-407A-BA60-E028D9DD1F6D}" destId="{D6A219EB-179C-469B-88D8-EB056C46451B}" srcOrd="1" destOrd="0" presId="urn:microsoft.com/office/officeart/2005/8/layout/process2"/>
    <dgm:cxn modelId="{8141E7B5-A9B1-4992-9C96-D7C76F19C85A}" type="presOf" srcId="{5539D516-0FD8-4714-81D0-FFD1C02BB99B}" destId="{9FDC8256-2CD3-4AB4-B6DB-341E35525E56}" srcOrd="0" destOrd="0" presId="urn:microsoft.com/office/officeart/2005/8/layout/process2"/>
    <dgm:cxn modelId="{D9886A0B-7F14-4E2F-B5C8-B1AD8E5C9380}" type="presOf" srcId="{6FC3A678-9023-47E0-8908-0D251774E479}" destId="{0D99B7D1-5E32-4CCB-B493-5B8891546827}" srcOrd="0" destOrd="0" presId="urn:microsoft.com/office/officeart/2005/8/layout/process2"/>
    <dgm:cxn modelId="{250FD909-2F67-490F-9F8C-BB73BE9F820F}" srcId="{A56A8240-87FA-427E-906A-458D9F8153CB}" destId="{FA84200C-B236-490E-A1DB-3F7D77AE4709}" srcOrd="2" destOrd="0" parTransId="{249494F0-8393-4370-B176-1183F4AD213A}" sibTransId="{B034FA9C-04EB-407A-BA60-E028D9DD1F6D}"/>
    <dgm:cxn modelId="{C206180E-B8CB-4292-A93D-5FFA22C57758}" srcId="{A56A8240-87FA-427E-906A-458D9F8153CB}" destId="{B405FC25-911D-4DD8-9C09-6B5E24445D68}" srcOrd="1" destOrd="0" parTransId="{8D32CEC3-9FD3-41F9-ABBD-5EDCCBF924BE}" sibTransId="{6FC3A678-9023-47E0-8908-0D251774E479}"/>
    <dgm:cxn modelId="{F841E798-CBC2-4528-AAD8-67AAF271AA1E}" type="presOf" srcId="{6FC3A678-9023-47E0-8908-0D251774E479}" destId="{FA107727-9121-470F-B561-EB08E1CFA3AA}" srcOrd="1" destOrd="0" presId="urn:microsoft.com/office/officeart/2005/8/layout/process2"/>
    <dgm:cxn modelId="{52A007BD-2CB2-41C9-B370-CB57F15F2B83}" type="presOf" srcId="{B405FC25-911D-4DD8-9C09-6B5E24445D68}" destId="{32F29FEC-AE4A-4041-ABE0-29B8972BE49D}" srcOrd="0" destOrd="0" presId="urn:microsoft.com/office/officeart/2005/8/layout/process2"/>
    <dgm:cxn modelId="{D629EC20-C197-49FF-929D-A7AB9E8C6D50}" srcId="{A56A8240-87FA-427E-906A-458D9F8153CB}" destId="{89F0D722-DFD9-4F2E-A7F1-CE2975A88182}" srcOrd="3" destOrd="0" parTransId="{85732247-3EB8-4483-B142-DB990026CB08}" sibTransId="{91E233C7-B0CE-4D4D-9339-2C16DB360311}"/>
    <dgm:cxn modelId="{73E35079-2393-4C74-93F8-89347F426E8C}" type="presOf" srcId="{B034FA9C-04EB-407A-BA60-E028D9DD1F6D}" destId="{5BD1D62C-4449-443B-B0DA-4D2E44234D60}" srcOrd="0" destOrd="0" presId="urn:microsoft.com/office/officeart/2005/8/layout/process2"/>
    <dgm:cxn modelId="{1CF4F018-70AF-450C-A687-DAE13673DE44}" srcId="{A56A8240-87FA-427E-906A-458D9F8153CB}" destId="{E8499721-23D3-4BD8-A0E7-1BA5A5EADE6E}" srcOrd="0" destOrd="0" parTransId="{ACF69420-80D9-4567-8639-771EF2E1E26C}" sibTransId="{5539D516-0FD8-4714-81D0-FFD1C02BB99B}"/>
    <dgm:cxn modelId="{9FDCD76C-8B3E-4150-BE7D-FBB0406CA294}" type="presParOf" srcId="{46CAC7EA-BE1A-4E2B-80B3-29891BCB9864}" destId="{24E63BF1-CAF5-4DC7-8DF5-B9E9D707A096}" srcOrd="0" destOrd="0" presId="urn:microsoft.com/office/officeart/2005/8/layout/process2"/>
    <dgm:cxn modelId="{BDBAEF3B-7FFD-48A8-A552-2DF59CE4BAAB}" type="presParOf" srcId="{46CAC7EA-BE1A-4E2B-80B3-29891BCB9864}" destId="{9FDC8256-2CD3-4AB4-B6DB-341E35525E56}" srcOrd="1" destOrd="0" presId="urn:microsoft.com/office/officeart/2005/8/layout/process2"/>
    <dgm:cxn modelId="{62B5B2CC-9B61-414B-8E01-2B78BEE989D7}" type="presParOf" srcId="{9FDC8256-2CD3-4AB4-B6DB-341E35525E56}" destId="{908AB0E3-D27B-49CB-AD6B-2455B0B6368D}" srcOrd="0" destOrd="0" presId="urn:microsoft.com/office/officeart/2005/8/layout/process2"/>
    <dgm:cxn modelId="{CE096808-4809-4F36-992D-730EDD2C9F60}" type="presParOf" srcId="{46CAC7EA-BE1A-4E2B-80B3-29891BCB9864}" destId="{32F29FEC-AE4A-4041-ABE0-29B8972BE49D}" srcOrd="2" destOrd="0" presId="urn:microsoft.com/office/officeart/2005/8/layout/process2"/>
    <dgm:cxn modelId="{9013EDB8-0F13-4562-825F-5AA3A31DAB0B}" type="presParOf" srcId="{46CAC7EA-BE1A-4E2B-80B3-29891BCB9864}" destId="{0D99B7D1-5E32-4CCB-B493-5B8891546827}" srcOrd="3" destOrd="0" presId="urn:microsoft.com/office/officeart/2005/8/layout/process2"/>
    <dgm:cxn modelId="{ACA56D7B-E880-45AC-94AF-8010A0D4B4E8}" type="presParOf" srcId="{0D99B7D1-5E32-4CCB-B493-5B8891546827}" destId="{FA107727-9121-470F-B561-EB08E1CFA3AA}" srcOrd="0" destOrd="0" presId="urn:microsoft.com/office/officeart/2005/8/layout/process2"/>
    <dgm:cxn modelId="{80983EF7-AAA4-43B2-9F92-FFB8985EB505}" type="presParOf" srcId="{46CAC7EA-BE1A-4E2B-80B3-29891BCB9864}" destId="{4CF08702-8238-4F88-A270-54EBE356F70F}" srcOrd="4" destOrd="0" presId="urn:microsoft.com/office/officeart/2005/8/layout/process2"/>
    <dgm:cxn modelId="{ABE8063E-CEA9-49A8-85DF-5E08EEEC8EB8}" type="presParOf" srcId="{46CAC7EA-BE1A-4E2B-80B3-29891BCB9864}" destId="{5BD1D62C-4449-443B-B0DA-4D2E44234D60}" srcOrd="5" destOrd="0" presId="urn:microsoft.com/office/officeart/2005/8/layout/process2"/>
    <dgm:cxn modelId="{52507F9E-68DB-4A99-BAE1-48D171EEF00C}" type="presParOf" srcId="{5BD1D62C-4449-443B-B0DA-4D2E44234D60}" destId="{D6A219EB-179C-469B-88D8-EB056C46451B}" srcOrd="0" destOrd="0" presId="urn:microsoft.com/office/officeart/2005/8/layout/process2"/>
    <dgm:cxn modelId="{5CBDEEBD-FCAE-40C8-A3F9-B708273FAD17}" type="presParOf" srcId="{46CAC7EA-BE1A-4E2B-80B3-29891BCB9864}" destId="{38BD61E9-00DE-451F-A68E-109F808EFE2E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63BF1-CAF5-4DC7-8DF5-B9E9D707A096}">
      <dsp:nvSpPr>
        <dsp:cNvPr id="0" name=""/>
        <dsp:cNvSpPr/>
      </dsp:nvSpPr>
      <dsp:spPr>
        <a:xfrm>
          <a:off x="2917537" y="2601"/>
          <a:ext cx="1937325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/>
            <a:t>Calc</a:t>
          </a:r>
          <a:r>
            <a:rPr lang="en-US" sz="1800" kern="1200" dirty="0" smtClean="0"/>
            <a:t> </a:t>
          </a:r>
          <a:r>
            <a:rPr lang="en-US" sz="1800" kern="1200" dirty="0" err="1" smtClean="0"/>
            <a:t>Histgram</a:t>
          </a:r>
          <a:r>
            <a:rPr lang="en-US" sz="1800" kern="1200" dirty="0" smtClean="0"/>
            <a:t> of Skin Color</a:t>
          </a:r>
          <a:endParaRPr lang="en-US" sz="1800" kern="1200" dirty="0"/>
        </a:p>
      </dsp:txBody>
      <dsp:txXfrm>
        <a:off x="2945880" y="30944"/>
        <a:ext cx="1880639" cy="911031"/>
      </dsp:txXfrm>
    </dsp:sp>
    <dsp:sp modelId="{9FDC8256-2CD3-4AB4-B6DB-341E35525E56}">
      <dsp:nvSpPr>
        <dsp:cNvPr id="0" name=""/>
        <dsp:cNvSpPr/>
      </dsp:nvSpPr>
      <dsp:spPr>
        <a:xfrm rot="5400000">
          <a:off x="3704752" y="994512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3755557" y="1030801"/>
        <a:ext cx="261284" cy="254026"/>
      </dsp:txXfrm>
    </dsp:sp>
    <dsp:sp modelId="{32F29FEC-AE4A-4041-ABE0-29B8972BE49D}">
      <dsp:nvSpPr>
        <dsp:cNvPr id="0" name=""/>
        <dsp:cNvSpPr/>
      </dsp:nvSpPr>
      <dsp:spPr>
        <a:xfrm>
          <a:off x="2917537" y="1454177"/>
          <a:ext cx="1937325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7665"/>
                <a:satOff val="-19810"/>
                <a:lumOff val="-1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7665"/>
                <a:satOff val="-19810"/>
                <a:lumOff val="-1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7665"/>
                <a:satOff val="-19810"/>
                <a:lumOff val="-1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Detect Skin Area from </a:t>
          </a:r>
          <a:r>
            <a:rPr lang="en-US" sz="1800" kern="1200" dirty="0" err="1" smtClean="0"/>
            <a:t>CapImage</a:t>
          </a:r>
          <a:endParaRPr lang="en-US" sz="1800" kern="1200" dirty="0"/>
        </a:p>
      </dsp:txBody>
      <dsp:txXfrm>
        <a:off x="2945880" y="1482520"/>
        <a:ext cx="1880639" cy="911031"/>
      </dsp:txXfrm>
    </dsp:sp>
    <dsp:sp modelId="{0D99B7D1-5E32-4CCB-B493-5B8891546827}">
      <dsp:nvSpPr>
        <dsp:cNvPr id="0" name=""/>
        <dsp:cNvSpPr/>
      </dsp:nvSpPr>
      <dsp:spPr>
        <a:xfrm rot="5400000">
          <a:off x="4130130" y="2411189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41498"/>
                <a:satOff val="-29716"/>
                <a:lumOff val="-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1498"/>
                <a:satOff val="-29716"/>
                <a:lumOff val="-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1498"/>
                <a:satOff val="-29716"/>
                <a:lumOff val="-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4180935" y="2447478"/>
        <a:ext cx="261284" cy="254026"/>
      </dsp:txXfrm>
    </dsp:sp>
    <dsp:sp modelId="{4CF08702-8238-4F88-A270-54EBE356F70F}">
      <dsp:nvSpPr>
        <dsp:cNvPr id="0" name=""/>
        <dsp:cNvSpPr/>
      </dsp:nvSpPr>
      <dsp:spPr>
        <a:xfrm>
          <a:off x="2917537" y="2905754"/>
          <a:ext cx="1937325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5330"/>
                <a:satOff val="-39621"/>
                <a:lumOff val="-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330"/>
                <a:satOff val="-39621"/>
                <a:lumOff val="-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330"/>
                <a:satOff val="-39621"/>
                <a:lumOff val="-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/>
            <a:t>Calc</a:t>
          </a:r>
          <a:r>
            <a:rPr lang="en-US" sz="1800" kern="1200" dirty="0" smtClean="0"/>
            <a:t> the </a:t>
          </a:r>
          <a:r>
            <a:rPr lang="en-US" sz="1800" kern="1200" dirty="0" err="1" smtClean="0"/>
            <a:t>Leargest</a:t>
          </a:r>
          <a:r>
            <a:rPr lang="en-US" sz="1800" kern="1200" dirty="0" smtClean="0"/>
            <a:t> Skin Area</a:t>
          </a:r>
          <a:endParaRPr lang="en-US" sz="1800" kern="1200" dirty="0"/>
        </a:p>
      </dsp:txBody>
      <dsp:txXfrm>
        <a:off x="2945880" y="2934097"/>
        <a:ext cx="1880639" cy="911031"/>
      </dsp:txXfrm>
    </dsp:sp>
    <dsp:sp modelId="{5BD1D62C-4449-443B-B0DA-4D2E44234D60}">
      <dsp:nvSpPr>
        <dsp:cNvPr id="0" name=""/>
        <dsp:cNvSpPr/>
      </dsp:nvSpPr>
      <dsp:spPr>
        <a:xfrm rot="5400000">
          <a:off x="3704752" y="3897665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3755557" y="3933954"/>
        <a:ext cx="261284" cy="254026"/>
      </dsp:txXfrm>
    </dsp:sp>
    <dsp:sp modelId="{38BD61E9-00DE-451F-A68E-109F808EFE2E}">
      <dsp:nvSpPr>
        <dsp:cNvPr id="0" name=""/>
        <dsp:cNvSpPr/>
      </dsp:nvSpPr>
      <dsp:spPr>
        <a:xfrm>
          <a:off x="2917537" y="4357330"/>
          <a:ext cx="1937325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Match </a:t>
          </a:r>
          <a:r>
            <a:rPr lang="en-US" sz="1800" kern="1200" dirty="0" err="1" smtClean="0"/>
            <a:t>Histgrams</a:t>
          </a:r>
          <a:endParaRPr lang="en-US" sz="1800" kern="1200" dirty="0"/>
        </a:p>
      </dsp:txBody>
      <dsp:txXfrm>
        <a:off x="2945880" y="4385673"/>
        <a:ext cx="1880639" cy="911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63BF1-CAF5-4DC7-8DF5-B9E9D707A096}">
      <dsp:nvSpPr>
        <dsp:cNvPr id="0" name=""/>
        <dsp:cNvSpPr/>
      </dsp:nvSpPr>
      <dsp:spPr>
        <a:xfrm>
          <a:off x="1649334" y="2601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Histgram</a:t>
          </a:r>
          <a:endParaRPr lang="en-US" sz="2000" kern="1200" dirty="0"/>
        </a:p>
      </dsp:txBody>
      <dsp:txXfrm>
        <a:off x="1677677" y="30944"/>
        <a:ext cx="1685205" cy="911031"/>
      </dsp:txXfrm>
    </dsp:sp>
    <dsp:sp modelId="{9FDC8256-2CD3-4AB4-B6DB-341E35525E56}">
      <dsp:nvSpPr>
        <dsp:cNvPr id="0" name=""/>
        <dsp:cNvSpPr/>
      </dsp:nvSpPr>
      <dsp:spPr>
        <a:xfrm rot="5400000">
          <a:off x="2338832" y="994512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2389637" y="1030801"/>
        <a:ext cx="261284" cy="254026"/>
      </dsp:txXfrm>
    </dsp:sp>
    <dsp:sp modelId="{32F29FEC-AE4A-4041-ABE0-29B8972BE49D}">
      <dsp:nvSpPr>
        <dsp:cNvPr id="0" name=""/>
        <dsp:cNvSpPr/>
      </dsp:nvSpPr>
      <dsp:spPr>
        <a:xfrm>
          <a:off x="1649334" y="1454177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7665"/>
                <a:satOff val="-19810"/>
                <a:lumOff val="-1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7665"/>
                <a:satOff val="-19810"/>
                <a:lumOff val="-1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7665"/>
                <a:satOff val="-19810"/>
                <a:lumOff val="-1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Labeling</a:t>
          </a:r>
          <a:endParaRPr lang="en-US" sz="2000" kern="1200" dirty="0"/>
        </a:p>
      </dsp:txBody>
      <dsp:txXfrm>
        <a:off x="1677677" y="1482520"/>
        <a:ext cx="1685205" cy="911031"/>
      </dsp:txXfrm>
    </dsp:sp>
    <dsp:sp modelId="{0D99B7D1-5E32-4CCB-B493-5B8891546827}">
      <dsp:nvSpPr>
        <dsp:cNvPr id="0" name=""/>
        <dsp:cNvSpPr/>
      </dsp:nvSpPr>
      <dsp:spPr>
        <a:xfrm rot="5400000">
          <a:off x="2338832" y="2446088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41498"/>
                <a:satOff val="-29716"/>
                <a:lumOff val="-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1498"/>
                <a:satOff val="-29716"/>
                <a:lumOff val="-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1498"/>
                <a:satOff val="-29716"/>
                <a:lumOff val="-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2389637" y="2482377"/>
        <a:ext cx="261284" cy="254026"/>
      </dsp:txXfrm>
    </dsp:sp>
    <dsp:sp modelId="{4CF08702-8238-4F88-A270-54EBE356F70F}">
      <dsp:nvSpPr>
        <dsp:cNvPr id="0" name=""/>
        <dsp:cNvSpPr/>
      </dsp:nvSpPr>
      <dsp:spPr>
        <a:xfrm>
          <a:off x="1649334" y="2905754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5330"/>
                <a:satOff val="-39621"/>
                <a:lumOff val="-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330"/>
                <a:satOff val="-39621"/>
                <a:lumOff val="-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330"/>
                <a:satOff val="-39621"/>
                <a:lumOff val="-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Convex Hull</a:t>
          </a:r>
          <a:endParaRPr lang="en-US" sz="2000" kern="1200" dirty="0"/>
        </a:p>
      </dsp:txBody>
      <dsp:txXfrm>
        <a:off x="1677677" y="2934097"/>
        <a:ext cx="1685205" cy="911031"/>
      </dsp:txXfrm>
    </dsp:sp>
    <dsp:sp modelId="{5BD1D62C-4449-443B-B0DA-4D2E44234D60}">
      <dsp:nvSpPr>
        <dsp:cNvPr id="0" name=""/>
        <dsp:cNvSpPr/>
      </dsp:nvSpPr>
      <dsp:spPr>
        <a:xfrm rot="5400000">
          <a:off x="2338832" y="3897665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2389637" y="3933954"/>
        <a:ext cx="261284" cy="254026"/>
      </dsp:txXfrm>
    </dsp:sp>
    <dsp:sp modelId="{38BD61E9-00DE-451F-A68E-109F808EFE2E}">
      <dsp:nvSpPr>
        <dsp:cNvPr id="0" name=""/>
        <dsp:cNvSpPr/>
      </dsp:nvSpPr>
      <dsp:spPr>
        <a:xfrm>
          <a:off x="1649334" y="4357330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Feature Point Distance</a:t>
          </a:r>
          <a:endParaRPr lang="en-US" sz="2000" kern="1200" dirty="0"/>
        </a:p>
      </dsp:txBody>
      <dsp:txXfrm>
        <a:off x="1677677" y="4385673"/>
        <a:ext cx="1685205" cy="9110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63BF1-CAF5-4DC7-8DF5-B9E9D707A096}">
      <dsp:nvSpPr>
        <dsp:cNvPr id="0" name=""/>
        <dsp:cNvSpPr/>
      </dsp:nvSpPr>
      <dsp:spPr>
        <a:xfrm>
          <a:off x="2948723" y="2601"/>
          <a:ext cx="1874952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/>
            <a:t>Calc</a:t>
          </a:r>
          <a:r>
            <a:rPr lang="en-US" sz="1800" kern="1200" dirty="0" smtClean="0"/>
            <a:t> </a:t>
          </a:r>
          <a:r>
            <a:rPr lang="en-US" sz="1800" kern="1200" dirty="0" err="1" smtClean="0"/>
            <a:t>Histgram</a:t>
          </a:r>
          <a:r>
            <a:rPr lang="en-US" sz="1800" kern="1200" dirty="0" smtClean="0"/>
            <a:t> of Skin Color</a:t>
          </a:r>
          <a:endParaRPr lang="en-US" sz="1800" kern="1200" dirty="0"/>
        </a:p>
      </dsp:txBody>
      <dsp:txXfrm>
        <a:off x="2977066" y="30944"/>
        <a:ext cx="1818266" cy="911031"/>
      </dsp:txXfrm>
    </dsp:sp>
    <dsp:sp modelId="{9FDC8256-2CD3-4AB4-B6DB-341E35525E56}">
      <dsp:nvSpPr>
        <dsp:cNvPr id="0" name=""/>
        <dsp:cNvSpPr/>
      </dsp:nvSpPr>
      <dsp:spPr>
        <a:xfrm rot="5400000">
          <a:off x="3704752" y="994512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3755557" y="1030801"/>
        <a:ext cx="261284" cy="254026"/>
      </dsp:txXfrm>
    </dsp:sp>
    <dsp:sp modelId="{32F29FEC-AE4A-4041-ABE0-29B8972BE49D}">
      <dsp:nvSpPr>
        <dsp:cNvPr id="0" name=""/>
        <dsp:cNvSpPr/>
      </dsp:nvSpPr>
      <dsp:spPr>
        <a:xfrm>
          <a:off x="2948723" y="1454177"/>
          <a:ext cx="1874952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7665"/>
                <a:satOff val="-19810"/>
                <a:lumOff val="-1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7665"/>
                <a:satOff val="-19810"/>
                <a:lumOff val="-1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7665"/>
                <a:satOff val="-19810"/>
                <a:lumOff val="-1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Detect Skin Area from </a:t>
          </a:r>
          <a:r>
            <a:rPr lang="en-US" sz="1800" kern="1200" dirty="0" err="1" smtClean="0"/>
            <a:t>CapImage</a:t>
          </a:r>
          <a:endParaRPr lang="en-US" sz="1800" kern="1200" dirty="0"/>
        </a:p>
      </dsp:txBody>
      <dsp:txXfrm>
        <a:off x="2977066" y="1482520"/>
        <a:ext cx="1818266" cy="911031"/>
      </dsp:txXfrm>
    </dsp:sp>
    <dsp:sp modelId="{0D99B7D1-5E32-4CCB-B493-5B8891546827}">
      <dsp:nvSpPr>
        <dsp:cNvPr id="0" name=""/>
        <dsp:cNvSpPr/>
      </dsp:nvSpPr>
      <dsp:spPr>
        <a:xfrm rot="5400000">
          <a:off x="4130130" y="2411189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41498"/>
                <a:satOff val="-29716"/>
                <a:lumOff val="-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1498"/>
                <a:satOff val="-29716"/>
                <a:lumOff val="-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1498"/>
                <a:satOff val="-29716"/>
                <a:lumOff val="-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4180935" y="2447478"/>
        <a:ext cx="261284" cy="254026"/>
      </dsp:txXfrm>
    </dsp:sp>
    <dsp:sp modelId="{4CF08702-8238-4F88-A270-54EBE356F70F}">
      <dsp:nvSpPr>
        <dsp:cNvPr id="0" name=""/>
        <dsp:cNvSpPr/>
      </dsp:nvSpPr>
      <dsp:spPr>
        <a:xfrm>
          <a:off x="2948723" y="2905754"/>
          <a:ext cx="1874952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5330"/>
                <a:satOff val="-39621"/>
                <a:lumOff val="-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330"/>
                <a:satOff val="-39621"/>
                <a:lumOff val="-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330"/>
                <a:satOff val="-39621"/>
                <a:lumOff val="-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/>
            <a:t>Calc</a:t>
          </a:r>
          <a:r>
            <a:rPr lang="en-US" sz="1800" kern="1200" dirty="0" smtClean="0"/>
            <a:t> the Largest Skin Area</a:t>
          </a:r>
          <a:endParaRPr lang="en-US" sz="1800" kern="1200" dirty="0"/>
        </a:p>
      </dsp:txBody>
      <dsp:txXfrm>
        <a:off x="2977066" y="2934097"/>
        <a:ext cx="1818266" cy="911031"/>
      </dsp:txXfrm>
    </dsp:sp>
    <dsp:sp modelId="{5BD1D62C-4449-443B-B0DA-4D2E44234D60}">
      <dsp:nvSpPr>
        <dsp:cNvPr id="0" name=""/>
        <dsp:cNvSpPr/>
      </dsp:nvSpPr>
      <dsp:spPr>
        <a:xfrm rot="5400000">
          <a:off x="3704752" y="3897665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3755557" y="3933954"/>
        <a:ext cx="261284" cy="254026"/>
      </dsp:txXfrm>
    </dsp:sp>
    <dsp:sp modelId="{38BD61E9-00DE-451F-A68E-109F808EFE2E}">
      <dsp:nvSpPr>
        <dsp:cNvPr id="0" name=""/>
        <dsp:cNvSpPr/>
      </dsp:nvSpPr>
      <dsp:spPr>
        <a:xfrm>
          <a:off x="2948723" y="4357330"/>
          <a:ext cx="1874952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Matching </a:t>
          </a:r>
          <a:r>
            <a:rPr lang="en-US" sz="1800" kern="1200" dirty="0" err="1" smtClean="0"/>
            <a:t>Histgrams</a:t>
          </a:r>
          <a:endParaRPr lang="en-US" sz="1800" kern="1200" dirty="0"/>
        </a:p>
      </dsp:txBody>
      <dsp:txXfrm>
        <a:off x="2977066" y="4385673"/>
        <a:ext cx="1818266" cy="9110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63BF1-CAF5-4DC7-8DF5-B9E9D707A096}">
      <dsp:nvSpPr>
        <dsp:cNvPr id="0" name=""/>
        <dsp:cNvSpPr/>
      </dsp:nvSpPr>
      <dsp:spPr>
        <a:xfrm>
          <a:off x="1649334" y="2601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Histgram</a:t>
          </a:r>
          <a:endParaRPr lang="en-US" sz="2000" kern="1200" dirty="0"/>
        </a:p>
      </dsp:txBody>
      <dsp:txXfrm>
        <a:off x="1677677" y="30944"/>
        <a:ext cx="1685205" cy="911031"/>
      </dsp:txXfrm>
    </dsp:sp>
    <dsp:sp modelId="{9FDC8256-2CD3-4AB4-B6DB-341E35525E56}">
      <dsp:nvSpPr>
        <dsp:cNvPr id="0" name=""/>
        <dsp:cNvSpPr/>
      </dsp:nvSpPr>
      <dsp:spPr>
        <a:xfrm rot="5400000">
          <a:off x="2338832" y="994512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2389637" y="1030801"/>
        <a:ext cx="261284" cy="254026"/>
      </dsp:txXfrm>
    </dsp:sp>
    <dsp:sp modelId="{32F29FEC-AE4A-4041-ABE0-29B8972BE49D}">
      <dsp:nvSpPr>
        <dsp:cNvPr id="0" name=""/>
        <dsp:cNvSpPr/>
      </dsp:nvSpPr>
      <dsp:spPr>
        <a:xfrm>
          <a:off x="1649334" y="1454177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7665"/>
                <a:satOff val="-19810"/>
                <a:lumOff val="-1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7665"/>
                <a:satOff val="-19810"/>
                <a:lumOff val="-1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7665"/>
                <a:satOff val="-19810"/>
                <a:lumOff val="-1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Convex Hull</a:t>
          </a:r>
          <a:endParaRPr lang="en-US" sz="2000" kern="1200" dirty="0"/>
        </a:p>
      </dsp:txBody>
      <dsp:txXfrm>
        <a:off x="1677677" y="1482520"/>
        <a:ext cx="1685205" cy="911031"/>
      </dsp:txXfrm>
    </dsp:sp>
    <dsp:sp modelId="{0D99B7D1-5E32-4CCB-B493-5B8891546827}">
      <dsp:nvSpPr>
        <dsp:cNvPr id="0" name=""/>
        <dsp:cNvSpPr/>
      </dsp:nvSpPr>
      <dsp:spPr>
        <a:xfrm rot="5400000">
          <a:off x="2338832" y="2446088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41498"/>
                <a:satOff val="-29716"/>
                <a:lumOff val="-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1498"/>
                <a:satOff val="-29716"/>
                <a:lumOff val="-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1498"/>
                <a:satOff val="-29716"/>
                <a:lumOff val="-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2389637" y="2482377"/>
        <a:ext cx="261284" cy="254026"/>
      </dsp:txXfrm>
    </dsp:sp>
    <dsp:sp modelId="{4CF08702-8238-4F88-A270-54EBE356F70F}">
      <dsp:nvSpPr>
        <dsp:cNvPr id="0" name=""/>
        <dsp:cNvSpPr/>
      </dsp:nvSpPr>
      <dsp:spPr>
        <a:xfrm>
          <a:off x="1649334" y="2905754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5330"/>
                <a:satOff val="-39621"/>
                <a:lumOff val="-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330"/>
                <a:satOff val="-39621"/>
                <a:lumOff val="-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330"/>
                <a:satOff val="-39621"/>
                <a:lumOff val="-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Labeling</a:t>
          </a:r>
          <a:endParaRPr lang="en-US" sz="2000" kern="1200" dirty="0"/>
        </a:p>
      </dsp:txBody>
      <dsp:txXfrm>
        <a:off x="1677677" y="2934097"/>
        <a:ext cx="1685205" cy="911031"/>
      </dsp:txXfrm>
    </dsp:sp>
    <dsp:sp modelId="{5BD1D62C-4449-443B-B0DA-4D2E44234D60}">
      <dsp:nvSpPr>
        <dsp:cNvPr id="0" name=""/>
        <dsp:cNvSpPr/>
      </dsp:nvSpPr>
      <dsp:spPr>
        <a:xfrm rot="5400000">
          <a:off x="2338832" y="3897665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2389637" y="3933954"/>
        <a:ext cx="261284" cy="254026"/>
      </dsp:txXfrm>
    </dsp:sp>
    <dsp:sp modelId="{38BD61E9-00DE-451F-A68E-109F808EFE2E}">
      <dsp:nvSpPr>
        <dsp:cNvPr id="0" name=""/>
        <dsp:cNvSpPr/>
      </dsp:nvSpPr>
      <dsp:spPr>
        <a:xfrm>
          <a:off x="1649334" y="4357330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Feature Point Distance</a:t>
          </a:r>
          <a:endParaRPr lang="en-US" sz="2000" kern="1200" dirty="0"/>
        </a:p>
      </dsp:txBody>
      <dsp:txXfrm>
        <a:off x="1677677" y="4385673"/>
        <a:ext cx="1685205" cy="911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09F16D-A5D2-4AEA-B0EF-699BC8DB205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9414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D71AB-1AB1-49AC-B815-075566572DC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3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 noProof="0" smtClean="0"/>
              <a:t>Click to edit Master title style</a:t>
            </a:r>
            <a:endParaRPr lang="ja-JP" altLang="en-US" noProof="0" smtClean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en-US" altLang="ja-JP" noProof="0" smtClean="0"/>
              <a:t>Click to edit Master subtitle style</a:t>
            </a:r>
            <a:endParaRPr lang="ja-JP" altLang="en-US" noProof="0" smtClean="0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E96569D1-15AB-4E5A-B692-F1A00763D9D9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9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76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5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91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1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58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7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2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anose="020B0600070205080204" pitchFamily="50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A7930ED-31C0-4461-B235-95703576676C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F11F904-56FD-4A1A-A7FA-EEA3E1D1CC6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8167688" cy="1143000"/>
          </a:xfrm>
        </p:spPr>
        <p:txBody>
          <a:bodyPr/>
          <a:lstStyle/>
          <a:p>
            <a:r>
              <a:rPr lang="en-US" dirty="0" smtClean="0"/>
              <a:t>How to Make</a:t>
            </a:r>
            <a:r>
              <a:rPr lang="ja-JP" altLang="en-US" dirty="0" smtClean="0"/>
              <a:t> </a:t>
            </a:r>
            <a:r>
              <a:rPr lang="en-US" altLang="ja-JP" dirty="0" smtClean="0"/>
              <a:t>Hand Detector</a:t>
            </a:r>
            <a:endParaRPr 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Noritsuna</a:t>
            </a:r>
            <a:r>
              <a:rPr lang="en-US" dirty="0" smtClean="0"/>
              <a:t> Imamura</a:t>
            </a:r>
          </a:p>
          <a:p>
            <a:r>
              <a:rPr lang="en-US" dirty="0" smtClean="0"/>
              <a:t>noritsuna@siprop.org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Preparing</a:t>
            </a:r>
          </a:p>
          <a:p>
            <a:pPr lvl="1"/>
            <a:r>
              <a:rPr lang="en-US" dirty="0" smtClean="0"/>
              <a:t>Benchmark</a:t>
            </a:r>
          </a:p>
          <a:p>
            <a:pPr lvl="1"/>
            <a:r>
              <a:rPr lang="en-US" dirty="0" smtClean="0"/>
              <a:t>How to Load Files on </a:t>
            </a:r>
            <a:r>
              <a:rPr lang="en-US" dirty="0" err="1" smtClean="0"/>
              <a:t>NativeActivity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How to Make Hand Detector</a:t>
            </a:r>
          </a:p>
          <a:p>
            <a:pPr lvl="1"/>
            <a:r>
              <a:rPr lang="en-US" dirty="0" smtClean="0"/>
              <a:t>Calculate </a:t>
            </a:r>
            <a:r>
              <a:rPr lang="en-US" dirty="0" err="1"/>
              <a:t>Histgram</a:t>
            </a:r>
            <a:r>
              <a:rPr lang="en-US" dirty="0"/>
              <a:t> of Skin Color</a:t>
            </a:r>
          </a:p>
          <a:p>
            <a:pPr lvl="1"/>
            <a:r>
              <a:rPr lang="en-US" dirty="0"/>
              <a:t>Detect Skin Area from </a:t>
            </a:r>
            <a:r>
              <a:rPr lang="en-US" dirty="0" err="1"/>
              <a:t>CapImage</a:t>
            </a:r>
            <a:endParaRPr lang="en-US" dirty="0"/>
          </a:p>
          <a:p>
            <a:pPr lvl="1"/>
            <a:r>
              <a:rPr lang="en-US" dirty="0" smtClean="0"/>
              <a:t>Calculate </a:t>
            </a:r>
            <a:r>
              <a:rPr lang="en-US" dirty="0"/>
              <a:t>the </a:t>
            </a:r>
            <a:r>
              <a:rPr lang="en-US" dirty="0" smtClean="0"/>
              <a:t>Largest </a:t>
            </a:r>
            <a:r>
              <a:rPr lang="en-US" dirty="0"/>
              <a:t>Skin Area</a:t>
            </a:r>
          </a:p>
          <a:p>
            <a:pPr lvl="1"/>
            <a:r>
              <a:rPr lang="en-US" dirty="0" smtClean="0"/>
              <a:t>Matching </a:t>
            </a:r>
            <a:r>
              <a:rPr lang="en-US" dirty="0" err="1"/>
              <a:t>Histgrams</a:t>
            </a:r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5602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 Detector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268760"/>
            <a:ext cx="2996803" cy="5327650"/>
          </a:xfrm>
        </p:spPr>
      </p:pic>
    </p:spTree>
    <p:extLst>
      <p:ext uri="{BB962C8B-B14F-4D97-AF65-F5344CB8AC3E}">
        <p14:creationId xmlns:p14="http://schemas.microsoft.com/office/powerpoint/2010/main" val="422471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Chart of Hand Detector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540154"/>
              </p:ext>
            </p:extLst>
          </p:nvPr>
        </p:nvGraphicFramePr>
        <p:xfrm>
          <a:off x="838200" y="1125538"/>
          <a:ext cx="7772400" cy="532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2358930"/>
              </p:ext>
            </p:extLst>
          </p:nvPr>
        </p:nvGraphicFramePr>
        <p:xfrm>
          <a:off x="4572000" y="1124744"/>
          <a:ext cx="5040560" cy="532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4709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43 3.7037E-6 L -0.24914 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3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Mat vs </a:t>
            </a:r>
            <a:r>
              <a:rPr lang="en-US" altLang="ja-JP" sz="3600" dirty="0" err="1" smtClean="0"/>
              <a:t>IplImage</a:t>
            </a:r>
            <a:endParaRPr lang="en-US" altLang="ja-JP" sz="3600" dirty="0" smtClean="0"/>
          </a:p>
          <a:p>
            <a:pPr lvl="4" algn="ctr"/>
            <a:r>
              <a:rPr lang="en-US" altLang="ja-JP" sz="2600" dirty="0" smtClean="0"/>
              <a:t>Benchmark</a:t>
            </a:r>
          </a:p>
        </p:txBody>
      </p:sp>
    </p:spTree>
    <p:extLst>
      <p:ext uri="{BB962C8B-B14F-4D97-AF65-F5344CB8AC3E}">
        <p14:creationId xmlns:p14="http://schemas.microsoft.com/office/powerpoint/2010/main" val="225353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Mat &amp; </a:t>
            </a:r>
            <a:r>
              <a:rPr lang="en-US" dirty="0" err="1" smtClean="0"/>
              <a:t>IplImage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v::Mat</a:t>
            </a:r>
          </a:p>
          <a:p>
            <a:pPr lvl="1"/>
            <a:r>
              <a:rPr lang="en-US" dirty="0" smtClean="0"/>
              <a:t>Version 2.x </a:t>
            </a:r>
            <a:r>
              <a:rPr lang="en-US" dirty="0"/>
              <a:t>and Upper </a:t>
            </a:r>
            <a:endParaRPr lang="en-US" dirty="0" smtClean="0"/>
          </a:p>
          <a:p>
            <a:pPr lvl="1"/>
            <a:r>
              <a:rPr lang="en-US" dirty="0" smtClean="0"/>
              <a:t>Written by C++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Advantage</a:t>
            </a:r>
            <a:endParaRPr lang="en-US" dirty="0"/>
          </a:p>
          <a:p>
            <a:pPr lvl="2"/>
            <a:r>
              <a:rPr lang="en-US" altLang="ja-JP" dirty="0" smtClean="0"/>
              <a:t>Easy to Use</a:t>
            </a:r>
          </a:p>
          <a:p>
            <a:pPr lvl="2"/>
            <a:r>
              <a:rPr lang="en-US" altLang="ja-JP" dirty="0" smtClean="0"/>
              <a:t>Faster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IplImage</a:t>
            </a:r>
            <a:endParaRPr lang="en-US" dirty="0"/>
          </a:p>
          <a:p>
            <a:pPr lvl="1"/>
            <a:r>
              <a:rPr lang="en-US" dirty="0"/>
              <a:t>Version </a:t>
            </a:r>
            <a:r>
              <a:rPr lang="en-US" dirty="0" smtClean="0"/>
              <a:t>1.x and Upper</a:t>
            </a:r>
          </a:p>
          <a:p>
            <a:pPr lvl="1"/>
            <a:r>
              <a:rPr lang="en-US" dirty="0" smtClean="0"/>
              <a:t>Written by C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Advantage</a:t>
            </a:r>
            <a:endParaRPr lang="en-US" dirty="0"/>
          </a:p>
          <a:p>
            <a:pPr lvl="2"/>
            <a:r>
              <a:rPr lang="en-US" dirty="0" smtClean="0"/>
              <a:t>Many Documents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7" name="正方形/長方形 3"/>
          <p:cNvSpPr/>
          <p:nvPr/>
        </p:nvSpPr>
        <p:spPr>
          <a:xfrm>
            <a:off x="4139952" y="4032448"/>
            <a:ext cx="5021986" cy="28529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IplImage</a:t>
            </a:r>
            <a:r>
              <a:rPr lang="en-US" altLang="ja-JP" sz="1600" dirty="0">
                <a:solidFill>
                  <a:schemeClr val="bg1"/>
                </a:solidFill>
              </a:rPr>
              <a:t>* 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for(</a:t>
            </a:r>
            <a:r>
              <a:rPr lang="en-US" altLang="ja-JP" sz="1600" dirty="0" err="1">
                <a:solidFill>
                  <a:schemeClr val="bg1"/>
                </a:solidFill>
              </a:rPr>
              <a:t>int</a:t>
            </a:r>
            <a:r>
              <a:rPr lang="en-US" altLang="ja-JP" sz="1600" dirty="0">
                <a:solidFill>
                  <a:schemeClr val="bg1"/>
                </a:solidFill>
              </a:rPr>
              <a:t> h = 0; h &lt; </a:t>
            </a:r>
            <a:r>
              <a:rPr lang="en-US" altLang="ja-JP" sz="1600" dirty="0" err="1">
                <a:solidFill>
                  <a:srgbClr val="FF0000"/>
                </a:solidFill>
              </a:rPr>
              <a:t>img</a:t>
            </a:r>
            <a:r>
              <a:rPr lang="en-US" altLang="ja-JP" sz="1600" dirty="0">
                <a:solidFill>
                  <a:srgbClr val="FF0000"/>
                </a:solidFill>
              </a:rPr>
              <a:t>-&gt;height</a:t>
            </a:r>
            <a:r>
              <a:rPr lang="en-US" altLang="ja-JP" sz="1600" dirty="0">
                <a:solidFill>
                  <a:schemeClr val="bg1"/>
                </a:solidFill>
              </a:rPr>
              <a:t>; h++)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for(</a:t>
            </a:r>
            <a:r>
              <a:rPr lang="en-US" altLang="ja-JP" sz="1600" dirty="0" err="1">
                <a:solidFill>
                  <a:schemeClr val="bg1"/>
                </a:solidFill>
              </a:rPr>
              <a:t>int</a:t>
            </a:r>
            <a:r>
              <a:rPr lang="en-US" altLang="ja-JP" sz="1600" dirty="0">
                <a:solidFill>
                  <a:schemeClr val="bg1"/>
                </a:solidFill>
              </a:rPr>
              <a:t> w = 0; w &lt; </a:t>
            </a:r>
            <a:r>
              <a:rPr lang="en-US" altLang="ja-JP" sz="1600" dirty="0" err="1">
                <a:solidFill>
                  <a:srgbClr val="FF0000"/>
                </a:solidFill>
              </a:rPr>
              <a:t>img</a:t>
            </a:r>
            <a:r>
              <a:rPr lang="en-US" altLang="ja-JP" sz="1600" dirty="0">
                <a:solidFill>
                  <a:srgbClr val="FF0000"/>
                </a:solidFill>
              </a:rPr>
              <a:t>-&gt;width</a:t>
            </a:r>
            <a:r>
              <a:rPr lang="en-US" altLang="ja-JP" sz="1600" dirty="0">
                <a:solidFill>
                  <a:schemeClr val="bg1"/>
                </a:solidFill>
              </a:rPr>
              <a:t>; w++){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imageData</a:t>
            </a:r>
            <a:r>
              <a:rPr lang="en-US" altLang="ja-JP" sz="1600" dirty="0">
                <a:solidFill>
                  <a:schemeClr val="bg1"/>
                </a:solidFill>
              </a:rPr>
              <a:t>[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rgbClr val="FF0000"/>
                </a:solidFill>
              </a:rPr>
              <a:t>widthStep</a:t>
            </a:r>
            <a:r>
              <a:rPr lang="en-US" altLang="ja-JP" sz="1600" dirty="0">
                <a:solidFill>
                  <a:srgbClr val="FF0000"/>
                </a:solidFill>
              </a:rPr>
              <a:t> </a:t>
            </a:r>
            <a:r>
              <a:rPr lang="en-US" altLang="ja-JP" sz="1600" dirty="0">
                <a:solidFill>
                  <a:schemeClr val="bg1"/>
                </a:solidFill>
              </a:rPr>
              <a:t>* h + w * 3 + </a:t>
            </a:r>
            <a:r>
              <a:rPr lang="en-US" altLang="ja-JP" sz="1600" dirty="0">
                <a:solidFill>
                  <a:srgbClr val="FF0000"/>
                </a:solidFill>
              </a:rPr>
              <a:t>0</a:t>
            </a:r>
            <a:r>
              <a:rPr lang="en-US" altLang="ja-JP" sz="1600" dirty="0">
                <a:solidFill>
                  <a:schemeClr val="bg1"/>
                </a:solidFill>
              </a:rPr>
              <a:t>]=0;//B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imageData</a:t>
            </a:r>
            <a:r>
              <a:rPr lang="en-US" altLang="ja-JP" sz="1600" dirty="0">
                <a:solidFill>
                  <a:schemeClr val="bg1"/>
                </a:solidFill>
              </a:rPr>
              <a:t>[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rgbClr val="FF0000"/>
                </a:solidFill>
              </a:rPr>
              <a:t>widthStep</a:t>
            </a:r>
            <a:r>
              <a:rPr lang="en-US" altLang="ja-JP" sz="1600" dirty="0">
                <a:solidFill>
                  <a:srgbClr val="FF0000"/>
                </a:solidFill>
              </a:rPr>
              <a:t> </a:t>
            </a:r>
            <a:r>
              <a:rPr lang="en-US" altLang="ja-JP" sz="1600" dirty="0">
                <a:solidFill>
                  <a:schemeClr val="bg1"/>
                </a:solidFill>
              </a:rPr>
              <a:t>* h + w * 3 + </a:t>
            </a:r>
            <a:r>
              <a:rPr lang="en-US" altLang="ja-JP" sz="1600" dirty="0">
                <a:solidFill>
                  <a:srgbClr val="FF0000"/>
                </a:solidFill>
              </a:rPr>
              <a:t>1</a:t>
            </a:r>
            <a:r>
              <a:rPr lang="en-US" altLang="ja-JP" sz="1600" dirty="0">
                <a:solidFill>
                  <a:schemeClr val="bg1"/>
                </a:solidFill>
              </a:rPr>
              <a:t>]=0;//G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imageData</a:t>
            </a:r>
            <a:r>
              <a:rPr lang="en-US" altLang="ja-JP" sz="1600" dirty="0">
                <a:solidFill>
                  <a:schemeClr val="bg1"/>
                </a:solidFill>
              </a:rPr>
              <a:t>[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rgbClr val="FF0000"/>
                </a:solidFill>
              </a:rPr>
              <a:t>widthStep</a:t>
            </a:r>
            <a:r>
              <a:rPr lang="en-US" altLang="ja-JP" sz="1600" dirty="0">
                <a:solidFill>
                  <a:srgbClr val="FF0000"/>
                </a:solidFill>
              </a:rPr>
              <a:t> </a:t>
            </a:r>
            <a:r>
              <a:rPr lang="en-US" altLang="ja-JP" sz="1600" dirty="0">
                <a:solidFill>
                  <a:schemeClr val="bg1"/>
                </a:solidFill>
              </a:rPr>
              <a:t>* h + w * 3 + </a:t>
            </a:r>
            <a:r>
              <a:rPr lang="en-US" altLang="ja-JP" sz="1600" dirty="0">
                <a:solidFill>
                  <a:srgbClr val="FF0000"/>
                </a:solidFill>
              </a:rPr>
              <a:t>2</a:t>
            </a:r>
            <a:r>
              <a:rPr lang="en-US" altLang="ja-JP" sz="1600" dirty="0">
                <a:solidFill>
                  <a:schemeClr val="bg1"/>
                </a:solidFill>
              </a:rPr>
              <a:t>]=0;//R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正方形/長方形 3"/>
          <p:cNvSpPr/>
          <p:nvPr/>
        </p:nvSpPr>
        <p:spPr>
          <a:xfrm>
            <a:off x="-468560" y="4248472"/>
            <a:ext cx="4896544" cy="26369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cv::Mat_&lt;cv::</a:t>
            </a:r>
            <a:r>
              <a:rPr lang="en-US" altLang="ja-JP" sz="1600" dirty="0">
                <a:solidFill>
                  <a:srgbClr val="FF0000"/>
                </a:solidFill>
              </a:rPr>
              <a:t>Vec3b</a:t>
            </a:r>
            <a:r>
              <a:rPr lang="en-US" altLang="ja-JP" sz="1600" dirty="0">
                <a:solidFill>
                  <a:schemeClr val="bg1"/>
                </a:solidFill>
              </a:rPr>
              <a:t>&gt; 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for (</a:t>
            </a:r>
            <a:r>
              <a:rPr lang="en-US" altLang="ja-JP" sz="1600" dirty="0" err="1">
                <a:solidFill>
                  <a:schemeClr val="bg1"/>
                </a:solidFill>
              </a:rPr>
              <a:t>int</a:t>
            </a:r>
            <a:r>
              <a:rPr lang="en-US" altLang="ja-JP" sz="1600" dirty="0">
                <a:solidFill>
                  <a:schemeClr val="bg1"/>
                </a:solidFill>
              </a:rPr>
              <a:t> r = 0; r &lt; </a:t>
            </a:r>
            <a:r>
              <a:rPr lang="en-US" altLang="ja-JP" sz="1600" dirty="0" err="1">
                <a:solidFill>
                  <a:srgbClr val="FF0000"/>
                </a:solidFill>
              </a:rPr>
              <a:t>img.rows</a:t>
            </a:r>
            <a:r>
              <a:rPr lang="en-US" altLang="ja-JP" sz="1600" dirty="0">
                <a:solidFill>
                  <a:schemeClr val="bg1"/>
                </a:solidFill>
              </a:rPr>
              <a:t>; r++ 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for(</a:t>
            </a:r>
            <a:r>
              <a:rPr lang="en-US" altLang="ja-JP" sz="1600" dirty="0" err="1">
                <a:solidFill>
                  <a:schemeClr val="bg1"/>
                </a:solidFill>
              </a:rPr>
              <a:t>int</a:t>
            </a:r>
            <a:r>
              <a:rPr lang="en-US" altLang="ja-JP" sz="1600" dirty="0">
                <a:solidFill>
                  <a:schemeClr val="bg1"/>
                </a:solidFill>
              </a:rPr>
              <a:t> c = 0; c &lt; </a:t>
            </a:r>
            <a:r>
              <a:rPr lang="en-US" altLang="ja-JP" sz="1600" dirty="0" err="1">
                <a:solidFill>
                  <a:srgbClr val="FF0000"/>
                </a:solidFill>
              </a:rPr>
              <a:t>img.cols</a:t>
            </a:r>
            <a:r>
              <a:rPr lang="en-US" altLang="ja-JP" sz="1600" dirty="0">
                <a:solidFill>
                  <a:schemeClr val="bg1"/>
                </a:solidFill>
              </a:rPr>
              <a:t>; </a:t>
            </a:r>
            <a:r>
              <a:rPr lang="en-US" altLang="ja-JP" sz="1600" dirty="0" err="1">
                <a:solidFill>
                  <a:schemeClr val="bg1"/>
                </a:solidFill>
              </a:rPr>
              <a:t>c++</a:t>
            </a:r>
            <a:r>
              <a:rPr lang="en-US" altLang="ja-JP" sz="1600" dirty="0">
                <a:solidFill>
                  <a:schemeClr val="bg1"/>
                </a:solidFill>
              </a:rPr>
              <a:t> 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cv::Vec3b &amp;v = img.at&lt;cv::Vec3b&gt;(</a:t>
            </a:r>
            <a:r>
              <a:rPr lang="en-US" altLang="ja-JP" sz="1600" dirty="0" err="1">
                <a:solidFill>
                  <a:srgbClr val="FF0000"/>
                </a:solidFill>
              </a:rPr>
              <a:t>r,c</a:t>
            </a:r>
            <a:r>
              <a:rPr lang="en-US" altLang="ja-JP" sz="1600" dirty="0">
                <a:solidFill>
                  <a:schemeClr val="bg1"/>
                </a:solidFill>
              </a:rPr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v[0] = 0</a:t>
            </a:r>
            <a:r>
              <a:rPr lang="en-US" altLang="ja-JP" sz="1600" dirty="0" smtClean="0">
                <a:solidFill>
                  <a:schemeClr val="bg1"/>
                </a:solidFill>
              </a:rPr>
              <a:t>;//</a:t>
            </a:r>
            <a:r>
              <a:rPr lang="en-US" altLang="ja-JP" sz="1600" dirty="0">
                <a:solidFill>
                  <a:schemeClr val="bg1"/>
                </a:solidFill>
              </a:rPr>
              <a:t>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v[1] = </a:t>
            </a:r>
            <a:r>
              <a:rPr lang="en-US" altLang="ja-JP" sz="1600" dirty="0" smtClean="0">
                <a:solidFill>
                  <a:schemeClr val="bg1"/>
                </a:solidFill>
              </a:rPr>
              <a:t>0;//</a:t>
            </a:r>
            <a:r>
              <a:rPr lang="en-US" altLang="ja-JP" sz="1600" dirty="0">
                <a:solidFill>
                  <a:schemeClr val="bg1"/>
                </a:solidFill>
              </a:rPr>
              <a:t>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v[2] = </a:t>
            </a:r>
            <a:r>
              <a:rPr lang="en-US" altLang="ja-JP" sz="1600" dirty="0" smtClean="0">
                <a:solidFill>
                  <a:schemeClr val="bg1"/>
                </a:solidFill>
              </a:rPr>
              <a:t>0;//</a:t>
            </a:r>
            <a:r>
              <a:rPr lang="en-US" altLang="ja-JP" sz="1600" dirty="0">
                <a:solidFill>
                  <a:schemeClr val="bg1"/>
                </a:solidFill>
              </a:rPr>
              <a:t>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186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Benchmark on Android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Gray Scale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60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Load File on </a:t>
            </a:r>
            <a:r>
              <a:rPr lang="en-US" altLang="ja-JP" sz="3600" dirty="0" err="1" smtClean="0"/>
              <a:t>NativeActivity</a:t>
            </a:r>
            <a:endParaRPr lang="en-US" altLang="ja-JP" sz="3600" dirty="0" smtClean="0"/>
          </a:p>
        </p:txBody>
      </p:sp>
    </p:spTree>
    <p:extLst>
      <p:ext uri="{BB962C8B-B14F-4D97-AF65-F5344CB8AC3E}">
        <p14:creationId xmlns:p14="http://schemas.microsoft.com/office/powerpoint/2010/main" val="170478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AssetManager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“assets” </a:t>
            </a:r>
            <a:r>
              <a:rPr lang="en-US" altLang="ja-JP" dirty="0" err="1" smtClean="0"/>
              <a:t>dir</a:t>
            </a:r>
            <a:r>
              <a:rPr lang="en-US" altLang="ja-JP" dirty="0" smtClean="0"/>
              <a:t> is your resource file </a:t>
            </a:r>
            <a:r>
              <a:rPr lang="en-US" altLang="ja-JP" dirty="0" err="1" smtClean="0"/>
              <a:t>dir</a:t>
            </a:r>
            <a:r>
              <a:rPr lang="en-US" altLang="ja-JP" dirty="0" smtClean="0"/>
              <a:t> on Android</a:t>
            </a:r>
          </a:p>
          <a:p>
            <a:pPr lvl="1"/>
            <a:r>
              <a:rPr lang="en-US" altLang="ja-JP" dirty="0"/>
              <a:t>“res”(resource</a:t>
            </a:r>
            <a:r>
              <a:rPr lang="en-US" altLang="ja-JP" dirty="0" smtClean="0"/>
              <a:t>) </a:t>
            </a:r>
            <a:r>
              <a:rPr lang="en-US" altLang="ja-JP" dirty="0" err="1" smtClean="0"/>
              <a:t>dir</a:t>
            </a:r>
            <a:r>
              <a:rPr lang="en-US" altLang="ja-JP" dirty="0" smtClean="0"/>
              <a:t> is also same. But the file that is there is made “Resource ID” by R file.</a:t>
            </a:r>
          </a:p>
          <a:p>
            <a:pPr lvl="2"/>
            <a:r>
              <a:rPr lang="en-US" dirty="0" smtClean="0"/>
              <a:t>Ex. I18n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How to Use</a:t>
            </a:r>
          </a:p>
          <a:p>
            <a:pPr lvl="1"/>
            <a:r>
              <a:rPr lang="en-US" dirty="0" smtClean="0"/>
              <a:t>NDK with Java</a:t>
            </a:r>
          </a:p>
          <a:p>
            <a:pPr lvl="2"/>
            <a:r>
              <a:rPr lang="en-US" dirty="0" err="1" smtClean="0"/>
              <a:t>AAssetManager</a:t>
            </a:r>
            <a:r>
              <a:rPr lang="ja-JP" altLang="en-US" dirty="0"/>
              <a:t> </a:t>
            </a:r>
            <a:r>
              <a:rPr lang="en-US" altLang="ja-JP" dirty="0" smtClean="0"/>
              <a:t>Class (C++)</a:t>
            </a:r>
          </a:p>
          <a:p>
            <a:pPr lvl="2"/>
            <a:endParaRPr lang="en-US" altLang="ja-JP" dirty="0" smtClean="0"/>
          </a:p>
          <a:p>
            <a:pPr lvl="1"/>
            <a:r>
              <a:rPr lang="en-US" dirty="0" err="1" smtClean="0"/>
              <a:t>NativeActivity</a:t>
            </a:r>
            <a:endParaRPr lang="en-US" dirty="0" smtClean="0"/>
          </a:p>
          <a:p>
            <a:pPr lvl="2"/>
            <a:r>
              <a:rPr lang="en-US" dirty="0" smtClean="0"/>
              <a:t>No Way……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88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libassetmanager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assetmanager.h</a:t>
            </a:r>
            <a:endParaRPr lang="en-US" b="1" dirty="0" smtClean="0"/>
          </a:p>
          <a:p>
            <a:pPr lvl="1"/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 smtClean="0"/>
              <a:t>setupAsset</a:t>
            </a:r>
            <a:r>
              <a:rPr lang="en-US" b="1" dirty="0" smtClean="0"/>
              <a:t>(</a:t>
            </a:r>
            <a:r>
              <a:rPr lang="en-US" b="1" dirty="0" err="1" smtClean="0"/>
              <a:t>const</a:t>
            </a:r>
            <a:r>
              <a:rPr lang="en-US" b="1" dirty="0" smtClean="0"/>
              <a:t> </a:t>
            </a:r>
            <a:r>
              <a:rPr lang="en-US" b="1" dirty="0"/>
              <a:t>char *</a:t>
            </a:r>
            <a:r>
              <a:rPr lang="en-US" b="1" dirty="0" err="1"/>
              <a:t>package_name</a:t>
            </a:r>
            <a:r>
              <a:rPr lang="en-US" b="1" dirty="0" smtClean="0"/>
              <a:t>);</a:t>
            </a:r>
          </a:p>
          <a:p>
            <a:pPr lvl="2"/>
            <a:r>
              <a:rPr lang="en-US" dirty="0" smtClean="0"/>
              <a:t>Copy </a:t>
            </a:r>
            <a:r>
              <a:rPr lang="en-US" dirty="0"/>
              <a:t>"assets" directory from APK file to under "/data/data/[Package Name]" directory</a:t>
            </a:r>
            <a:r>
              <a:rPr lang="en-US" dirty="0" smtClean="0"/>
              <a:t>.</a:t>
            </a:r>
          </a:p>
          <a:p>
            <a:pPr lvl="1"/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 smtClean="0"/>
              <a:t>loadAseetFile</a:t>
            </a:r>
            <a:r>
              <a:rPr lang="en-US" b="1" dirty="0" smtClean="0"/>
              <a:t>(</a:t>
            </a:r>
            <a:r>
              <a:rPr lang="en-US" b="1" dirty="0" err="1" smtClean="0"/>
              <a:t>const</a:t>
            </a:r>
            <a:r>
              <a:rPr lang="en-US" b="1" dirty="0" smtClean="0"/>
              <a:t> </a:t>
            </a:r>
            <a:r>
              <a:rPr lang="en-US" b="1" dirty="0"/>
              <a:t>char *</a:t>
            </a:r>
            <a:r>
              <a:rPr lang="en-US" b="1" dirty="0" err="1"/>
              <a:t>package_name</a:t>
            </a:r>
            <a:r>
              <a:rPr lang="en-US" b="1" dirty="0"/>
              <a:t>, </a:t>
            </a:r>
            <a:r>
              <a:rPr lang="en-US" b="1" dirty="0" err="1"/>
              <a:t>const</a:t>
            </a:r>
            <a:r>
              <a:rPr lang="en-US" b="1" dirty="0"/>
              <a:t> char *</a:t>
            </a:r>
            <a:r>
              <a:rPr lang="en-US" b="1" dirty="0" err="1"/>
              <a:t>load_file_name</a:t>
            </a:r>
            <a:r>
              <a:rPr lang="en-US" b="1" dirty="0"/>
              <a:t>);</a:t>
            </a:r>
          </a:p>
          <a:p>
            <a:pPr lvl="2"/>
            <a:r>
              <a:rPr lang="en-US" dirty="0"/>
              <a:t>Copy File of "</a:t>
            </a:r>
            <a:r>
              <a:rPr lang="en-US" dirty="0" err="1"/>
              <a:t>load_file_name</a:t>
            </a:r>
            <a:r>
              <a:rPr lang="en-US" dirty="0"/>
              <a:t>" from APK file to under "/data/data/[Package Name]/assets" directory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4536504"/>
            <a:ext cx="6984776" cy="20608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 smtClean="0">
                <a:solidFill>
                  <a:srgbClr val="FF0000"/>
                </a:solidFill>
              </a:rPr>
              <a:t>createAssetFile</a:t>
            </a:r>
            <a:r>
              <a:rPr lang="en-US" altLang="ja-JP" sz="2000" dirty="0">
                <a:solidFill>
                  <a:schemeClr val="bg1"/>
                </a:solidFill>
              </a:rPr>
              <a:t>("assets/images/skincolorsample.jpg");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>
                <a:solidFill>
                  <a:schemeClr val="bg1"/>
                </a:solidFill>
              </a:rPr>
              <a:t>sprintf</a:t>
            </a:r>
            <a:r>
              <a:rPr lang="en-US" altLang="ja-JP" sz="2000" dirty="0">
                <a:solidFill>
                  <a:schemeClr val="bg1"/>
                </a:solidFill>
              </a:rPr>
              <a:t>(</a:t>
            </a:r>
            <a:r>
              <a:rPr lang="en-US" altLang="ja-JP" sz="2000" dirty="0" err="1">
                <a:solidFill>
                  <a:schemeClr val="bg1"/>
                </a:solidFill>
              </a:rPr>
              <a:t>file_path</a:t>
            </a:r>
            <a:r>
              <a:rPr lang="en-US" altLang="ja-JP" sz="2000" dirty="0">
                <a:solidFill>
                  <a:schemeClr val="bg1"/>
                </a:solidFill>
              </a:rPr>
              <a:t>, "%s/%s/%s", DATA_PATH, PACKAGE_NAME, "assets/images/skincolorsample.jpg");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>
                <a:solidFill>
                  <a:schemeClr val="bg1"/>
                </a:solidFill>
              </a:rPr>
              <a:t>skin_color_sample</a:t>
            </a:r>
            <a:r>
              <a:rPr lang="en-US" altLang="ja-JP" sz="2000" dirty="0">
                <a:solidFill>
                  <a:schemeClr val="bg1"/>
                </a:solidFill>
              </a:rPr>
              <a:t> = </a:t>
            </a:r>
            <a:r>
              <a:rPr lang="en-US" altLang="ja-JP" sz="2000" dirty="0" err="1">
                <a:solidFill>
                  <a:schemeClr val="bg1"/>
                </a:solidFill>
              </a:rPr>
              <a:t>cvLoadImage</a:t>
            </a:r>
            <a:r>
              <a:rPr lang="en-US" altLang="ja-JP" sz="2000" dirty="0">
                <a:solidFill>
                  <a:schemeClr val="bg1"/>
                </a:solidFill>
              </a:rPr>
              <a:t>(</a:t>
            </a:r>
            <a:r>
              <a:rPr lang="en-US" altLang="ja-JP" sz="2000" dirty="0" err="1">
                <a:solidFill>
                  <a:schemeClr val="bg1"/>
                </a:solidFill>
              </a:rPr>
              <a:t>file_path</a:t>
            </a:r>
            <a:r>
              <a:rPr lang="en-US" altLang="ja-JP" sz="2000" dirty="0">
                <a:solidFill>
                  <a:schemeClr val="bg1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555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How to Make Hand Detector</a:t>
            </a:r>
          </a:p>
          <a:p>
            <a:pPr marL="0" indent="0" algn="ctr">
              <a:buNone/>
            </a:pPr>
            <a:r>
              <a:rPr lang="en-US" altLang="ja-JP" sz="3600" dirty="0" smtClean="0"/>
              <a:t>                                  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3979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 Detector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268760"/>
            <a:ext cx="2996803" cy="5327650"/>
          </a:xfrm>
        </p:spPr>
      </p:pic>
    </p:spTree>
    <p:extLst>
      <p:ext uri="{BB962C8B-B14F-4D97-AF65-F5344CB8AC3E}">
        <p14:creationId xmlns:p14="http://schemas.microsoft.com/office/powerpoint/2010/main" val="43202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Chart of Hand Detector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497774"/>
              </p:ext>
            </p:extLst>
          </p:nvPr>
        </p:nvGraphicFramePr>
        <p:xfrm>
          <a:off x="838200" y="1125538"/>
          <a:ext cx="7772400" cy="532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2014461"/>
              </p:ext>
            </p:extLst>
          </p:nvPr>
        </p:nvGraphicFramePr>
        <p:xfrm>
          <a:off x="4572000" y="1124744"/>
          <a:ext cx="5040560" cy="532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5576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43 3.7037E-6 L -0.24914 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3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sz="3600" smtClean="0"/>
              <a:t>Calculate </a:t>
            </a:r>
            <a:r>
              <a:rPr lang="en-US" sz="3600" dirty="0" err="1"/>
              <a:t>Histgram</a:t>
            </a:r>
            <a:r>
              <a:rPr lang="en-US" sz="3600" dirty="0"/>
              <a:t> of Skin Color</a:t>
            </a:r>
            <a:endParaRPr lang="en-US" altLang="ja-JP" sz="3600" dirty="0" smtClean="0"/>
          </a:p>
          <a:p>
            <a:pPr marL="0" indent="0" algn="ctr">
              <a:buNone/>
            </a:pPr>
            <a:r>
              <a:rPr lang="en-US" altLang="ja-JP" sz="3600" dirty="0" smtClean="0"/>
              <a:t>                                  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4929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</a:t>
            </a:r>
            <a:r>
              <a:rPr lang="en-US" dirty="0" err="1" smtClean="0"/>
              <a:t>Histgram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Frequency </a:t>
            </a:r>
            <a:r>
              <a:rPr lang="en-US" dirty="0" smtClean="0"/>
              <a:t>Distribution Chart.</a:t>
            </a:r>
          </a:p>
          <a:p>
            <a:endParaRPr lang="en-US" dirty="0"/>
          </a:p>
          <a:p>
            <a:r>
              <a:rPr lang="en-US" dirty="0" smtClean="0"/>
              <a:t>Why Use it?</a:t>
            </a:r>
          </a:p>
          <a:p>
            <a:pPr lvl="1"/>
            <a:r>
              <a:rPr lang="en-US" dirty="0" smtClean="0"/>
              <a:t>For Checking Skin Color.</a:t>
            </a:r>
          </a:p>
          <a:p>
            <a:pPr lvl="2"/>
            <a:r>
              <a:rPr lang="en-US" dirty="0" smtClean="0"/>
              <a:t>Each people’s Skin Color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is </a:t>
            </a:r>
            <a:r>
              <a:rPr lang="en-US" dirty="0" smtClean="0">
                <a:solidFill>
                  <a:srgbClr val="FF0000"/>
                </a:solidFill>
              </a:rPr>
              <a:t>NOT</a:t>
            </a:r>
            <a:r>
              <a:rPr lang="en-US" dirty="0" smtClean="0"/>
              <a:t> same.</a:t>
            </a:r>
            <a:endParaRPr lang="en-US" dirty="0"/>
          </a:p>
          <a:p>
            <a:pPr lvl="2"/>
            <a:r>
              <a:rPr lang="en-US" dirty="0" smtClean="0"/>
              <a:t>One of Leveling </a:t>
            </a:r>
            <a:r>
              <a:rPr lang="en-US" altLang="ja-JP" dirty="0" smtClean="0"/>
              <a:t>algorithm</a:t>
            </a:r>
            <a:r>
              <a:rPr lang="en-US" dirty="0" smtClean="0"/>
              <a:t>.</a:t>
            </a:r>
          </a:p>
          <a:p>
            <a:pPr lvl="2"/>
            <a:endParaRPr lang="en-US" dirty="0" smtClean="0"/>
          </a:p>
          <a:p>
            <a:pPr lvl="3"/>
            <a:r>
              <a:rPr lang="en-US" dirty="0"/>
              <a:t> 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185" y="3140968"/>
            <a:ext cx="4292327" cy="36351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4365104"/>
            <a:ext cx="1368152" cy="77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2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 RGB to HSV</a:t>
            </a:r>
          </a:p>
          <a:p>
            <a:pPr lvl="1"/>
            <a:r>
              <a:rPr lang="en-US" dirty="0" smtClean="0"/>
              <a:t>RGB color is changed by Light Color.</a:t>
            </a:r>
          </a:p>
          <a:p>
            <a:pPr lvl="2"/>
            <a:r>
              <a:rPr lang="en-US" dirty="0"/>
              <a:t>Hue</a:t>
            </a:r>
          </a:p>
          <a:p>
            <a:pPr lvl="2"/>
            <a:r>
              <a:rPr lang="en-US" dirty="0" smtClean="0"/>
              <a:t>Saturation/Chroma</a:t>
            </a:r>
            <a:endParaRPr lang="en-US" dirty="0"/>
          </a:p>
          <a:p>
            <a:pPr lvl="2"/>
            <a:r>
              <a:rPr lang="en-US" dirty="0" smtClean="0"/>
              <a:t>Value/Lightness/Brightness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3689500"/>
            <a:ext cx="6801633" cy="27636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>
                <a:solidFill>
                  <a:schemeClr val="bg1"/>
                </a:solidFill>
              </a:rPr>
              <a:t>cvCvtColor</a:t>
            </a:r>
            <a:r>
              <a:rPr lang="en-US" altLang="ja-JP" sz="2000" dirty="0">
                <a:solidFill>
                  <a:schemeClr val="bg1"/>
                </a:solidFill>
              </a:rPr>
              <a:t>( </a:t>
            </a:r>
            <a:r>
              <a:rPr lang="en-US" altLang="ja-JP" sz="2000" dirty="0" err="1">
                <a:solidFill>
                  <a:schemeClr val="bg1"/>
                </a:solidFill>
              </a:rPr>
              <a:t>src</a:t>
            </a:r>
            <a:r>
              <a:rPr lang="en-US" altLang="ja-JP" sz="2000" dirty="0">
                <a:solidFill>
                  <a:schemeClr val="bg1"/>
                </a:solidFill>
              </a:rPr>
              <a:t>, </a:t>
            </a:r>
            <a:r>
              <a:rPr lang="en-US" altLang="ja-JP" sz="2000" dirty="0" err="1">
                <a:solidFill>
                  <a:schemeClr val="bg1"/>
                </a:solidFill>
              </a:rPr>
              <a:t>hsv</a:t>
            </a:r>
            <a:r>
              <a:rPr lang="en-US" altLang="ja-JP" sz="2000" dirty="0">
                <a:solidFill>
                  <a:schemeClr val="bg1"/>
                </a:solidFill>
              </a:rPr>
              <a:t>, CV_BGR2HSV );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>
                <a:solidFill>
                  <a:schemeClr val="bg1"/>
                </a:solidFill>
              </a:rPr>
              <a:t>IplImage</a:t>
            </a:r>
            <a:r>
              <a:rPr lang="en-US" altLang="ja-JP" sz="2000" dirty="0">
                <a:solidFill>
                  <a:schemeClr val="bg1"/>
                </a:solidFill>
              </a:rPr>
              <a:t>* </a:t>
            </a:r>
            <a:r>
              <a:rPr lang="en-US" altLang="ja-JP" sz="2000" dirty="0" err="1">
                <a:solidFill>
                  <a:schemeClr val="bg1"/>
                </a:solidFill>
              </a:rPr>
              <a:t>h_plane</a:t>
            </a:r>
            <a:r>
              <a:rPr lang="en-US" altLang="ja-JP" sz="2000" dirty="0">
                <a:solidFill>
                  <a:schemeClr val="bg1"/>
                </a:solidFill>
              </a:rPr>
              <a:t>  = </a:t>
            </a:r>
            <a:r>
              <a:rPr lang="en-US" altLang="ja-JP" sz="2000" dirty="0" err="1">
                <a:solidFill>
                  <a:schemeClr val="bg1"/>
                </a:solidFill>
              </a:rPr>
              <a:t>cvCreateImage</a:t>
            </a:r>
            <a:r>
              <a:rPr lang="en-US" altLang="ja-JP" sz="2000" dirty="0">
                <a:solidFill>
                  <a:schemeClr val="bg1"/>
                </a:solidFill>
              </a:rPr>
              <a:t>( size, IPL_DEPTH_8U, 1 );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>
                <a:solidFill>
                  <a:schemeClr val="bg1"/>
                </a:solidFill>
              </a:rPr>
              <a:t>IplImage</a:t>
            </a:r>
            <a:r>
              <a:rPr lang="en-US" altLang="ja-JP" sz="2000" dirty="0">
                <a:solidFill>
                  <a:schemeClr val="bg1"/>
                </a:solidFill>
              </a:rPr>
              <a:t>* </a:t>
            </a:r>
            <a:r>
              <a:rPr lang="en-US" altLang="ja-JP" sz="2000" dirty="0" err="1">
                <a:solidFill>
                  <a:schemeClr val="bg1"/>
                </a:solidFill>
              </a:rPr>
              <a:t>s_plane</a:t>
            </a:r>
            <a:r>
              <a:rPr lang="en-US" altLang="ja-JP" sz="2000" dirty="0">
                <a:solidFill>
                  <a:schemeClr val="bg1"/>
                </a:solidFill>
              </a:rPr>
              <a:t>  = </a:t>
            </a:r>
            <a:r>
              <a:rPr lang="en-US" altLang="ja-JP" sz="2000" dirty="0" err="1">
                <a:solidFill>
                  <a:schemeClr val="bg1"/>
                </a:solidFill>
              </a:rPr>
              <a:t>cvCreateImage</a:t>
            </a:r>
            <a:r>
              <a:rPr lang="en-US" altLang="ja-JP" sz="2000" dirty="0">
                <a:solidFill>
                  <a:schemeClr val="bg1"/>
                </a:solidFill>
              </a:rPr>
              <a:t>( size, IPL_DEPTH_8U, 1 );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>
                <a:solidFill>
                  <a:schemeClr val="bg1"/>
                </a:solidFill>
              </a:rPr>
              <a:t>IplImage</a:t>
            </a:r>
            <a:r>
              <a:rPr lang="en-US" altLang="ja-JP" sz="2000" dirty="0">
                <a:solidFill>
                  <a:schemeClr val="bg1"/>
                </a:solidFill>
              </a:rPr>
              <a:t>* </a:t>
            </a:r>
            <a:r>
              <a:rPr lang="en-US" altLang="ja-JP" sz="2000" dirty="0" err="1">
                <a:solidFill>
                  <a:schemeClr val="bg1"/>
                </a:solidFill>
              </a:rPr>
              <a:t>v_plane</a:t>
            </a:r>
            <a:r>
              <a:rPr lang="en-US" altLang="ja-JP" sz="2000" dirty="0">
                <a:solidFill>
                  <a:schemeClr val="bg1"/>
                </a:solidFill>
              </a:rPr>
              <a:t>  = </a:t>
            </a:r>
            <a:r>
              <a:rPr lang="en-US" altLang="ja-JP" sz="2000" dirty="0" err="1">
                <a:solidFill>
                  <a:schemeClr val="bg1"/>
                </a:solidFill>
              </a:rPr>
              <a:t>cvCreateImage</a:t>
            </a:r>
            <a:r>
              <a:rPr lang="en-US" altLang="ja-JP" sz="2000" dirty="0">
                <a:solidFill>
                  <a:schemeClr val="bg1"/>
                </a:solidFill>
              </a:rPr>
              <a:t>( size, IPL_DEPTH_8U, 1 );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1125538"/>
            <a:ext cx="2032463" cy="203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25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cvCreateHist</a:t>
            </a:r>
            <a:r>
              <a:rPr lang="en-US" dirty="0" smtClean="0"/>
              <a:t>();</a:t>
            </a:r>
          </a:p>
          <a:p>
            <a:pPr lvl="1"/>
            <a:r>
              <a:rPr lang="en-US" dirty="0" err="1" smtClean="0"/>
              <a:t>Prameter</a:t>
            </a:r>
            <a:endParaRPr lang="en-US" dirty="0" smtClean="0"/>
          </a:p>
          <a:p>
            <a:pPr lvl="2"/>
            <a:r>
              <a:rPr lang="en-US" dirty="0" smtClean="0"/>
              <a:t>Dimension of </a:t>
            </a:r>
            <a:r>
              <a:rPr lang="en-US" dirty="0" err="1" smtClean="0"/>
              <a:t>Histgram</a:t>
            </a:r>
            <a:endParaRPr lang="en-US" dirty="0" smtClean="0"/>
          </a:p>
          <a:p>
            <a:pPr lvl="2"/>
            <a:r>
              <a:rPr lang="en-US" dirty="0" smtClean="0"/>
              <a:t>Size</a:t>
            </a:r>
          </a:p>
          <a:p>
            <a:pPr lvl="2"/>
            <a:r>
              <a:rPr lang="en-US" dirty="0" smtClean="0"/>
              <a:t>Type</a:t>
            </a:r>
          </a:p>
          <a:p>
            <a:pPr lvl="2"/>
            <a:r>
              <a:rPr lang="en-US" dirty="0" smtClean="0"/>
              <a:t>Range of limit</a:t>
            </a:r>
          </a:p>
          <a:p>
            <a:pPr lvl="2"/>
            <a:r>
              <a:rPr lang="en-US" dirty="0" smtClean="0"/>
              <a:t>Over limit Use or Not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4077072"/>
            <a:ext cx="6801633" cy="26641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IplImage</a:t>
            </a:r>
            <a:r>
              <a:rPr lang="en-US" sz="2000" dirty="0"/>
              <a:t>* planes[] = { </a:t>
            </a:r>
            <a:r>
              <a:rPr lang="en-US" sz="2000" dirty="0" err="1"/>
              <a:t>h_plane</a:t>
            </a:r>
            <a:r>
              <a:rPr lang="en-US" sz="2000" dirty="0"/>
              <a:t>, </a:t>
            </a:r>
            <a:r>
              <a:rPr lang="en-US" sz="2000" dirty="0" err="1"/>
              <a:t>s_plane</a:t>
            </a:r>
            <a:r>
              <a:rPr lang="en-US" sz="2000" dirty="0"/>
              <a:t> </a:t>
            </a:r>
            <a:r>
              <a:rPr lang="en-US" sz="2000" dirty="0" smtClean="0"/>
              <a:t>};</a:t>
            </a:r>
            <a:endParaRPr lang="en-US" altLang="ja-JP" sz="2000" dirty="0" smtClean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 smtClean="0">
                <a:solidFill>
                  <a:schemeClr val="bg1"/>
                </a:solidFill>
              </a:rPr>
              <a:t>*</a:t>
            </a:r>
            <a:r>
              <a:rPr lang="en-US" altLang="ja-JP" sz="2000" dirty="0" err="1">
                <a:solidFill>
                  <a:schemeClr val="bg1"/>
                </a:solidFill>
              </a:rPr>
              <a:t>hist</a:t>
            </a:r>
            <a:r>
              <a:rPr lang="en-US" altLang="ja-JP" sz="2000" dirty="0">
                <a:solidFill>
                  <a:schemeClr val="bg1"/>
                </a:solidFill>
              </a:rPr>
              <a:t> = </a:t>
            </a:r>
            <a:r>
              <a:rPr lang="en-US" altLang="ja-JP" sz="2000" dirty="0" err="1">
                <a:solidFill>
                  <a:schemeClr val="bg1"/>
                </a:solidFill>
              </a:rPr>
              <a:t>cvCreateHist</a:t>
            </a:r>
            <a:r>
              <a:rPr lang="en-US" altLang="ja-JP" sz="2000" dirty="0">
                <a:solidFill>
                  <a:schemeClr val="bg1"/>
                </a:solidFill>
              </a:rPr>
              <a:t>(2,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		</a:t>
            </a:r>
            <a:r>
              <a:rPr lang="en-US" altLang="ja-JP" sz="2000" dirty="0" err="1">
                <a:solidFill>
                  <a:schemeClr val="bg1"/>
                </a:solidFill>
              </a:rPr>
              <a:t>hist_size</a:t>
            </a:r>
            <a:r>
              <a:rPr lang="en-US" altLang="ja-JP" sz="2000" dirty="0">
                <a:solidFill>
                  <a:schemeClr val="bg1"/>
                </a:solidFill>
              </a:rPr>
              <a:t>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		CV_HIST_ARRAY,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		ranges,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chemeClr val="bg1"/>
                </a:solidFill>
              </a:rPr>
              <a:t>		1</a:t>
            </a:r>
            <a:r>
              <a:rPr lang="en-US" altLang="ja-JP" sz="2000" dirty="0" smtClean="0">
                <a:solidFill>
                  <a:schemeClr val="bg1"/>
                </a:solidFill>
              </a:rPr>
              <a:t>);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>
                <a:solidFill>
                  <a:schemeClr val="bg1"/>
                </a:solidFill>
              </a:rPr>
              <a:t>cvCalcHist</a:t>
            </a:r>
            <a:r>
              <a:rPr lang="en-US" altLang="ja-JP" sz="2000" dirty="0">
                <a:solidFill>
                  <a:schemeClr val="bg1"/>
                </a:solidFill>
              </a:rPr>
              <a:t>( planes, *</a:t>
            </a:r>
            <a:r>
              <a:rPr lang="en-US" altLang="ja-JP" sz="2000" dirty="0" err="1">
                <a:solidFill>
                  <a:schemeClr val="bg1"/>
                </a:solidFill>
              </a:rPr>
              <a:t>hist</a:t>
            </a:r>
            <a:r>
              <a:rPr lang="en-US" altLang="ja-JP" sz="2000" dirty="0">
                <a:solidFill>
                  <a:schemeClr val="bg1"/>
                </a:solidFill>
              </a:rPr>
              <a:t>, 0, 0 );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 err="1">
                <a:solidFill>
                  <a:schemeClr val="bg1"/>
                </a:solidFill>
              </a:rPr>
              <a:t>cvMinMaxLoc</a:t>
            </a:r>
            <a:r>
              <a:rPr lang="en-US" altLang="ja-JP" sz="2000" dirty="0">
                <a:solidFill>
                  <a:schemeClr val="bg1"/>
                </a:solidFill>
              </a:rPr>
              <a:t>(</a:t>
            </a:r>
            <a:r>
              <a:rPr lang="en-US" altLang="ja-JP" sz="2000" dirty="0" err="1">
                <a:solidFill>
                  <a:schemeClr val="bg1"/>
                </a:solidFill>
              </a:rPr>
              <a:t>v_plane</a:t>
            </a:r>
            <a:r>
              <a:rPr lang="en-US" altLang="ja-JP" sz="2000" dirty="0">
                <a:solidFill>
                  <a:schemeClr val="bg1"/>
                </a:solidFill>
              </a:rPr>
              <a:t>, </a:t>
            </a:r>
            <a:r>
              <a:rPr lang="en-US" altLang="ja-JP" sz="2000" dirty="0" err="1">
                <a:solidFill>
                  <a:schemeClr val="bg1"/>
                </a:solidFill>
              </a:rPr>
              <a:t>vmin</a:t>
            </a:r>
            <a:r>
              <a:rPr lang="en-US" altLang="ja-JP" sz="2000" dirty="0">
                <a:solidFill>
                  <a:schemeClr val="bg1"/>
                </a:solidFill>
              </a:rPr>
              <a:t>, </a:t>
            </a:r>
            <a:r>
              <a:rPr lang="en-US" altLang="ja-JP" sz="2000" dirty="0" err="1">
                <a:solidFill>
                  <a:schemeClr val="bg1"/>
                </a:solidFill>
              </a:rPr>
              <a:t>vmax</a:t>
            </a:r>
            <a:r>
              <a:rPr lang="en-US" altLang="ja-JP" sz="2000" dirty="0">
                <a:solidFill>
                  <a:schemeClr val="bg1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7461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sz="3600" dirty="0"/>
              <a:t>Detect </a:t>
            </a:r>
            <a:r>
              <a:rPr lang="en-US" sz="3600" dirty="0" smtClean="0"/>
              <a:t>Skin </a:t>
            </a:r>
            <a:r>
              <a:rPr lang="en-US" sz="3600" dirty="0"/>
              <a:t>Area from </a:t>
            </a:r>
            <a:r>
              <a:rPr lang="en-US" sz="3600" dirty="0" err="1"/>
              <a:t>CapImage</a:t>
            </a:r>
            <a:endParaRPr lang="en-US" altLang="ja-JP" sz="3600" dirty="0" smtClean="0"/>
          </a:p>
          <a:p>
            <a:pPr marL="0" indent="0" algn="ctr">
              <a:buNone/>
            </a:pPr>
            <a:r>
              <a:rPr lang="en-US" altLang="ja-JP" sz="3600" dirty="0" smtClean="0"/>
              <a:t>                                  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98463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251" y="4418730"/>
            <a:ext cx="1933947" cy="19625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Get Skin Area?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7982272" cy="5327650"/>
          </a:xfrm>
        </p:spPr>
        <p:txBody>
          <a:bodyPr/>
          <a:lstStyle/>
          <a:p>
            <a:r>
              <a:rPr lang="en-US" dirty="0" smtClean="0"/>
              <a:t>Use “Convex Hull” </a:t>
            </a:r>
            <a:r>
              <a:rPr lang="en-US" altLang="ja-JP" dirty="0" smtClean="0"/>
              <a:t>algorithm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Check Image From Left-Top.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</a:t>
            </a:r>
            <a:r>
              <a:rPr lang="en-US" dirty="0" smtClean="0"/>
              <a:t>ound Black Color Pixel is Start Point.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Search Black Pixel by </a:t>
            </a:r>
            <a:r>
              <a:rPr lang="en-US" altLang="ja-JP" dirty="0" smtClean="0"/>
              <a:t>Right Image.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Go </a:t>
            </a:r>
            <a:r>
              <a:rPr lang="en-US" dirty="0"/>
              <a:t>to Black Pixel </a:t>
            </a:r>
            <a:r>
              <a:rPr lang="en-US" dirty="0" smtClean="0"/>
              <a:t>that First Found, this is next point.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Do 2-4 again, if back to Start Point, get Convex Hull.</a:t>
            </a:r>
          </a:p>
          <a:p>
            <a:pPr marL="457200" lvl="1" indent="0">
              <a:buNone/>
            </a:pPr>
            <a:r>
              <a:rPr lang="en-US" altLang="ja-JP" dirty="0" smtClean="0"/>
              <a:t>                               ※Convert </a:t>
            </a:r>
            <a:r>
              <a:rPr lang="en-US" altLang="ja-JP" dirty="0"/>
              <a:t>to Black-White Image</a:t>
            </a:r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57" y="4437112"/>
            <a:ext cx="1933947" cy="19625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165" y="4437112"/>
            <a:ext cx="1933947" cy="19625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373" y="4437112"/>
            <a:ext cx="1933947" cy="19625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581" y="4437112"/>
            <a:ext cx="1933947" cy="19625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1026403"/>
            <a:ext cx="1898541" cy="189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</a:t>
            </a:r>
            <a:r>
              <a:rPr lang="en-US" altLang="ja-JP" dirty="0" smtClean="0"/>
              <a:t>1</a:t>
            </a:r>
            <a:r>
              <a:rPr lang="en-US" dirty="0" smtClean="0"/>
              <a:t>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Delete </a:t>
            </a:r>
            <a:r>
              <a:rPr lang="en-US" dirty="0"/>
              <a:t>V(Lightness/Brightness) Color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Calculate Back Project Image by Skin Color </a:t>
            </a:r>
            <a:r>
              <a:rPr lang="en-US" dirty="0" err="1" smtClean="0"/>
              <a:t>Histgram</a:t>
            </a:r>
            <a:r>
              <a:rPr lang="en-US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Threshold </a:t>
            </a:r>
            <a:r>
              <a:rPr lang="en-US" dirty="0"/>
              <a:t>by </a:t>
            </a:r>
            <a:r>
              <a:rPr lang="en-US" dirty="0" smtClean="0"/>
              <a:t>V(Lightness/Brightness</a:t>
            </a:r>
            <a:r>
              <a:rPr lang="en-US" dirty="0"/>
              <a:t>) </a:t>
            </a:r>
            <a:r>
              <a:rPr lang="en-US" dirty="0" smtClean="0"/>
              <a:t>Color.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And Operation between Mask and Back Project.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Threshold to Back Project. (</a:t>
            </a:r>
            <a:r>
              <a:rPr lang="en-US" dirty="0"/>
              <a:t>A</a:t>
            </a:r>
            <a:r>
              <a:rPr lang="en-US" altLang="ja-JP" dirty="0" smtClean="0"/>
              <a:t>djustment</a:t>
            </a:r>
            <a:r>
              <a:rPr lang="en-US" dirty="0" smtClean="0"/>
              <a:t>)</a:t>
            </a:r>
          </a:p>
          <a:p>
            <a:pPr lvl="1"/>
            <a:endParaRPr lang="en-US" dirty="0"/>
          </a:p>
        </p:txBody>
      </p:sp>
      <p:sp>
        <p:nvSpPr>
          <p:cNvPr id="6" name="正方形/長方形 3"/>
          <p:cNvSpPr/>
          <p:nvPr/>
        </p:nvSpPr>
        <p:spPr>
          <a:xfrm>
            <a:off x="1547664" y="3861048"/>
            <a:ext cx="6801633" cy="29536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cvCalcBackProject</a:t>
            </a:r>
            <a:r>
              <a:rPr lang="en-US" sz="2000" dirty="0"/>
              <a:t>(planes, </a:t>
            </a:r>
            <a:r>
              <a:rPr lang="en-US" sz="2000" dirty="0" err="1"/>
              <a:t>backProjectImage</a:t>
            </a:r>
            <a:r>
              <a:rPr lang="en-US" sz="2000" dirty="0"/>
              <a:t>, </a:t>
            </a:r>
            <a:r>
              <a:rPr lang="en-US" sz="2000" dirty="0" err="1"/>
              <a:t>hist</a:t>
            </a:r>
            <a:r>
              <a:rPr lang="en-US" sz="20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cvThreshold</a:t>
            </a:r>
            <a:r>
              <a:rPr lang="en-US" sz="2000" dirty="0"/>
              <a:t>(</a:t>
            </a:r>
            <a:r>
              <a:rPr lang="en-US" sz="2000" dirty="0" err="1"/>
              <a:t>v_plane</a:t>
            </a:r>
            <a:r>
              <a:rPr lang="en-US" sz="2000" dirty="0"/>
              <a:t>, </a:t>
            </a:r>
            <a:r>
              <a:rPr lang="en-US" sz="2000" dirty="0" err="1"/>
              <a:t>maskImage</a:t>
            </a:r>
            <a:r>
              <a:rPr lang="en-US" sz="2000" dirty="0"/>
              <a:t>, *</a:t>
            </a:r>
            <a:r>
              <a:rPr lang="en-US" sz="2000" dirty="0" err="1"/>
              <a:t>v_min</a:t>
            </a:r>
            <a:r>
              <a:rPr lang="en-US" sz="2000" dirty="0"/>
              <a:t>, *</a:t>
            </a:r>
            <a:r>
              <a:rPr lang="en-US" sz="2000" dirty="0" err="1"/>
              <a:t>v_max</a:t>
            </a:r>
            <a:r>
              <a:rPr lang="en-US" sz="2000" dirty="0"/>
              <a:t>, CV_THRESH_BINARY);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cvAnd</a:t>
            </a:r>
            <a:r>
              <a:rPr lang="en-US" sz="2000" dirty="0"/>
              <a:t>(</a:t>
            </a:r>
            <a:r>
              <a:rPr lang="en-US" sz="2000" dirty="0" err="1"/>
              <a:t>backProjectImage</a:t>
            </a:r>
            <a:r>
              <a:rPr lang="en-US" sz="2000" dirty="0"/>
              <a:t>, </a:t>
            </a:r>
            <a:r>
              <a:rPr lang="en-US" sz="2000" dirty="0" err="1"/>
              <a:t>maskImage</a:t>
            </a:r>
            <a:r>
              <a:rPr lang="en-US" sz="2000" dirty="0"/>
              <a:t>, </a:t>
            </a:r>
            <a:r>
              <a:rPr lang="en-US" sz="2000" dirty="0" err="1"/>
              <a:t>backProjectImage</a:t>
            </a:r>
            <a:r>
              <a:rPr lang="en-US" sz="2000" dirty="0" smtClean="0"/>
              <a:t>);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 smtClean="0"/>
              <a:t>cvThreshold</a:t>
            </a:r>
            <a:r>
              <a:rPr lang="en-US" sz="2000" dirty="0" smtClean="0"/>
              <a:t>(</a:t>
            </a:r>
            <a:r>
              <a:rPr lang="en-US" sz="2000" dirty="0" err="1" smtClean="0"/>
              <a:t>backProjectImage</a:t>
            </a:r>
            <a:r>
              <a:rPr lang="en-US" sz="2000" dirty="0"/>
              <a:t>, </a:t>
            </a:r>
            <a:r>
              <a:rPr lang="en-US" sz="2000" dirty="0" err="1"/>
              <a:t>dstImage</a:t>
            </a:r>
            <a:r>
              <a:rPr lang="en-US" sz="2000" dirty="0"/>
              <a:t>, 10</a:t>
            </a:r>
            <a:r>
              <a:rPr lang="en-US" sz="2000" dirty="0" smtClean="0"/>
              <a:t>, 255</a:t>
            </a:r>
            <a:r>
              <a:rPr lang="en-US" sz="2000" dirty="0"/>
              <a:t>, </a:t>
            </a:r>
            <a:r>
              <a:rPr lang="en-US" sz="2000" i="1" dirty="0"/>
              <a:t>CV_THRESH_BINARY</a:t>
            </a:r>
            <a:r>
              <a:rPr lang="en-US" sz="2000" i="1" dirty="0" smtClean="0"/>
              <a:t>);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97880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Noise</a:t>
            </a:r>
            <a:r>
              <a:rPr lang="ja-JP" altLang="en-US" dirty="0" smtClean="0"/>
              <a:t> </a:t>
            </a:r>
            <a:r>
              <a:rPr lang="en-US" altLang="ja-JP" dirty="0"/>
              <a:t>R</a:t>
            </a:r>
            <a:r>
              <a:rPr lang="en-US" altLang="ja-JP" dirty="0" smtClean="0"/>
              <a:t>eduction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Erode (</a:t>
            </a:r>
            <a:r>
              <a:rPr lang="en-US" altLang="ja-JP" dirty="0"/>
              <a:t>scale-down</a:t>
            </a:r>
            <a:r>
              <a:rPr lang="en-US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Dilate (</a:t>
            </a:r>
            <a:r>
              <a:rPr lang="en-US" altLang="ja-JP" dirty="0" smtClean="0"/>
              <a:t>scale-up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正方形/長方形 3"/>
          <p:cNvSpPr/>
          <p:nvPr/>
        </p:nvSpPr>
        <p:spPr>
          <a:xfrm>
            <a:off x="1547664" y="5053927"/>
            <a:ext cx="6801633" cy="15238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cvErode</a:t>
            </a:r>
            <a:r>
              <a:rPr lang="en-US" sz="2000" dirty="0"/>
              <a:t>(</a:t>
            </a:r>
            <a:r>
              <a:rPr lang="en-US" sz="2000" dirty="0" err="1"/>
              <a:t>dstImage</a:t>
            </a:r>
            <a:r>
              <a:rPr lang="en-US" sz="2000" dirty="0"/>
              <a:t>, </a:t>
            </a:r>
            <a:r>
              <a:rPr lang="en-US" sz="2000" dirty="0" err="1"/>
              <a:t>dstImage</a:t>
            </a:r>
            <a:r>
              <a:rPr lang="en-US" sz="2000" dirty="0"/>
              <a:t>, NULL, 1);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cvDilate</a:t>
            </a:r>
            <a:r>
              <a:rPr lang="en-US" sz="2000" dirty="0"/>
              <a:t>(</a:t>
            </a:r>
            <a:r>
              <a:rPr lang="en-US" sz="2000" dirty="0" err="1"/>
              <a:t>dstImage</a:t>
            </a:r>
            <a:r>
              <a:rPr lang="en-US" sz="2000" dirty="0"/>
              <a:t>, </a:t>
            </a:r>
            <a:r>
              <a:rPr lang="en-US" sz="2000" dirty="0" err="1"/>
              <a:t>dstImage</a:t>
            </a:r>
            <a:r>
              <a:rPr lang="en-US" sz="2000" dirty="0"/>
              <a:t>, NULL, 1);</a:t>
            </a:r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49" y="2707469"/>
            <a:ext cx="2873471" cy="2163788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 bwMode="auto">
          <a:xfrm>
            <a:off x="4408420" y="3356992"/>
            <a:ext cx="1080120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164582"/>
            <a:ext cx="1409700" cy="1104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9139" y="4201648"/>
            <a:ext cx="1140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1/4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9500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Convex Hull</a:t>
            </a:r>
            <a:endParaRPr lang="en-US" dirty="0"/>
          </a:p>
          <a:p>
            <a:pPr lvl="1"/>
            <a:r>
              <a:rPr lang="en-US" dirty="0" err="1" smtClean="0"/>
              <a:t>cvFindContours</a:t>
            </a:r>
            <a:r>
              <a:rPr lang="en-US" dirty="0" smtClean="0"/>
              <a:t>();</a:t>
            </a:r>
          </a:p>
          <a:p>
            <a:pPr lvl="2"/>
            <a:r>
              <a:rPr lang="en-US" dirty="0" smtClean="0"/>
              <a:t>Source Image</a:t>
            </a:r>
          </a:p>
          <a:p>
            <a:pPr lvl="2"/>
            <a:r>
              <a:rPr lang="en-US" dirty="0"/>
              <a:t>Convex </a:t>
            </a:r>
            <a:r>
              <a:rPr lang="en-US" dirty="0" smtClean="0"/>
              <a:t>that is </a:t>
            </a:r>
            <a:r>
              <a:rPr lang="en-US" dirty="0"/>
              <a:t>detected</a:t>
            </a:r>
            <a:endParaRPr lang="en-US" dirty="0" smtClean="0"/>
          </a:p>
          <a:p>
            <a:pPr lvl="2"/>
            <a:r>
              <a:rPr lang="en-US" dirty="0" smtClean="0"/>
              <a:t>First Convex Pointer that </a:t>
            </a:r>
            <a:r>
              <a:rPr lang="en-US" dirty="0"/>
              <a:t>detected</a:t>
            </a:r>
            <a:endParaRPr lang="en-US" dirty="0" smtClean="0"/>
          </a:p>
        </p:txBody>
      </p:sp>
      <p:sp>
        <p:nvSpPr>
          <p:cNvPr id="6" name="正方形/長方形 3"/>
          <p:cNvSpPr/>
          <p:nvPr/>
        </p:nvSpPr>
        <p:spPr>
          <a:xfrm>
            <a:off x="1475656" y="4437112"/>
            <a:ext cx="6801633" cy="15238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cvFindContours</a:t>
            </a:r>
            <a:r>
              <a:rPr lang="en-US" sz="2000" dirty="0"/>
              <a:t>(</a:t>
            </a:r>
            <a:r>
              <a:rPr lang="en-US" sz="2000" dirty="0" err="1"/>
              <a:t>dstImage</a:t>
            </a:r>
            <a:r>
              <a:rPr lang="en-US" sz="2000" dirty="0"/>
              <a:t>, storage, &amp;contours);</a:t>
            </a:r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25" y="1265212"/>
            <a:ext cx="2873471" cy="216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7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sz="3600" dirty="0" smtClean="0"/>
              <a:t>Calculate </a:t>
            </a:r>
            <a:r>
              <a:rPr lang="en-US" sz="3600" dirty="0"/>
              <a:t>the </a:t>
            </a:r>
            <a:r>
              <a:rPr lang="en-US" sz="3600" dirty="0" smtClean="0"/>
              <a:t>Largest </a:t>
            </a:r>
            <a:r>
              <a:rPr lang="en-US" sz="3600" dirty="0"/>
              <a:t>Skin Area</a:t>
            </a:r>
            <a:r>
              <a:rPr lang="en-US" altLang="ja-JP" sz="3600" dirty="0" smtClean="0"/>
              <a:t>                                  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3119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What’s Labeling?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Labeling</a:t>
            </a:r>
          </a:p>
          <a:p>
            <a:pPr lvl="1"/>
            <a:r>
              <a:rPr lang="en-US" dirty="0" smtClean="0"/>
              <a:t>Area Marking </a:t>
            </a:r>
            <a:r>
              <a:rPr lang="en-US" altLang="ja-JP" dirty="0" smtClean="0"/>
              <a:t>Algorithm.</a:t>
            </a:r>
          </a:p>
          <a:p>
            <a:pPr lvl="2"/>
            <a:r>
              <a:rPr lang="en-US" dirty="0" smtClean="0"/>
              <a:t>4-Connection</a:t>
            </a:r>
          </a:p>
          <a:p>
            <a:pPr lvl="2"/>
            <a:r>
              <a:rPr lang="en-US" dirty="0" smtClean="0"/>
              <a:t>8-Connection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838732"/>
            <a:ext cx="3536429" cy="35364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780928"/>
            <a:ext cx="3637012" cy="359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2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Labeling </a:t>
            </a:r>
            <a:r>
              <a:rPr lang="en-US" altLang="ja-JP" dirty="0" smtClean="0"/>
              <a:t>Algorithm 1/4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8126288" cy="532765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1, Scan Image by </a:t>
            </a:r>
            <a:r>
              <a:rPr lang="en-US" altLang="ja-JP" dirty="0" smtClean="0"/>
              <a:t>Raster</a:t>
            </a:r>
          </a:p>
          <a:p>
            <a:pPr marL="0" indent="0">
              <a:buNone/>
            </a:pPr>
            <a:r>
              <a:rPr lang="en-US" dirty="0" smtClean="0"/>
              <a:t>2, If you got a White Pixel,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1, Check Right Image Pixels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2, All “0”, Put the Latest Number + 1 in Pixel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41" y="3517901"/>
            <a:ext cx="4333875" cy="3152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013" y="908720"/>
            <a:ext cx="1514475" cy="160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5" y="3517901"/>
            <a:ext cx="433387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0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Labeling </a:t>
            </a:r>
            <a:r>
              <a:rPr lang="en-US" altLang="ja-JP" dirty="0" smtClean="0"/>
              <a:t>Algorithm 2/4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8126288" cy="5327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</a:t>
            </a:r>
            <a:r>
              <a:rPr lang="en-US" dirty="0" smtClean="0"/>
              <a:t>, </a:t>
            </a:r>
            <a:r>
              <a:rPr lang="en-US" dirty="0"/>
              <a:t>If you got a White Pixel, </a:t>
            </a:r>
          </a:p>
          <a:p>
            <a:pPr marL="0" indent="0">
              <a:buNone/>
            </a:pPr>
            <a:r>
              <a:rPr lang="en-US" dirty="0"/>
              <a:t>	1, Check Right Image </a:t>
            </a:r>
            <a:r>
              <a:rPr lang="en-US" dirty="0" smtClean="0"/>
              <a:t>Orange Pixels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2, </a:t>
            </a:r>
            <a:r>
              <a:rPr lang="en-US" dirty="0" smtClean="0"/>
              <a:t>Not “0</a:t>
            </a:r>
            <a:r>
              <a:rPr lang="en-US" dirty="0"/>
              <a:t>”,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The Lowest Orange Pixels Number in </a:t>
            </a:r>
            <a:r>
              <a:rPr lang="en-US" dirty="0"/>
              <a:t>Pixel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013" y="908050"/>
            <a:ext cx="1514475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75" y="3497535"/>
            <a:ext cx="4362450" cy="3171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497535"/>
            <a:ext cx="43434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62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Labeling </a:t>
            </a:r>
            <a:r>
              <a:rPr lang="en-US" altLang="ja-JP" dirty="0" smtClean="0"/>
              <a:t>Algorithm 3/4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1, If got 2 more Number in Orange </a:t>
            </a:r>
            <a:r>
              <a:rPr lang="en-US" dirty="0" err="1" smtClean="0"/>
              <a:t>Pixeles</a:t>
            </a:r>
            <a:r>
              <a:rPr lang="en-US" dirty="0"/>
              <a:t>,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1, Put The Lowest Number in Pixel,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Change Other Numbers’ “Look up table”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                        to The Lowest Number.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373" y="3501008"/>
            <a:ext cx="4333875" cy="31527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013" y="908050"/>
            <a:ext cx="15144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6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Labeling </a:t>
            </a:r>
            <a:r>
              <a:rPr lang="en-US" altLang="ja-JP" dirty="0" smtClean="0"/>
              <a:t>Algorithm 4/4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1, After finish, Check “Look up Table”.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1, If </a:t>
            </a:r>
            <a:r>
              <a:rPr lang="en-US" dirty="0" err="1" smtClean="0"/>
              <a:t>Dst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NOT</a:t>
            </a:r>
            <a:r>
              <a:rPr lang="en-US" dirty="0" smtClean="0"/>
              <a:t> Serial </a:t>
            </a:r>
            <a:r>
              <a:rPr lang="en-US" dirty="0"/>
              <a:t>N</a:t>
            </a:r>
            <a:r>
              <a:rPr lang="en-US" dirty="0" smtClean="0"/>
              <a:t>umber,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Change to Serial Number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2, </a:t>
            </a:r>
            <a:r>
              <a:rPr lang="en-US" dirty="0" err="1" smtClean="0"/>
              <a:t>Src</a:t>
            </a:r>
            <a:r>
              <a:rPr lang="en-US" dirty="0"/>
              <a:t> </a:t>
            </a:r>
            <a:r>
              <a:rPr lang="en-US" dirty="0" smtClean="0"/>
              <a:t>is changed </a:t>
            </a:r>
            <a:r>
              <a:rPr lang="en-US" dirty="0" err="1" smtClean="0"/>
              <a:t>Dst</a:t>
            </a:r>
            <a:r>
              <a:rPr lang="en-US" dirty="0" smtClean="0"/>
              <a:t> Number.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3440269"/>
            <a:ext cx="4324350" cy="31527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429000"/>
            <a:ext cx="43624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9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Area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cvContourArea</a:t>
            </a:r>
            <a:r>
              <a:rPr lang="en-US" altLang="ja-JP" dirty="0" smtClean="0"/>
              <a:t>();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547664" y="2781076"/>
            <a:ext cx="6801633" cy="26641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for (</a:t>
            </a:r>
            <a:r>
              <a:rPr lang="en-US" sz="2000" dirty="0" err="1"/>
              <a:t>CvSeq</a:t>
            </a:r>
            <a:r>
              <a:rPr lang="en-US" sz="2000" dirty="0"/>
              <a:t>* c= contours; c != NULL; c = c-&gt;</a:t>
            </a:r>
            <a:r>
              <a:rPr lang="en-US" sz="2000" dirty="0" err="1"/>
              <a:t>h_next</a:t>
            </a:r>
            <a:r>
              <a:rPr lang="en-US" sz="2000" dirty="0"/>
              <a:t>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double area = abs(</a:t>
            </a:r>
            <a:r>
              <a:rPr lang="en-US" sz="2000" dirty="0" err="1">
                <a:solidFill>
                  <a:srgbClr val="FF0000"/>
                </a:solidFill>
              </a:rPr>
              <a:t>cvContourArea</a:t>
            </a:r>
            <a:r>
              <a:rPr lang="en-US" sz="2000" dirty="0"/>
              <a:t>(c, CV_WHOLE_SEQ));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if (</a:t>
            </a:r>
            <a:r>
              <a:rPr lang="en-US" sz="2000" dirty="0" err="1"/>
              <a:t>maxArea</a:t>
            </a:r>
            <a:r>
              <a:rPr lang="en-US" sz="2000" dirty="0"/>
              <a:t> &lt; area)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	</a:t>
            </a:r>
            <a:r>
              <a:rPr lang="en-US" sz="2000" dirty="0" err="1"/>
              <a:t>maxArea</a:t>
            </a:r>
            <a:r>
              <a:rPr lang="en-US" sz="2000" dirty="0"/>
              <a:t> = area;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	</a:t>
            </a:r>
            <a:r>
              <a:rPr lang="en-US" sz="2000" dirty="0" err="1"/>
              <a:t>hand_ptr</a:t>
            </a:r>
            <a:r>
              <a:rPr lang="en-US" sz="2000" dirty="0"/>
              <a:t> = c;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592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sz="3600" dirty="0" smtClean="0"/>
              <a:t>Matching </a:t>
            </a:r>
            <a:r>
              <a:rPr lang="en-US" sz="3600" dirty="0" err="1" smtClean="0"/>
              <a:t>Histgrams</a:t>
            </a:r>
            <a:r>
              <a:rPr lang="en-US" altLang="ja-JP" sz="3600" dirty="0" smtClean="0"/>
              <a:t>                                  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9038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Matching </a:t>
            </a:r>
            <a:r>
              <a:rPr lang="en-US" dirty="0" err="1" smtClean="0"/>
              <a:t>Histgrams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Histgram</a:t>
            </a:r>
            <a:r>
              <a:rPr lang="en-US" dirty="0"/>
              <a:t> of Oriented </a:t>
            </a:r>
            <a:r>
              <a:rPr lang="en-US" dirty="0" smtClean="0"/>
              <a:t>Gradients (</a:t>
            </a:r>
            <a:r>
              <a:rPr lang="en-US" dirty="0" err="1" smtClean="0"/>
              <a:t>HoG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Split Some Area, And </a:t>
            </a:r>
            <a:r>
              <a:rPr lang="en-US" dirty="0" err="1" smtClean="0"/>
              <a:t>Calc</a:t>
            </a:r>
            <a:r>
              <a:rPr lang="en-US" dirty="0" smtClean="0"/>
              <a:t> </a:t>
            </a:r>
            <a:r>
              <a:rPr lang="en-US" dirty="0" err="1" smtClean="0"/>
              <a:t>Histgram</a:t>
            </a:r>
            <a:r>
              <a:rPr lang="en-US" dirty="0" smtClean="0"/>
              <a:t> of each Area.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449675"/>
            <a:ext cx="5760640" cy="382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1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Why Use </a:t>
            </a:r>
            <a:r>
              <a:rPr lang="en-US" dirty="0" err="1" smtClean="0"/>
              <a:t>HoG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Matching Hand Shape.</a:t>
            </a:r>
          </a:p>
          <a:p>
            <a:pPr lvl="1"/>
            <a:r>
              <a:rPr lang="en-US" dirty="0" smtClean="0"/>
              <a:t>Use Feature Point Distance with Each </a:t>
            </a:r>
            <a:r>
              <a:rPr lang="en-US" dirty="0" err="1" smtClean="0"/>
              <a:t>HoG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574057"/>
            <a:ext cx="2232248" cy="42244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91" y="2558725"/>
            <a:ext cx="2381259" cy="423334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821362"/>
              </p:ext>
            </p:extLst>
          </p:nvPr>
        </p:nvGraphicFramePr>
        <p:xfrm>
          <a:off x="1694490" y="2574056"/>
          <a:ext cx="2381260" cy="422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</a:tblGrid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148985"/>
              </p:ext>
            </p:extLst>
          </p:nvPr>
        </p:nvGraphicFramePr>
        <p:xfrm>
          <a:off x="4932040" y="2579701"/>
          <a:ext cx="2381260" cy="422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</a:tblGrid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52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Blip>
                <a:blip r:embed="rId2"/>
              </a:buBlip>
            </a:pPr>
            <a:r>
              <a:rPr lang="en-US" dirty="0" smtClean="0"/>
              <a:t>Calculate each Cell</a:t>
            </a:r>
            <a:r>
              <a:rPr lang="en-US" dirty="0"/>
              <a:t> (Block(3x3) with Edge Pixel(5x5</a:t>
            </a:r>
            <a:r>
              <a:rPr lang="en-US" dirty="0" smtClean="0"/>
              <a:t>)) </a:t>
            </a:r>
          </a:p>
          <a:p>
            <a:pPr lvl="1"/>
            <a:r>
              <a:rPr lang="en-US" dirty="0" smtClean="0"/>
              <a:t>luminance </a:t>
            </a:r>
            <a:r>
              <a:rPr lang="en-US" dirty="0"/>
              <a:t>gradient </a:t>
            </a:r>
            <a:r>
              <a:rPr lang="en-US" dirty="0" smtClean="0"/>
              <a:t>moment</a:t>
            </a:r>
          </a:p>
          <a:p>
            <a:pPr lvl="1"/>
            <a:r>
              <a:rPr lang="en-US" dirty="0" smtClean="0"/>
              <a:t>luminance </a:t>
            </a:r>
            <a:r>
              <a:rPr lang="en-US" dirty="0"/>
              <a:t>gradient </a:t>
            </a:r>
            <a:r>
              <a:rPr lang="en-US" dirty="0" smtClean="0"/>
              <a:t>degree=</a:t>
            </a:r>
            <a:r>
              <a:rPr lang="en-US" dirty="0" err="1" smtClean="0"/>
              <a:t>deg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259632" y="2420888"/>
            <a:ext cx="7488832" cy="43924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for(</a:t>
            </a:r>
            <a:r>
              <a:rPr lang="en-US" sz="1600" dirty="0" err="1"/>
              <a:t>int</a:t>
            </a:r>
            <a:r>
              <a:rPr lang="en-US" sz="1600" dirty="0"/>
              <a:t> y=0; y&lt;height; y++){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for(</a:t>
            </a:r>
            <a:r>
              <a:rPr lang="en-US" sz="1600" dirty="0" err="1"/>
              <a:t>int</a:t>
            </a:r>
            <a:r>
              <a:rPr lang="en-US" sz="1600" dirty="0"/>
              <a:t> x=0; x&lt;width; x++){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if(x==0 || y==0 || x==width-1 || y==height-1){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continue;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dx = 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imageData</a:t>
            </a:r>
            <a:r>
              <a:rPr lang="en-US" sz="1600" dirty="0"/>
              <a:t>[y*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widthStep</a:t>
            </a:r>
            <a:r>
              <a:rPr lang="en-US" sz="1600" dirty="0"/>
              <a:t>+(x+1)] - 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imageData</a:t>
            </a:r>
            <a:r>
              <a:rPr lang="en-US" sz="1600" dirty="0"/>
              <a:t>[y*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widthStep</a:t>
            </a:r>
            <a:r>
              <a:rPr lang="en-US" sz="1600" dirty="0"/>
              <a:t>+(x-1)];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</a:t>
            </a:r>
            <a:r>
              <a:rPr lang="en-US" sz="1600" dirty="0" err="1"/>
              <a:t>dy</a:t>
            </a:r>
            <a:r>
              <a:rPr lang="en-US" sz="1600" dirty="0"/>
              <a:t> = 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imageData</a:t>
            </a:r>
            <a:r>
              <a:rPr lang="en-US" sz="1600" dirty="0"/>
              <a:t>[(y+1)*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widthStep+x</a:t>
            </a:r>
            <a:r>
              <a:rPr lang="en-US" sz="1600" dirty="0"/>
              <a:t>] - 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imageData</a:t>
            </a:r>
            <a:r>
              <a:rPr lang="en-US" sz="1600" dirty="0"/>
              <a:t>[(y-1)*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widthStep+x</a:t>
            </a:r>
            <a:r>
              <a:rPr lang="en-US" sz="1600" dirty="0"/>
              <a:t>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m = </a:t>
            </a:r>
            <a:r>
              <a:rPr lang="en-US" sz="1600" dirty="0" err="1"/>
              <a:t>sqrt</a:t>
            </a:r>
            <a:r>
              <a:rPr lang="en-US" sz="1600" dirty="0"/>
              <a:t>(dx*</a:t>
            </a:r>
            <a:r>
              <a:rPr lang="en-US" sz="1600" dirty="0" err="1"/>
              <a:t>dx+dy</a:t>
            </a:r>
            <a:r>
              <a:rPr lang="en-US" sz="1600" dirty="0"/>
              <a:t>*</a:t>
            </a:r>
            <a:r>
              <a:rPr lang="en-US" sz="1600" dirty="0" err="1"/>
              <a:t>dy</a:t>
            </a:r>
            <a:r>
              <a:rPr lang="en-US" sz="16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</a:t>
            </a:r>
            <a:r>
              <a:rPr lang="en-US" sz="1600" dirty="0" err="1"/>
              <a:t>deg</a:t>
            </a:r>
            <a:r>
              <a:rPr lang="en-US" sz="1600" dirty="0"/>
              <a:t> = (atan2(</a:t>
            </a:r>
            <a:r>
              <a:rPr lang="en-US" sz="1600" dirty="0" err="1"/>
              <a:t>dy</a:t>
            </a:r>
            <a:r>
              <a:rPr lang="en-US" sz="1600" dirty="0"/>
              <a:t>, dx)+CV_PI) * 180.0 / CV_PI;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</a:t>
            </a:r>
            <a:r>
              <a:rPr lang="en-US" sz="1600" dirty="0" err="1"/>
              <a:t>int</a:t>
            </a:r>
            <a:r>
              <a:rPr lang="en-US" sz="1600" dirty="0"/>
              <a:t> bin = CELL_BIN * </a:t>
            </a:r>
            <a:r>
              <a:rPr lang="en-US" sz="1600" dirty="0" err="1"/>
              <a:t>deg</a:t>
            </a:r>
            <a:r>
              <a:rPr lang="en-US" sz="1600" dirty="0"/>
              <a:t>/360.0;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if(bin &lt; 0) bin=0;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if(bin &gt;= CELL_BIN) bin = CELL_BIN-1;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</a:t>
            </a:r>
            <a:r>
              <a:rPr lang="en-US" sz="1600" dirty="0" err="1"/>
              <a:t>hist</a:t>
            </a:r>
            <a:r>
              <a:rPr lang="en-US" sz="1600" dirty="0"/>
              <a:t>[(</a:t>
            </a:r>
            <a:r>
              <a:rPr lang="en-US" sz="1600" dirty="0" err="1"/>
              <a:t>int</a:t>
            </a:r>
            <a:r>
              <a:rPr lang="en-US" sz="1600" dirty="0"/>
              <a:t>)(x/CELL_X)][(</a:t>
            </a:r>
            <a:r>
              <a:rPr lang="en-US" sz="1600" dirty="0" err="1"/>
              <a:t>int</a:t>
            </a:r>
            <a:r>
              <a:rPr lang="en-US" sz="1600" dirty="0"/>
              <a:t>)(y/CELL_Y)][bin] += m;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615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Blip>
                <a:blip r:embed="rId2"/>
              </a:buBlip>
            </a:pPr>
            <a:r>
              <a:rPr lang="en-US" dirty="0"/>
              <a:t>Calculate Feature </a:t>
            </a:r>
            <a:r>
              <a:rPr lang="en-US" dirty="0" smtClean="0"/>
              <a:t>Vector of Each Block</a:t>
            </a:r>
          </a:p>
          <a:p>
            <a:pPr marL="742950" lvl="2" indent="-342900">
              <a:buBlip>
                <a:blip r:embed="rId2"/>
              </a:buBlip>
            </a:pPr>
            <a:r>
              <a:rPr lang="en-US" dirty="0" smtClean="0"/>
              <a:t>(Go to Next Page)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259632" y="2420888"/>
            <a:ext cx="7488832" cy="43924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for(</a:t>
            </a:r>
            <a:r>
              <a:rPr lang="en-US" sz="1600" dirty="0" err="1"/>
              <a:t>int</a:t>
            </a:r>
            <a:r>
              <a:rPr lang="en-US" sz="1600" dirty="0"/>
              <a:t> y=0; y&lt;BLOCK_HEIGHT; y++){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for(</a:t>
            </a:r>
            <a:r>
              <a:rPr lang="en-US" sz="1600" dirty="0" err="1"/>
              <a:t>int</a:t>
            </a:r>
            <a:r>
              <a:rPr lang="en-US" sz="1600" dirty="0"/>
              <a:t> x=0; x&lt;BLOCK_WIDTH; x++){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//Calculate Feature Vector in Block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</a:t>
            </a:r>
            <a:r>
              <a:rPr lang="en-US" sz="1600" dirty="0" err="1"/>
              <a:t>vec</a:t>
            </a:r>
            <a:r>
              <a:rPr lang="en-US" sz="1600" dirty="0"/>
              <a:t>[BLOCK_DIM];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</a:t>
            </a:r>
            <a:r>
              <a:rPr lang="en-US" sz="1600" dirty="0" err="1"/>
              <a:t>memset</a:t>
            </a:r>
            <a:r>
              <a:rPr lang="en-US" sz="1600" dirty="0"/>
              <a:t>(</a:t>
            </a:r>
            <a:r>
              <a:rPr lang="en-US" sz="1600" dirty="0" err="1"/>
              <a:t>vec</a:t>
            </a:r>
            <a:r>
              <a:rPr lang="en-US" sz="1600" dirty="0"/>
              <a:t>, 0, BLOCK_DIM*</a:t>
            </a:r>
            <a:r>
              <a:rPr lang="en-US" sz="1600" dirty="0" err="1"/>
              <a:t>sizeof</a:t>
            </a:r>
            <a:r>
              <a:rPr lang="en-US" sz="1600" dirty="0"/>
              <a:t>(double));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for(</a:t>
            </a:r>
            <a:r>
              <a:rPr lang="en-US" sz="1600" dirty="0" err="1"/>
              <a:t>int</a:t>
            </a:r>
            <a:r>
              <a:rPr lang="en-US" sz="1600" dirty="0"/>
              <a:t> j=0; j&lt;BLOCK_Y; j++){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for(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=0; </a:t>
            </a:r>
            <a:r>
              <a:rPr lang="en-US" sz="1600" dirty="0" err="1"/>
              <a:t>i</a:t>
            </a:r>
            <a:r>
              <a:rPr lang="en-US" sz="1600" dirty="0"/>
              <a:t>&lt;BLOCK_X; </a:t>
            </a:r>
            <a:r>
              <a:rPr lang="en-US" sz="1600" dirty="0" err="1"/>
              <a:t>i</a:t>
            </a:r>
            <a:r>
              <a:rPr lang="en-US" sz="1600" dirty="0"/>
              <a:t>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	for(</a:t>
            </a:r>
            <a:r>
              <a:rPr lang="en-US" sz="1600" dirty="0" err="1"/>
              <a:t>int</a:t>
            </a:r>
            <a:r>
              <a:rPr lang="en-US" sz="1600" dirty="0"/>
              <a:t> d=0; d&lt;CELL_BIN; d++){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		</a:t>
            </a:r>
            <a:r>
              <a:rPr lang="en-US" sz="1600" dirty="0" err="1"/>
              <a:t>int</a:t>
            </a:r>
            <a:r>
              <a:rPr lang="en-US" sz="1600" dirty="0"/>
              <a:t> index = j*(BLOCK_X*CELL_BIN) + </a:t>
            </a:r>
            <a:r>
              <a:rPr lang="en-US" sz="1600" dirty="0" err="1"/>
              <a:t>i</a:t>
            </a:r>
            <a:r>
              <a:rPr lang="en-US" sz="1600" dirty="0"/>
              <a:t>*CELL_BIN + d;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		</a:t>
            </a:r>
            <a:r>
              <a:rPr lang="en-US" sz="1600" dirty="0" err="1"/>
              <a:t>vec</a:t>
            </a:r>
            <a:r>
              <a:rPr lang="en-US" sz="1600" dirty="0"/>
              <a:t>[index] = </a:t>
            </a:r>
            <a:r>
              <a:rPr lang="en-US" sz="1600" dirty="0" err="1"/>
              <a:t>hist</a:t>
            </a:r>
            <a:r>
              <a:rPr lang="en-US" sz="1600" dirty="0"/>
              <a:t>[</a:t>
            </a:r>
            <a:r>
              <a:rPr lang="en-US" sz="1600" dirty="0" err="1"/>
              <a:t>x+i</a:t>
            </a:r>
            <a:r>
              <a:rPr lang="en-US" sz="1600" dirty="0"/>
              <a:t>][</a:t>
            </a:r>
            <a:r>
              <a:rPr lang="en-US" sz="1600" dirty="0" err="1"/>
              <a:t>y+j</a:t>
            </a:r>
            <a:r>
              <a:rPr lang="en-US" sz="1600" dirty="0"/>
              <a:t>][d];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311770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2" indent="-342900">
              <a:buBlip>
                <a:blip r:embed="rId2"/>
              </a:buBlip>
            </a:pPr>
            <a:r>
              <a:rPr lang="en-US" dirty="0" smtClean="0"/>
              <a:t>(Continued)</a:t>
            </a:r>
          </a:p>
          <a:p>
            <a:pPr marL="342900" lvl="1" indent="-342900">
              <a:buBlip>
                <a:blip r:embed="rId2"/>
              </a:buBlip>
            </a:pPr>
            <a:r>
              <a:rPr lang="en-US" dirty="0" smtClean="0"/>
              <a:t>Normalize Vector</a:t>
            </a:r>
          </a:p>
          <a:p>
            <a:pPr marL="342900" lvl="1" indent="-342900">
              <a:buBlip>
                <a:blip r:embed="rId2"/>
              </a:buBlip>
            </a:pPr>
            <a:r>
              <a:rPr lang="en-US" dirty="0" smtClean="0"/>
              <a:t>Set Feature Vector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259632" y="2420888"/>
            <a:ext cx="7488832" cy="43924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//Normalization of Vector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norm = 0.0;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for(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=0; </a:t>
            </a:r>
            <a:r>
              <a:rPr lang="en-US" sz="1600" dirty="0" err="1"/>
              <a:t>i</a:t>
            </a:r>
            <a:r>
              <a:rPr lang="en-US" sz="1600" dirty="0"/>
              <a:t>&lt;BLOCK_DIM; </a:t>
            </a:r>
            <a:r>
              <a:rPr lang="en-US" sz="1600" dirty="0" err="1"/>
              <a:t>i</a:t>
            </a:r>
            <a:r>
              <a:rPr lang="en-US" sz="1600" dirty="0"/>
              <a:t>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norm += </a:t>
            </a:r>
            <a:r>
              <a:rPr lang="en-US" sz="1600" dirty="0" err="1"/>
              <a:t>vec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]*</a:t>
            </a:r>
            <a:r>
              <a:rPr lang="en-US" sz="1600" dirty="0" err="1"/>
              <a:t>vec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for(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=0; </a:t>
            </a:r>
            <a:r>
              <a:rPr lang="en-US" sz="1600" dirty="0" err="1"/>
              <a:t>i</a:t>
            </a:r>
            <a:r>
              <a:rPr lang="en-US" sz="1600" dirty="0"/>
              <a:t>&lt;BLOCK_DIM; </a:t>
            </a:r>
            <a:r>
              <a:rPr lang="en-US" sz="1600" dirty="0" err="1"/>
              <a:t>i</a:t>
            </a:r>
            <a:r>
              <a:rPr lang="en-US" sz="1600" dirty="0"/>
              <a:t>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</a:t>
            </a:r>
            <a:r>
              <a:rPr lang="en-US" sz="1600" dirty="0" err="1"/>
              <a:t>vec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/= </a:t>
            </a:r>
            <a:r>
              <a:rPr lang="en-US" sz="1600" dirty="0" err="1"/>
              <a:t>sqrt</a:t>
            </a:r>
            <a:r>
              <a:rPr lang="en-US" sz="1600" dirty="0"/>
              <a:t>(norm + 1.0);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}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//Put feat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for(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=0; </a:t>
            </a:r>
            <a:r>
              <a:rPr lang="en-US" sz="1600" dirty="0" err="1"/>
              <a:t>i</a:t>
            </a:r>
            <a:r>
              <a:rPr lang="en-US" sz="1600" dirty="0"/>
              <a:t>&lt;BLOCK_DIM; </a:t>
            </a:r>
            <a:r>
              <a:rPr lang="en-US" sz="1600" dirty="0" err="1"/>
              <a:t>i</a:t>
            </a:r>
            <a:r>
              <a:rPr lang="en-US" sz="1600" dirty="0"/>
              <a:t>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</a:t>
            </a:r>
            <a:r>
              <a:rPr lang="en-US" sz="1600" dirty="0" err="1"/>
              <a:t>int</a:t>
            </a:r>
            <a:r>
              <a:rPr lang="en-US" sz="1600" dirty="0"/>
              <a:t> index = y*BLOCK_WIDTH*BLOCK_DIM + x*BLOCK_DIM + </a:t>
            </a:r>
            <a:r>
              <a:rPr lang="en-US" sz="1600" dirty="0" err="1"/>
              <a:t>i</a:t>
            </a:r>
            <a:r>
              <a:rPr lang="en-US" sz="1600" dirty="0"/>
              <a:t>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feat[index] = </a:t>
            </a:r>
            <a:r>
              <a:rPr lang="en-US" sz="1600" dirty="0" err="1"/>
              <a:t>vec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532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How to </a:t>
            </a:r>
            <a:r>
              <a:rPr lang="en-US" dirty="0" err="1" smtClean="0"/>
              <a:t>Calc</a:t>
            </a:r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altLang="ja-JP" dirty="0" smtClean="0"/>
              <a:t>pproximation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Calc</a:t>
            </a:r>
            <a:r>
              <a:rPr lang="en-US" dirty="0" smtClean="0"/>
              <a:t> </a:t>
            </a:r>
            <a:r>
              <a:rPr lang="en-US" dirty="0" err="1" smtClean="0"/>
              <a:t>HoG</a:t>
            </a:r>
            <a:r>
              <a:rPr lang="en-US" dirty="0" smtClean="0"/>
              <a:t> Distance of each block</a:t>
            </a:r>
          </a:p>
          <a:p>
            <a:pPr lvl="1"/>
            <a:r>
              <a:rPr lang="en-US" dirty="0" smtClean="0"/>
              <a:t>Get A</a:t>
            </a:r>
            <a:r>
              <a:rPr lang="en-US" altLang="ja-JP" dirty="0" smtClean="0"/>
              <a:t>verage.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574057"/>
            <a:ext cx="2232248" cy="42244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91" y="2558725"/>
            <a:ext cx="2381259" cy="423334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94490" y="2574056"/>
          <a:ext cx="2381260" cy="422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</a:tblGrid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32040" y="2579701"/>
          <a:ext cx="2381260" cy="422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</a:tblGrid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63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1/1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Calulate</a:t>
            </a:r>
            <a:r>
              <a:rPr lang="en-US" dirty="0"/>
              <a:t> Feature Point Distance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547664" y="2781076"/>
            <a:ext cx="6801633" cy="26641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double </a:t>
            </a:r>
            <a:r>
              <a:rPr lang="en-US" sz="2000" dirty="0" err="1"/>
              <a:t>dist</a:t>
            </a:r>
            <a:r>
              <a:rPr lang="en-US" sz="2000" dirty="0"/>
              <a:t> = 0.0;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for(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TOTAL_DIM; </a:t>
            </a:r>
            <a:r>
              <a:rPr lang="en-US" sz="2000" dirty="0" err="1"/>
              <a:t>i</a:t>
            </a:r>
            <a:r>
              <a:rPr lang="en-US" sz="2000" dirty="0"/>
              <a:t>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</a:t>
            </a:r>
            <a:r>
              <a:rPr lang="en-US" sz="2000" dirty="0" err="1"/>
              <a:t>dist</a:t>
            </a:r>
            <a:r>
              <a:rPr lang="en-US" sz="2000" dirty="0"/>
              <a:t> += </a:t>
            </a:r>
            <a:r>
              <a:rPr lang="en-US" sz="2000" dirty="0" err="1"/>
              <a:t>fabs</a:t>
            </a:r>
            <a:r>
              <a:rPr lang="en-US" sz="2000" dirty="0"/>
              <a:t>(feat1[</a:t>
            </a:r>
            <a:r>
              <a:rPr lang="en-US" sz="2000" dirty="0" err="1"/>
              <a:t>i</a:t>
            </a:r>
            <a:r>
              <a:rPr lang="en-US" sz="2000" dirty="0"/>
              <a:t>] - feat2[</a:t>
            </a:r>
            <a:r>
              <a:rPr lang="en-US" sz="2000" dirty="0" err="1"/>
              <a:t>i</a:t>
            </a:r>
            <a:r>
              <a:rPr lang="en-US" sz="2000" dirty="0"/>
              <a:t>])*</a:t>
            </a:r>
            <a:r>
              <a:rPr lang="en-US" sz="2000" dirty="0" err="1"/>
              <a:t>fabs</a:t>
            </a:r>
            <a:r>
              <a:rPr lang="en-US" sz="2000" dirty="0"/>
              <a:t>(feat1[</a:t>
            </a:r>
            <a:r>
              <a:rPr lang="en-US" sz="2000" dirty="0" err="1"/>
              <a:t>i</a:t>
            </a:r>
            <a:r>
              <a:rPr lang="en-US" sz="2000" dirty="0"/>
              <a:t>] - feat2[</a:t>
            </a:r>
            <a:r>
              <a:rPr lang="en-US" sz="2000" dirty="0" err="1"/>
              <a:t>i</a:t>
            </a:r>
            <a:r>
              <a:rPr lang="en-US" sz="2000" dirty="0"/>
              <a:t>]);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return </a:t>
            </a:r>
            <a:r>
              <a:rPr lang="en-US" sz="2000" dirty="0" err="1"/>
              <a:t>sqrt</a:t>
            </a:r>
            <a:r>
              <a:rPr lang="en-US" sz="2000" dirty="0"/>
              <a:t>(</a:t>
            </a:r>
            <a:r>
              <a:rPr lang="en-US" sz="2000" dirty="0" err="1"/>
              <a:t>dist</a:t>
            </a:r>
            <a:r>
              <a:rPr lang="en-US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4611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pro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lnDef>
  </a:objectDefaults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2561</TotalTime>
  <Words>909</Words>
  <Application>Microsoft Office PowerPoint</Application>
  <PresentationFormat>On-screen Show (4:3)</PresentationFormat>
  <Paragraphs>305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ＭＳ Ｐゴシック</vt:lpstr>
      <vt:lpstr>Arial</vt:lpstr>
      <vt:lpstr>Times</vt:lpstr>
      <vt:lpstr>siprop</vt:lpstr>
      <vt:lpstr>How to Make Hand Detector</vt:lpstr>
      <vt:lpstr>Agenda</vt:lpstr>
      <vt:lpstr>Hand Detector</vt:lpstr>
      <vt:lpstr>Chart of Hand Detector</vt:lpstr>
      <vt:lpstr>PowerPoint Presentation</vt:lpstr>
      <vt:lpstr>About Mat &amp; IplImage</vt:lpstr>
      <vt:lpstr>Benchmark on Android</vt:lpstr>
      <vt:lpstr>PowerPoint Presentation</vt:lpstr>
      <vt:lpstr>AssetManager</vt:lpstr>
      <vt:lpstr>libassetmanager</vt:lpstr>
      <vt:lpstr>PowerPoint Presentation</vt:lpstr>
      <vt:lpstr>Hand Detector</vt:lpstr>
      <vt:lpstr>Chart of Hand Detector</vt:lpstr>
      <vt:lpstr>PowerPoint Presentation</vt:lpstr>
      <vt:lpstr>What’s Histgram?</vt:lpstr>
      <vt:lpstr>Step 1/2</vt:lpstr>
      <vt:lpstr>Step 2/2</vt:lpstr>
      <vt:lpstr>PowerPoint Presentation</vt:lpstr>
      <vt:lpstr>How to Get Skin Area?</vt:lpstr>
      <vt:lpstr>Step 1/3</vt:lpstr>
      <vt:lpstr>Step 2/3</vt:lpstr>
      <vt:lpstr>Step 3/3</vt:lpstr>
      <vt:lpstr>PowerPoint Presentation</vt:lpstr>
      <vt:lpstr>What’s Labeling?</vt:lpstr>
      <vt:lpstr>Labeling Algorithm 1/4</vt:lpstr>
      <vt:lpstr>Labeling Algorithm 2/4</vt:lpstr>
      <vt:lpstr>Labeling Algorithm 3/4</vt:lpstr>
      <vt:lpstr>Labeling Algorithm 4/4</vt:lpstr>
      <vt:lpstr>Get Area Size</vt:lpstr>
      <vt:lpstr>PowerPoint Presentation</vt:lpstr>
      <vt:lpstr>Matching Histgrams</vt:lpstr>
      <vt:lpstr>Why Use HoG?</vt:lpstr>
      <vt:lpstr>Step 1/3</vt:lpstr>
      <vt:lpstr>Step 2/3</vt:lpstr>
      <vt:lpstr>Step 3/3</vt:lpstr>
      <vt:lpstr>How to Calc Approximation </vt:lpstr>
      <vt:lpstr>Step 1/1</vt:lpstr>
    </vt:vector>
  </TitlesOfParts>
  <Company>self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Noritsuna Imamura</dc:creator>
  <cp:lastModifiedBy>Noritsuna Imamura</cp:lastModifiedBy>
  <cp:revision>730</cp:revision>
  <dcterms:created xsi:type="dcterms:W3CDTF">2013-12-05T12:17:56Z</dcterms:created>
  <dcterms:modified xsi:type="dcterms:W3CDTF">2013-12-25T18:16:47Z</dcterms:modified>
</cp:coreProperties>
</file>