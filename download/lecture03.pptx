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7"/>
  </p:notesMasterIdLst>
  <p:sldIdLst>
    <p:sldId id="256" r:id="rId2"/>
    <p:sldId id="323" r:id="rId3"/>
    <p:sldId id="512" r:id="rId4"/>
    <p:sldId id="258" r:id="rId5"/>
    <p:sldId id="259" r:id="rId6"/>
    <p:sldId id="260" r:id="rId7"/>
    <p:sldId id="261" r:id="rId8"/>
    <p:sldId id="264" r:id="rId9"/>
    <p:sldId id="262" r:id="rId10"/>
    <p:sldId id="265" r:id="rId11"/>
    <p:sldId id="292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8" r:id="rId23"/>
    <p:sldId id="279" r:id="rId24"/>
    <p:sldId id="285" r:id="rId25"/>
    <p:sldId id="288" r:id="rId26"/>
    <p:sldId id="289" r:id="rId27"/>
    <p:sldId id="308" r:id="rId28"/>
    <p:sldId id="510" r:id="rId29"/>
    <p:sldId id="508" r:id="rId30"/>
    <p:sldId id="504" r:id="rId31"/>
    <p:sldId id="505" r:id="rId32"/>
    <p:sldId id="317" r:id="rId33"/>
    <p:sldId id="318" r:id="rId34"/>
    <p:sldId id="315" r:id="rId35"/>
    <p:sldId id="325" r:id="rId36"/>
    <p:sldId id="387" r:id="rId37"/>
    <p:sldId id="391" r:id="rId38"/>
    <p:sldId id="327" r:id="rId39"/>
    <p:sldId id="326" r:id="rId40"/>
    <p:sldId id="316" r:id="rId41"/>
    <p:sldId id="344" r:id="rId42"/>
    <p:sldId id="345" r:id="rId43"/>
    <p:sldId id="347" r:id="rId44"/>
    <p:sldId id="369" r:id="rId45"/>
    <p:sldId id="350" r:id="rId46"/>
    <p:sldId id="351" r:id="rId47"/>
    <p:sldId id="321" r:id="rId48"/>
    <p:sldId id="330" r:id="rId49"/>
    <p:sldId id="352" r:id="rId50"/>
    <p:sldId id="368" r:id="rId51"/>
    <p:sldId id="370" r:id="rId52"/>
    <p:sldId id="371" r:id="rId53"/>
    <p:sldId id="377" r:id="rId54"/>
    <p:sldId id="364" r:id="rId55"/>
    <p:sldId id="365" r:id="rId56"/>
    <p:sldId id="374" r:id="rId57"/>
    <p:sldId id="372" r:id="rId58"/>
    <p:sldId id="376" r:id="rId59"/>
    <p:sldId id="375" r:id="rId60"/>
    <p:sldId id="386" r:id="rId61"/>
    <p:sldId id="513" r:id="rId62"/>
    <p:sldId id="389" r:id="rId63"/>
    <p:sldId id="405" r:id="rId64"/>
    <p:sldId id="354" r:id="rId65"/>
    <p:sldId id="411" r:id="rId66"/>
    <p:sldId id="406" r:id="rId67"/>
    <p:sldId id="413" r:id="rId68"/>
    <p:sldId id="415" r:id="rId69"/>
    <p:sldId id="511" r:id="rId70"/>
    <p:sldId id="419" r:id="rId71"/>
    <p:sldId id="414" r:id="rId72"/>
    <p:sldId id="407" r:id="rId73"/>
    <p:sldId id="418" r:id="rId74"/>
    <p:sldId id="417" r:id="rId75"/>
    <p:sldId id="422" r:id="rId76"/>
    <p:sldId id="423" r:id="rId77"/>
    <p:sldId id="424" r:id="rId78"/>
    <p:sldId id="420" r:id="rId79"/>
    <p:sldId id="435" r:id="rId80"/>
    <p:sldId id="436" r:id="rId81"/>
    <p:sldId id="437" r:id="rId82"/>
    <p:sldId id="408" r:id="rId83"/>
    <p:sldId id="430" r:id="rId84"/>
    <p:sldId id="431" r:id="rId85"/>
    <p:sldId id="432" r:id="rId86"/>
    <p:sldId id="433" r:id="rId87"/>
    <p:sldId id="434" r:id="rId88"/>
    <p:sldId id="409" r:id="rId89"/>
    <p:sldId id="410" r:id="rId90"/>
    <p:sldId id="438" r:id="rId91"/>
    <p:sldId id="439" r:id="rId92"/>
    <p:sldId id="440" r:id="rId93"/>
    <p:sldId id="441" r:id="rId94"/>
    <p:sldId id="442" r:id="rId95"/>
    <p:sldId id="489" r:id="rId96"/>
    <p:sldId id="484" r:id="rId97"/>
    <p:sldId id="487" r:id="rId98"/>
    <p:sldId id="488" r:id="rId99"/>
    <p:sldId id="491" r:id="rId100"/>
    <p:sldId id="492" r:id="rId101"/>
    <p:sldId id="496" r:id="rId102"/>
    <p:sldId id="394" r:id="rId103"/>
    <p:sldId id="393" r:id="rId104"/>
    <p:sldId id="403" r:id="rId105"/>
    <p:sldId id="404" r:id="rId106"/>
    <p:sldId id="402" r:id="rId107"/>
    <p:sldId id="395" r:id="rId108"/>
    <p:sldId id="397" r:id="rId109"/>
    <p:sldId id="398" r:id="rId110"/>
    <p:sldId id="472" r:id="rId111"/>
    <p:sldId id="443" r:id="rId112"/>
    <p:sldId id="444" r:id="rId113"/>
    <p:sldId id="445" r:id="rId114"/>
    <p:sldId id="446" r:id="rId115"/>
    <p:sldId id="447" r:id="rId116"/>
    <p:sldId id="448" r:id="rId117"/>
    <p:sldId id="449" r:id="rId118"/>
    <p:sldId id="450" r:id="rId119"/>
    <p:sldId id="451" r:id="rId120"/>
    <p:sldId id="473" r:id="rId121"/>
    <p:sldId id="474" r:id="rId122"/>
    <p:sldId id="475" r:id="rId123"/>
    <p:sldId id="476" r:id="rId124"/>
    <p:sldId id="477" r:id="rId125"/>
    <p:sldId id="478" r:id="rId126"/>
    <p:sldId id="452" r:id="rId127"/>
    <p:sldId id="453" r:id="rId128"/>
    <p:sldId id="454" r:id="rId129"/>
    <p:sldId id="456" r:id="rId130"/>
    <p:sldId id="457" r:id="rId131"/>
    <p:sldId id="458" r:id="rId132"/>
    <p:sldId id="459" r:id="rId133"/>
    <p:sldId id="460" r:id="rId134"/>
    <p:sldId id="461" r:id="rId135"/>
    <p:sldId id="462" r:id="rId136"/>
    <p:sldId id="463" r:id="rId137"/>
    <p:sldId id="466" r:id="rId138"/>
    <p:sldId id="467" r:id="rId139"/>
    <p:sldId id="479" r:id="rId140"/>
    <p:sldId id="481" r:id="rId141"/>
    <p:sldId id="482" r:id="rId142"/>
    <p:sldId id="483" r:id="rId143"/>
    <p:sldId id="468" r:id="rId144"/>
    <p:sldId id="469" r:id="rId145"/>
    <p:sldId id="470" r:id="rId146"/>
    <p:sldId id="471" r:id="rId147"/>
    <p:sldId id="401" r:id="rId148"/>
    <p:sldId id="390" r:id="rId149"/>
    <p:sldId id="427" r:id="rId150"/>
    <p:sldId id="501" r:id="rId151"/>
    <p:sldId id="502" r:id="rId152"/>
    <p:sldId id="426" r:id="rId153"/>
    <p:sldId id="425" r:id="rId154"/>
    <p:sldId id="507" r:id="rId155"/>
    <p:sldId id="499" r:id="rId156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A125"/>
    <a:srgbClr val="66FF33"/>
    <a:srgbClr val="CCFFCC"/>
    <a:srgbClr val="E5DEDB"/>
    <a:srgbClr val="0080FF"/>
    <a:srgbClr val="FF0000"/>
    <a:srgbClr val="FF6FCF"/>
    <a:srgbClr val="E8E8E8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9" autoAdjust="0"/>
    <p:restoredTop sz="90318" autoAdjust="0"/>
  </p:normalViewPr>
  <p:slideViewPr>
    <p:cSldViewPr>
      <p:cViewPr varScale="1">
        <p:scale>
          <a:sx n="87" d="100"/>
          <a:sy n="87" d="100"/>
        </p:scale>
        <p:origin x="5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slide" Target="slides/slide152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09F16D-A5D2-4AEA-B0EF-699BC8DB205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9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3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93135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工具gōngjù</a:t>
            </a:r>
            <a:endParaRPr kumimoji="1" lang="ja-JP" altLang="en-US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090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784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41679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26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36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39D93-E723-4289-8737-CC91745C6D7F}" type="slidenum">
              <a:rPr lang="en-US" altLang="ja-JP" smtClean="0"/>
              <a:pPr/>
              <a:t>37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75605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96569D1-15AB-4E5A-B692-F1A00763D9D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76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A7930ED-31C0-4461-B235-95703576676C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urce.android.com/source/downloading.html" TargetMode="External"/><Relationship Id="rId2" Type="http://schemas.openxmlformats.org/officeDocument/2006/relationships/hyperlink" Target="http://www.pandaboard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://developer.android.com/tools/adk/index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jcromproject/" TargetMode="External"/><Relationship Id="rId2" Type="http://schemas.openxmlformats.org/officeDocument/2006/relationships/hyperlink" Target="http://www.google.com/nexus/7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dirty="0" smtClean="0"/>
              <a:t>Quick Explanation of </a:t>
            </a:r>
            <a:r>
              <a:rPr lang="en-US" dirty="0" err="1" smtClean="0"/>
              <a:t>Pandaboard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Topic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5538"/>
            <a:ext cx="8820472" cy="5327650"/>
          </a:xfrm>
        </p:spPr>
        <p:txBody>
          <a:bodyPr/>
          <a:lstStyle/>
          <a:p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r>
              <a:rPr lang="en-US" altLang="ja-JP" sz="2800" dirty="0" smtClean="0"/>
              <a:t>All Things which were Lectured will be Connected!!! </a:t>
            </a:r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pPr marL="0" indent="0" algn="ctr">
              <a:buNone/>
            </a:pPr>
            <a:r>
              <a:rPr lang="en-US" altLang="ja-JP" dirty="0" smtClean="0"/>
              <a:t>You will Understand why I explain about that.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About </a:t>
            </a:r>
            <a:r>
              <a:rPr lang="en-US" dirty="0" err="1" smtClean="0"/>
              <a:t>Pandaboard</a:t>
            </a:r>
            <a:endParaRPr lang="en-US" dirty="0" smtClean="0"/>
          </a:p>
          <a:p>
            <a:pPr lvl="1"/>
            <a:r>
              <a:rPr lang="en-US" dirty="0" smtClean="0"/>
              <a:t>How to Build Android System</a:t>
            </a:r>
          </a:p>
          <a:p>
            <a:pPr lvl="1"/>
            <a:r>
              <a:rPr lang="en-US" dirty="0" smtClean="0"/>
              <a:t>How to Debug Android System on </a:t>
            </a:r>
            <a:r>
              <a:rPr lang="en-US" dirty="0" err="1" smtClean="0"/>
              <a:t>Pandaboard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Customize Android System</a:t>
            </a:r>
          </a:p>
          <a:p>
            <a:pPr lvl="1"/>
            <a:r>
              <a:rPr lang="en-US" dirty="0" smtClean="0"/>
              <a:t>Add Own API to Android System</a:t>
            </a:r>
          </a:p>
          <a:p>
            <a:pPr lvl="1"/>
            <a:r>
              <a:rPr lang="en-US" dirty="0" smtClean="0"/>
              <a:t>Make Own SDK</a:t>
            </a:r>
          </a:p>
          <a:p>
            <a:pPr lvl="1"/>
            <a:endParaRPr lang="en-US" dirty="0"/>
          </a:p>
          <a:p>
            <a:r>
              <a:rPr lang="en-US" dirty="0" smtClean="0"/>
              <a:t>How to Use NDK</a:t>
            </a:r>
          </a:p>
          <a:p>
            <a:pPr lvl="1"/>
            <a:r>
              <a:rPr lang="en-US" dirty="0" smtClean="0"/>
              <a:t>Build </a:t>
            </a:r>
            <a:r>
              <a:rPr lang="en-US" dirty="0" err="1" smtClean="0"/>
              <a:t>OpenCV</a:t>
            </a:r>
            <a:endParaRPr lang="en-US" dirty="0" smtClean="0"/>
          </a:p>
          <a:p>
            <a:pPr lvl="1"/>
            <a:r>
              <a:rPr lang="en-US" dirty="0" smtClean="0"/>
              <a:t>Only C/C++ World on Android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2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err="1" smtClean="0"/>
              <a:t>Pandaboard</a:t>
            </a:r>
            <a:endParaRPr lang="en-US" altLang="ja-JP" sz="3600" dirty="0" smtClean="0"/>
          </a:p>
          <a:p>
            <a:pPr marL="0" indent="0" algn="ctr">
              <a:buNone/>
            </a:pPr>
            <a:r>
              <a:rPr kumimoji="1" lang="ja-JP" altLang="en-US" dirty="0" smtClean="0"/>
              <a:t>（</a:t>
            </a:r>
            <a:r>
              <a:rPr kumimoji="1" lang="en-US" altLang="ja-JP" dirty="0" smtClean="0"/>
              <a:t>Pick Up Important Point</a:t>
            </a:r>
            <a:r>
              <a:rPr kumimoji="1" lang="ja-JP" altLang="en-US" dirty="0" smtClean="0"/>
              <a:t>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562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What’s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EVB</a:t>
            </a:r>
            <a:endParaRPr lang="fr-FR" altLang="ja-JP" dirty="0"/>
          </a:p>
          <a:p>
            <a:pPr lvl="2"/>
            <a:r>
              <a:rPr lang="fr-FR" altLang="ja-JP" dirty="0" err="1" smtClean="0"/>
              <a:t>Pandaboard</a:t>
            </a:r>
            <a:endParaRPr lang="fr-FR" altLang="ja-JP" dirty="0"/>
          </a:p>
          <a:p>
            <a:pPr lvl="3"/>
            <a:r>
              <a:rPr lang="en-US" altLang="ja-JP" dirty="0">
                <a:hlinkClick r:id="rId2"/>
              </a:rPr>
              <a:t>http://</a:t>
            </a:r>
            <a:r>
              <a:rPr lang="en-US" altLang="ja-JP" dirty="0" smtClean="0">
                <a:hlinkClick r:id="rId2"/>
              </a:rPr>
              <a:t>www.pandaboard.org/</a:t>
            </a:r>
            <a:endParaRPr lang="en-US" altLang="ja-JP" dirty="0"/>
          </a:p>
          <a:p>
            <a:pPr lvl="3"/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Official Kernel &amp; Android </a:t>
            </a:r>
          </a:p>
          <a:p>
            <a:pPr lvl="2"/>
            <a:r>
              <a:rPr lang="fr-FR" altLang="ja-JP" dirty="0" smtClean="0"/>
              <a:t>With Build Manual</a:t>
            </a:r>
            <a:endParaRPr kumimoji="1" lang="fr-FR" altLang="ja-JP" dirty="0" smtClean="0"/>
          </a:p>
          <a:p>
            <a:pPr lvl="2"/>
            <a:r>
              <a:rPr lang="en-US" dirty="0">
                <a:hlinkClick r:id="rId3"/>
              </a:rPr>
              <a:t>http://source.android.com/source/downloading.html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60" y="3911114"/>
            <a:ext cx="3664482" cy="2779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59" y="908051"/>
            <a:ext cx="3690763" cy="288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4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</a:t>
            </a:r>
            <a:r>
              <a:rPr lang="en-US" dirty="0"/>
              <a:t>P</a:t>
            </a:r>
            <a:r>
              <a:rPr lang="en-US" altLang="ja-JP" dirty="0" smtClean="0"/>
              <a:t>eripherals?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ADK (Accessory Development Kit)</a:t>
            </a:r>
            <a:endParaRPr lang="en-US" dirty="0" smtClean="0"/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developer.android.com/tools/adk/index.html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altLang="ja-JP" dirty="0"/>
              <a:t>Advantage</a:t>
            </a:r>
          </a:p>
          <a:p>
            <a:pPr lvl="1"/>
            <a:r>
              <a:rPr lang="en-US" altLang="ja-JP" dirty="0" smtClean="0"/>
              <a:t>Develop on ADT</a:t>
            </a:r>
          </a:p>
          <a:p>
            <a:pPr lvl="1"/>
            <a:r>
              <a:rPr lang="en-US" altLang="ja-JP" dirty="0" smtClean="0"/>
              <a:t>Pin like </a:t>
            </a:r>
            <a:r>
              <a:rPr lang="en-US" altLang="ja-JP" dirty="0" err="1" smtClean="0"/>
              <a:t>Arduino</a:t>
            </a:r>
            <a:endParaRPr lang="en-US" altLang="ja-JP" dirty="0"/>
          </a:p>
          <a:p>
            <a:r>
              <a:rPr lang="en-US" altLang="ja-JP" dirty="0"/>
              <a:t>Dis-Advantage</a:t>
            </a:r>
            <a:endParaRPr lang="en-US" dirty="0"/>
          </a:p>
          <a:p>
            <a:pPr lvl="1"/>
            <a:r>
              <a:rPr lang="en-US" dirty="0" smtClean="0"/>
              <a:t>So Slow…</a:t>
            </a:r>
          </a:p>
          <a:p>
            <a:pPr lvl="2"/>
            <a:r>
              <a:rPr lang="en-US" dirty="0" smtClean="0"/>
              <a:t>9600bps</a:t>
            </a:r>
            <a:endParaRPr lang="en-US" dirty="0"/>
          </a:p>
          <a:p>
            <a:pPr lvl="1"/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564904"/>
            <a:ext cx="4886048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9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</a:t>
            </a:r>
            <a:r>
              <a:rPr lang="en-US" dirty="0"/>
              <a:t>P</a:t>
            </a:r>
            <a:r>
              <a:rPr lang="en-US" altLang="ja-JP" dirty="0" smtClean="0"/>
              <a:t>eripherals?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GPIO(General Purpose Input/Output)</a:t>
            </a:r>
            <a:endParaRPr lang="en-US" dirty="0" smtClean="0"/>
          </a:p>
          <a:p>
            <a:pPr lvl="1"/>
            <a:r>
              <a:rPr lang="en-US" dirty="0"/>
              <a:t>I2C(Inter-Integrated Circuit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SPI(Serial Peripheral Interface)</a:t>
            </a:r>
          </a:p>
          <a:p>
            <a:pPr lvl="1"/>
            <a:r>
              <a:rPr lang="en-US" dirty="0" smtClean="0"/>
              <a:t>UART(Serial)</a:t>
            </a:r>
          </a:p>
          <a:p>
            <a:pPr lvl="2"/>
            <a:r>
              <a:rPr lang="en-US" dirty="0" smtClean="0"/>
              <a:t>Fast: SPI &gt; I2C</a:t>
            </a:r>
          </a:p>
          <a:p>
            <a:pPr lvl="2"/>
            <a:r>
              <a:rPr lang="en-US" dirty="0" smtClean="0"/>
              <a:t>Pin </a:t>
            </a:r>
            <a:r>
              <a:rPr lang="en-US" dirty="0" err="1" smtClean="0"/>
              <a:t>Num</a:t>
            </a:r>
            <a:r>
              <a:rPr lang="en-US" dirty="0" smtClean="0"/>
              <a:t>: SPI(4Pins) &gt; I2C(3Pins)</a:t>
            </a:r>
          </a:p>
          <a:p>
            <a:pPr lvl="2"/>
            <a:r>
              <a:rPr lang="en-US" altLang="ja-JP" dirty="0" smtClean="0"/>
              <a:t>GPIO can use Registers.</a:t>
            </a:r>
          </a:p>
          <a:p>
            <a:r>
              <a:rPr lang="en-US" altLang="ja-JP" dirty="0" smtClean="0"/>
              <a:t>Advantage</a:t>
            </a:r>
            <a:endParaRPr lang="en-US" altLang="ja-JP" dirty="0"/>
          </a:p>
          <a:p>
            <a:pPr lvl="1"/>
            <a:r>
              <a:rPr lang="en-US" altLang="ja-JP" dirty="0" smtClean="0"/>
              <a:t>Bus Speed</a:t>
            </a:r>
          </a:p>
          <a:p>
            <a:pPr lvl="1"/>
            <a:r>
              <a:rPr lang="en-US" altLang="ja-JP" dirty="0" smtClean="0"/>
              <a:t>Connect All Peripheral</a:t>
            </a:r>
            <a:endParaRPr lang="en-US" altLang="ja-JP" dirty="0"/>
          </a:p>
          <a:p>
            <a:r>
              <a:rPr lang="en-US" altLang="ja-JP" dirty="0" smtClean="0"/>
              <a:t>Dis-Advantage</a:t>
            </a:r>
          </a:p>
          <a:p>
            <a:pPr lvl="1"/>
            <a:r>
              <a:rPr lang="en-US" dirty="0" smtClean="0"/>
              <a:t>Required Hardware Knowledge</a:t>
            </a:r>
            <a:endParaRPr lang="en-US" dirty="0"/>
          </a:p>
          <a:p>
            <a:pPr lvl="2"/>
            <a:r>
              <a:rPr lang="en-US" dirty="0" smtClean="0"/>
              <a:t>Like A</a:t>
            </a:r>
            <a:r>
              <a:rPr lang="en-US" altLang="ja-JP" dirty="0" smtClean="0"/>
              <a:t>ssembler for Hardware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91" y="4437112"/>
            <a:ext cx="3249905" cy="2348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53" y="2550314"/>
            <a:ext cx="3225850" cy="170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9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Second Boot Loader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git://git.omapzoom.org/repo/u-boot.git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u-boot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>
                <a:solidFill>
                  <a:srgbClr val="FF0000"/>
                </a:solidFill>
              </a:rPr>
              <a:t>wget</a:t>
            </a:r>
            <a:r>
              <a:rPr lang="en-US" altLang="ja-JP" dirty="0">
                <a:solidFill>
                  <a:srgbClr val="FF0000"/>
                </a:solidFill>
              </a:rPr>
              <a:t> http://android-development-environment.googlecode.com/files/0001-change-bootarges.patch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>
                <a:solidFill>
                  <a:srgbClr val="FF0000"/>
                </a:solidFill>
              </a:rPr>
              <a:t>git</a:t>
            </a:r>
            <a:r>
              <a:rPr lang="en-US" altLang="ja-JP" dirty="0" smtClean="0">
                <a:solidFill>
                  <a:srgbClr val="FF0000"/>
                </a:solidFill>
              </a:rPr>
              <a:t> 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3573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About </a:t>
            </a:r>
            <a:r>
              <a:rPr lang="en-US" altLang="ja-JP" dirty="0" err="1" smtClean="0"/>
              <a:t>b</a:t>
            </a:r>
            <a:r>
              <a:rPr kumimoji="1" lang="en-US" altLang="ja-JP" dirty="0" err="1" smtClean="0"/>
              <a:t>oot.scr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Patch Contents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38164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--- a/include/</a:t>
            </a:r>
            <a:r>
              <a:rPr lang="en-US" altLang="ja-JP" sz="1800" dirty="0" err="1"/>
              <a:t>configs</a:t>
            </a:r>
            <a:r>
              <a:rPr lang="en-US" altLang="ja-JP" sz="1800" dirty="0"/>
              <a:t>/omap4430panda.h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>
                <a:solidFill>
                  <a:srgbClr val="FF0000"/>
                </a:solidFill>
              </a:rPr>
              <a:t>+++ b/include/</a:t>
            </a:r>
            <a:r>
              <a:rPr lang="en-US" altLang="ja-JP" sz="1800" dirty="0" err="1">
                <a:solidFill>
                  <a:srgbClr val="FF0000"/>
                </a:solidFill>
              </a:rPr>
              <a:t>configs</a:t>
            </a:r>
            <a:r>
              <a:rPr lang="en-US" altLang="ja-JP" sz="1800" dirty="0">
                <a:solidFill>
                  <a:srgbClr val="FF0000"/>
                </a:solidFill>
              </a:rPr>
              <a:t>/omap4430panda.h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@@ -147,8 +147,7 @@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        " </a:t>
            </a:r>
            <a:r>
              <a:rPr lang="en-US" altLang="ja-JP" sz="1800" dirty="0" err="1"/>
              <a:t>ip</a:t>
            </a:r>
            <a:r>
              <a:rPr lang="en-US" altLang="ja-JP" sz="1800" dirty="0"/>
              <a:t>=</a:t>
            </a:r>
            <a:r>
              <a:rPr lang="en-US" altLang="ja-JP" sz="1800" dirty="0" err="1"/>
              <a:t>dhcp</a:t>
            </a:r>
            <a:r>
              <a:rPr lang="en-US" altLang="ja-JP" sz="1800" dirty="0"/>
              <a:t>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 #else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 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-#define CONFIG_BOOTARGS "console=ttyO2,115200n8 </a:t>
            </a:r>
            <a:r>
              <a:rPr lang="en-US" altLang="ja-JP" sz="1800" dirty="0" err="1"/>
              <a:t>mem</a:t>
            </a:r>
            <a:r>
              <a:rPr lang="en-US" altLang="ja-JP" sz="1800" dirty="0"/>
              <a:t>=512M"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       " 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=/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vram</a:t>
            </a:r>
            <a:r>
              <a:rPr lang="en-US" altLang="ja-JP" sz="1800" dirty="0"/>
              <a:t>=32M </a:t>
            </a:r>
            <a:r>
              <a:rPr lang="en-US" altLang="ja-JP" sz="1800" dirty="0" err="1"/>
              <a:t>omapfb.vram</a:t>
            </a:r>
            <a:r>
              <a:rPr lang="en-US" altLang="ja-JP" sz="1800" dirty="0"/>
              <a:t>=0:16M </a:t>
            </a:r>
            <a:r>
              <a:rPr lang="en-US" altLang="ja-JP" sz="1800" dirty="0" err="1"/>
              <a:t>androidboot.console</a:t>
            </a:r>
            <a:r>
              <a:rPr lang="en-US" altLang="ja-JP" sz="1800" dirty="0"/>
              <a:t>=ttyO2"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+</a:t>
            </a:r>
            <a:r>
              <a:rPr lang="en-US" altLang="ja-JP" sz="1800" dirty="0">
                <a:solidFill>
                  <a:srgbClr val="FF0000"/>
                </a:solidFill>
              </a:rPr>
              <a:t>#define CONFIG_BOOTARGS "</a:t>
            </a:r>
            <a:r>
              <a:rPr lang="en-US" altLang="ja-JP" sz="1800" dirty="0" err="1">
                <a:solidFill>
                  <a:srgbClr val="FF0000"/>
                </a:solidFill>
              </a:rPr>
              <a:t>kgdboc</a:t>
            </a:r>
            <a:r>
              <a:rPr lang="en-US" altLang="ja-JP" sz="1800" dirty="0">
                <a:solidFill>
                  <a:srgbClr val="FF0000"/>
                </a:solidFill>
              </a:rPr>
              <a:t>=ttyO2,115200 console=ttyO2,115200n8 </a:t>
            </a:r>
            <a:r>
              <a:rPr lang="en-US" altLang="ja-JP" sz="1800" dirty="0" err="1">
                <a:solidFill>
                  <a:srgbClr val="FF0000"/>
                </a:solidFill>
              </a:rPr>
              <a:t>mem</a:t>
            </a:r>
            <a:r>
              <a:rPr lang="en-US" altLang="ja-JP" sz="1800" dirty="0">
                <a:solidFill>
                  <a:srgbClr val="FF0000"/>
                </a:solidFill>
              </a:rPr>
              <a:t>=1G </a:t>
            </a:r>
            <a:r>
              <a:rPr lang="en-US" altLang="ja-JP" sz="1800" dirty="0" err="1">
                <a:solidFill>
                  <a:srgbClr val="FF0000"/>
                </a:solidFill>
              </a:rPr>
              <a:t>androidboot.console</a:t>
            </a:r>
            <a:r>
              <a:rPr lang="en-US" altLang="ja-JP" sz="1800" dirty="0">
                <a:solidFill>
                  <a:srgbClr val="FF0000"/>
                </a:solidFill>
              </a:rPr>
              <a:t>=ttyO2"</a:t>
            </a:r>
          </a:p>
        </p:txBody>
      </p:sp>
    </p:spTree>
    <p:extLst>
      <p:ext uri="{BB962C8B-B14F-4D97-AF65-F5344CB8AC3E}">
        <p14:creationId xmlns:p14="http://schemas.microsoft.com/office/powerpoint/2010/main" val="382763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About </a:t>
            </a:r>
            <a:r>
              <a:rPr lang="en-US" altLang="ja-JP" dirty="0" err="1" smtClean="0"/>
              <a:t>b</a:t>
            </a:r>
            <a:r>
              <a:rPr kumimoji="1" lang="en-US" altLang="ja-JP" dirty="0" err="1" smtClean="0"/>
              <a:t>oot.scr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Sample of </a:t>
            </a:r>
            <a:r>
              <a:rPr lang="en-US" altLang="ja-JP" dirty="0" err="1" smtClean="0"/>
              <a:t>boot.scr</a:t>
            </a:r>
            <a:r>
              <a:rPr lang="en-US" altLang="ja-JP" dirty="0" smtClean="0"/>
              <a:t>: File Name=boot.txt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How to Make</a:t>
            </a:r>
          </a:p>
          <a:p>
            <a:pPr lvl="1"/>
            <a:r>
              <a:rPr lang="en-US" altLang="ja-JP" dirty="0" err="1"/>
              <a:t>mkimage</a:t>
            </a:r>
            <a:r>
              <a:rPr lang="en-US" altLang="ja-JP" dirty="0"/>
              <a:t> -A arm -T script -O </a:t>
            </a:r>
            <a:r>
              <a:rPr lang="en-US" altLang="ja-JP" dirty="0" err="1"/>
              <a:t>linux</a:t>
            </a:r>
            <a:r>
              <a:rPr lang="en-US" altLang="ja-JP" dirty="0"/>
              <a:t> -C none -a 0 -e 0 -n "</a:t>
            </a:r>
            <a:r>
              <a:rPr lang="en-US" altLang="ja-JP" dirty="0" err="1"/>
              <a:t>boot.scr</a:t>
            </a:r>
            <a:r>
              <a:rPr lang="en-US" altLang="ja-JP" dirty="0"/>
              <a:t>" -d boot.scr.txt </a:t>
            </a:r>
            <a:r>
              <a:rPr lang="en-US" altLang="ja-JP" dirty="0" err="1"/>
              <a:t>boot.scr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28083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setenv</a:t>
            </a:r>
            <a:r>
              <a:rPr lang="en-US" altLang="ja-JP" sz="1800" dirty="0"/>
              <a:t> </a:t>
            </a:r>
            <a:r>
              <a:rPr lang="en-US" altLang="ja-JP" sz="1800" dirty="0" err="1"/>
              <a:t>fdt_high</a:t>
            </a:r>
            <a:r>
              <a:rPr lang="en-US" altLang="ja-JP" sz="1800" dirty="0"/>
              <a:t> "0xffffffff"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setenv</a:t>
            </a:r>
            <a:r>
              <a:rPr lang="en-US" altLang="ja-JP" sz="1800" dirty="0"/>
              <a:t> </a:t>
            </a:r>
            <a:r>
              <a:rPr lang="en-US" altLang="ja-JP" sz="1800" dirty="0" err="1"/>
              <a:t>bootcmd</a:t>
            </a:r>
            <a:r>
              <a:rPr lang="en-US" altLang="ja-JP" sz="1800" dirty="0"/>
              <a:t> "</a:t>
            </a:r>
            <a:r>
              <a:rPr lang="en-US" altLang="ja-JP" sz="1800" dirty="0" err="1"/>
              <a:t>fatload</a:t>
            </a:r>
            <a:r>
              <a:rPr lang="en-US" altLang="ja-JP" sz="1800" dirty="0"/>
              <a:t> mmc 0:1 0x80200000 </a:t>
            </a:r>
            <a:r>
              <a:rPr lang="en-US" altLang="ja-JP" sz="1800" dirty="0" err="1"/>
              <a:t>uImage</a:t>
            </a:r>
            <a:r>
              <a:rPr lang="en-US" altLang="ja-JP" sz="1800" dirty="0"/>
              <a:t>; </a:t>
            </a:r>
            <a:r>
              <a:rPr lang="en-US" altLang="ja-JP" sz="1800" dirty="0" err="1"/>
              <a:t>fatload</a:t>
            </a:r>
            <a:r>
              <a:rPr lang="en-US" altLang="ja-JP" sz="1800" dirty="0"/>
              <a:t> mmc 0:1 0x81600000 </a:t>
            </a:r>
            <a:r>
              <a:rPr lang="en-US" altLang="ja-JP" sz="1800" dirty="0" err="1"/>
              <a:t>uInitrd</a:t>
            </a:r>
            <a:r>
              <a:rPr lang="en-US" altLang="ja-JP" sz="1800" dirty="0"/>
              <a:t>; </a:t>
            </a:r>
            <a:r>
              <a:rPr lang="en-US" altLang="ja-JP" sz="1800" dirty="0" err="1"/>
              <a:t>fatload</a:t>
            </a:r>
            <a:r>
              <a:rPr lang="en-US" altLang="ja-JP" sz="1800" dirty="0"/>
              <a:t> mmc 0:1 0x815f0000 </a:t>
            </a:r>
            <a:r>
              <a:rPr lang="en-US" altLang="ja-JP" sz="1800" dirty="0" err="1"/>
              <a:t>board.dtb</a:t>
            </a:r>
            <a:r>
              <a:rPr lang="en-US" altLang="ja-JP" sz="1800" dirty="0"/>
              <a:t>; </a:t>
            </a:r>
            <a:r>
              <a:rPr lang="en-US" altLang="ja-JP" sz="1800" dirty="0" err="1"/>
              <a:t>bootm</a:t>
            </a:r>
            <a:r>
              <a:rPr lang="en-US" altLang="ja-JP" sz="1800" dirty="0"/>
              <a:t> 0x80200000 0x81600000 0x815f0000"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setenv</a:t>
            </a:r>
            <a:r>
              <a:rPr lang="en-US" altLang="ja-JP" sz="1800" dirty="0"/>
              <a:t> </a:t>
            </a:r>
            <a:r>
              <a:rPr lang="en-US" altLang="ja-JP" sz="1800" dirty="0" err="1"/>
              <a:t>bootargs</a:t>
            </a:r>
            <a:r>
              <a:rPr lang="en-US" altLang="ja-JP" sz="1800" dirty="0"/>
              <a:t> "console=ttyO2,115200n8 </a:t>
            </a:r>
            <a:r>
              <a:rPr lang="en-US" altLang="ja-JP" sz="1800" dirty="0" err="1"/>
              <a:t>rootwait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ro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earlyprintk</a:t>
            </a:r>
            <a:r>
              <a:rPr lang="en-US" altLang="ja-JP" sz="1800" dirty="0"/>
              <a:t> </a:t>
            </a:r>
            <a:r>
              <a:rPr lang="en-US" altLang="ja-JP" sz="1800" dirty="0" err="1"/>
              <a:t>fixrtc</a:t>
            </a:r>
            <a:r>
              <a:rPr lang="en-US" altLang="ja-JP" sz="1800" dirty="0"/>
              <a:t> </a:t>
            </a:r>
            <a:r>
              <a:rPr lang="en-US" altLang="ja-JP" sz="1800" dirty="0" err="1"/>
              <a:t>nocompcache</a:t>
            </a:r>
            <a:r>
              <a:rPr lang="en-US" altLang="ja-JP" sz="1800" dirty="0"/>
              <a:t> </a:t>
            </a:r>
            <a:r>
              <a:rPr lang="en-US" altLang="ja-JP" sz="1800" dirty="0" err="1"/>
              <a:t>vram</a:t>
            </a:r>
            <a:r>
              <a:rPr lang="en-US" altLang="ja-JP" sz="1800" dirty="0"/>
              <a:t>=48M </a:t>
            </a:r>
            <a:r>
              <a:rPr lang="en-US" altLang="ja-JP" sz="1800" dirty="0" err="1"/>
              <a:t>omapfb.vram</a:t>
            </a:r>
            <a:r>
              <a:rPr lang="en-US" altLang="ja-JP" sz="1800" dirty="0"/>
              <a:t>=0:24M,1:24M </a:t>
            </a:r>
            <a:r>
              <a:rPr lang="en-US" altLang="ja-JP" sz="1800" dirty="0" err="1"/>
              <a:t>mem</a:t>
            </a:r>
            <a:r>
              <a:rPr lang="en-US" altLang="ja-JP" sz="1800" dirty="0"/>
              <a:t>=456M@0x80000000 </a:t>
            </a:r>
            <a:r>
              <a:rPr lang="en-US" altLang="ja-JP" sz="1800" dirty="0" err="1"/>
              <a:t>mem</a:t>
            </a:r>
            <a:r>
              <a:rPr lang="en-US" altLang="ja-JP" sz="1800" dirty="0"/>
              <a:t>=512M@0xA0000000 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=/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androidboot.console</a:t>
            </a:r>
            <a:r>
              <a:rPr lang="en-US" altLang="ja-JP" sz="1800" dirty="0"/>
              <a:t>=ttyO2 </a:t>
            </a:r>
            <a:r>
              <a:rPr lang="en-US" altLang="ja-JP" sz="1800" dirty="0" err="1"/>
              <a:t>omapfb.mode</a:t>
            </a:r>
            <a:r>
              <a:rPr lang="en-US" altLang="ja-JP" sz="1800" dirty="0"/>
              <a:t>=dvi:1280x800MR-24@60 </a:t>
            </a:r>
            <a:r>
              <a:rPr lang="en-US" altLang="ja-JP" sz="1800" dirty="0" err="1"/>
              <a:t>consoleblank</a:t>
            </a:r>
            <a:r>
              <a:rPr lang="en-US" altLang="ja-JP" sz="1800" dirty="0"/>
              <a:t>=0"</a:t>
            </a:r>
          </a:p>
        </p:txBody>
      </p:sp>
    </p:spTree>
    <p:extLst>
      <p:ext uri="{BB962C8B-B14F-4D97-AF65-F5344CB8AC3E}">
        <p14:creationId xmlns:p14="http://schemas.microsoft.com/office/powerpoint/2010/main" val="65396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Common Setup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Build Tools</a:t>
            </a:r>
          </a:p>
          <a:p>
            <a:pPr lvl="1"/>
            <a:r>
              <a:rPr lang="en-US" altLang="ja-JP" dirty="0" err="1"/>
              <a:t>sudo</a:t>
            </a:r>
            <a:r>
              <a:rPr lang="en-US" altLang="ja-JP" dirty="0"/>
              <a:t> apt-get </a:t>
            </a:r>
            <a:r>
              <a:rPr lang="en-US" altLang="ja-JP" dirty="0" smtClean="0"/>
              <a:t>install </a:t>
            </a:r>
          </a:p>
          <a:p>
            <a:pPr lvl="2"/>
            <a:r>
              <a:rPr lang="en-US" altLang="ja-JP" dirty="0"/>
              <a:t>bison build-essential curl flex </a:t>
            </a:r>
            <a:r>
              <a:rPr lang="en-US" altLang="ja-JP" dirty="0" err="1"/>
              <a:t>git</a:t>
            </a:r>
            <a:r>
              <a:rPr lang="en-US" altLang="ja-JP" dirty="0"/>
              <a:t>-core </a:t>
            </a:r>
            <a:r>
              <a:rPr lang="en-US" altLang="ja-JP" dirty="0" err="1"/>
              <a:t>gnupg</a:t>
            </a:r>
            <a:r>
              <a:rPr lang="en-US" altLang="ja-JP" dirty="0"/>
              <a:t> </a:t>
            </a:r>
            <a:r>
              <a:rPr lang="en-US" altLang="ja-JP" dirty="0" err="1"/>
              <a:t>gperf</a:t>
            </a:r>
            <a:r>
              <a:rPr lang="en-US" altLang="ja-JP" dirty="0"/>
              <a:t> libesd0-dev libncurses5-dev libsdl1.2-dev libwxgtk2.8-dev libxml2 libxml2-utils </a:t>
            </a:r>
            <a:r>
              <a:rPr lang="en-US" altLang="ja-JP" dirty="0" err="1"/>
              <a:t>lzop</a:t>
            </a:r>
            <a:r>
              <a:rPr lang="en-US" altLang="ja-JP" dirty="0"/>
              <a:t> openjdk-6-jdk openjdk-6-jre </a:t>
            </a:r>
            <a:r>
              <a:rPr lang="en-US" altLang="ja-JP" dirty="0" err="1"/>
              <a:t>pngcrush</a:t>
            </a:r>
            <a:r>
              <a:rPr lang="en-US" altLang="ja-JP" dirty="0"/>
              <a:t> </a:t>
            </a:r>
            <a:r>
              <a:rPr lang="en-US" altLang="ja-JP" dirty="0" err="1"/>
              <a:t>schedtool</a:t>
            </a:r>
            <a:r>
              <a:rPr lang="en-US" altLang="ja-JP" dirty="0"/>
              <a:t> </a:t>
            </a:r>
            <a:r>
              <a:rPr lang="en-US" altLang="ja-JP" dirty="0" err="1"/>
              <a:t>squashfs</a:t>
            </a:r>
            <a:r>
              <a:rPr lang="en-US" altLang="ja-JP" dirty="0"/>
              <a:t>-tools </a:t>
            </a:r>
            <a:r>
              <a:rPr lang="en-US" altLang="ja-JP" dirty="0" err="1"/>
              <a:t>xsltproc</a:t>
            </a:r>
            <a:r>
              <a:rPr lang="en-US" altLang="ja-JP" dirty="0"/>
              <a:t> zip zlib1g-dev</a:t>
            </a:r>
          </a:p>
          <a:p>
            <a:pPr lvl="2"/>
            <a:r>
              <a:rPr lang="en-US" altLang="ja-JP" dirty="0"/>
              <a:t>g++-</a:t>
            </a:r>
            <a:r>
              <a:rPr lang="en-US" altLang="ja-JP" dirty="0" err="1"/>
              <a:t>multilib</a:t>
            </a:r>
            <a:r>
              <a:rPr lang="en-US" altLang="ja-JP" dirty="0"/>
              <a:t> </a:t>
            </a:r>
            <a:r>
              <a:rPr lang="en-US" altLang="ja-JP" dirty="0" err="1"/>
              <a:t>gcc-multilib</a:t>
            </a:r>
            <a:r>
              <a:rPr lang="en-US" altLang="ja-JP" dirty="0"/>
              <a:t> lib32ncurses5-dev lib32readline-gplv2-dev lib32z1-dev</a:t>
            </a:r>
          </a:p>
          <a:p>
            <a:pPr lvl="2"/>
            <a:endParaRPr lang="en-US" altLang="ja-JP" dirty="0" smtClean="0"/>
          </a:p>
          <a:p>
            <a:r>
              <a:rPr lang="en-US" altLang="ja-JP" dirty="0" smtClean="0"/>
              <a:t>Setup Build Tools for ARM</a:t>
            </a:r>
          </a:p>
          <a:p>
            <a:pPr lvl="1"/>
            <a:r>
              <a:rPr lang="en-US" altLang="ja-JP" dirty="0" err="1">
                <a:solidFill>
                  <a:srgbClr val="FF0000"/>
                </a:solidFill>
              </a:rPr>
              <a:t>sudo</a:t>
            </a:r>
            <a:r>
              <a:rPr lang="en-US" altLang="ja-JP" dirty="0">
                <a:solidFill>
                  <a:srgbClr val="FF0000"/>
                </a:solidFill>
              </a:rPr>
              <a:t> apt-get install </a:t>
            </a:r>
          </a:p>
          <a:p>
            <a:pPr lvl="2"/>
            <a:r>
              <a:rPr lang="en-US" altLang="ja-JP" dirty="0" err="1">
                <a:solidFill>
                  <a:srgbClr val="FF0000"/>
                </a:solidFill>
              </a:rPr>
              <a:t>uboot-mkimage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endParaRPr lang="en-US" altLang="ja-JP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177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970" y="2132311"/>
            <a:ext cx="912228" cy="91222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368342" y="1814275"/>
            <a:ext cx="6322244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2012.06.27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4.1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Jelly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Bean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3247098" y="2498446"/>
            <a:ext cx="2638543" cy="918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164"/>
              </a:lnSpc>
            </a:pP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2012.11.13</a:t>
            </a:r>
            <a:r>
              <a:rPr lang="en-US" altLang="zh-CN" sz="274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4.2</a:t>
            </a:r>
          </a:p>
          <a:p>
            <a:pPr>
              <a:lnSpc>
                <a:spcPts val="3591"/>
              </a:lnSpc>
            </a:pP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2013.07.24</a:t>
            </a:r>
            <a:r>
              <a:rPr lang="en-US" altLang="zh-CN" sz="27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4.3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5148064" y="3429000"/>
            <a:ext cx="3995936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4.3</a:t>
            </a:r>
          </a:p>
          <a:p>
            <a:pPr lvl="1"/>
            <a:r>
              <a:rPr lang="en-US" sz="2000" kern="0" dirty="0">
                <a:solidFill>
                  <a:srgbClr val="FF0000"/>
                </a:solidFill>
              </a:rPr>
              <a:t>Support OpenGL/ES 3.0</a:t>
            </a:r>
          </a:p>
          <a:p>
            <a:pPr lvl="1"/>
            <a:r>
              <a:rPr lang="en-US" sz="2000" kern="0" dirty="0"/>
              <a:t>Support Bluetooth LE</a:t>
            </a:r>
          </a:p>
          <a:p>
            <a:pPr lvl="1"/>
            <a:r>
              <a:rPr lang="en-US" sz="2000" kern="0" dirty="0"/>
              <a:t>Support Wi-Fi Location</a:t>
            </a:r>
          </a:p>
          <a:p>
            <a:pPr lvl="1"/>
            <a:r>
              <a:rPr lang="en-US" sz="2000" kern="0" dirty="0"/>
              <a:t>Linux: 3.4.0</a:t>
            </a:r>
          </a:p>
          <a:p>
            <a:pPr lvl="1"/>
            <a:endParaRPr lang="en-US" kern="0" dirty="0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574084" y="3429000"/>
            <a:ext cx="5438076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4.1, 4.2</a:t>
            </a:r>
          </a:p>
          <a:p>
            <a:pPr lvl="1"/>
            <a:r>
              <a:rPr lang="en-US" sz="2000" kern="0" dirty="0"/>
              <a:t>Available USB Audio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smtClean="0"/>
              <a:t>i18n(Internationalization)</a:t>
            </a:r>
            <a:endParaRPr lang="en-US" sz="2000" kern="0" dirty="0"/>
          </a:p>
          <a:p>
            <a:pPr lvl="1"/>
            <a:r>
              <a:rPr lang="en-US" sz="2000" kern="0" dirty="0"/>
              <a:t>Support Vibration for Input Device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err="1"/>
              <a:t>Miracast</a:t>
            </a:r>
            <a:endParaRPr lang="en-US" sz="2000" kern="0" dirty="0"/>
          </a:p>
          <a:p>
            <a:pPr lvl="1"/>
            <a:r>
              <a:rPr lang="en-US" sz="2000" kern="0" dirty="0"/>
              <a:t>Support Writing Vertically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err="1"/>
              <a:t>RenderScript</a:t>
            </a:r>
            <a:endParaRPr lang="en-US" sz="2000" kern="0" dirty="0"/>
          </a:p>
          <a:p>
            <a:pPr lvl="1"/>
            <a:r>
              <a:rPr lang="en-US" sz="2000" kern="0" dirty="0" smtClean="0"/>
              <a:t>Change </a:t>
            </a:r>
            <a:r>
              <a:rPr lang="en-US" sz="2000" kern="0" dirty="0"/>
              <a:t>Android Market to Google Play</a:t>
            </a:r>
          </a:p>
          <a:p>
            <a:pPr lvl="1"/>
            <a:r>
              <a:rPr lang="en-US" sz="2000" kern="0" dirty="0"/>
              <a:t>Linux: 3.1.10</a:t>
            </a:r>
          </a:p>
        </p:txBody>
      </p:sp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836613" y="0"/>
            <a:ext cx="7772400" cy="908050"/>
          </a:xfrm>
        </p:spPr>
        <p:txBody>
          <a:bodyPr/>
          <a:lstStyle/>
          <a:p>
            <a:pPr lvl="1"/>
            <a:r>
              <a:rPr lang="en-US" altLang="ja-JP" dirty="0" smtClean="0"/>
              <a:t>But……… TI support until 4.2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993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How to Use JTAG-ICE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4578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</a:t>
            </a:r>
            <a:r>
              <a:rPr lang="en-US" dirty="0"/>
              <a:t>by ICE(In Circuit </a:t>
            </a:r>
            <a:r>
              <a:rPr lang="en-US" dirty="0" smtClean="0"/>
              <a:t>Emulator)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Full ICE</a:t>
            </a:r>
          </a:p>
          <a:p>
            <a:pPr lvl="1"/>
            <a:r>
              <a:rPr lang="en-US" dirty="0" smtClean="0"/>
              <a:t>This has CPU&amp;CPU Debugging </a:t>
            </a:r>
            <a:r>
              <a:rPr lang="en-US" dirty="0" err="1" smtClean="0"/>
              <a:t>Func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When you use it, you change Real CPU to This CPU.</a:t>
            </a:r>
          </a:p>
          <a:p>
            <a:r>
              <a:rPr lang="en-US" dirty="0" smtClean="0"/>
              <a:t>JTAG ICE</a:t>
            </a:r>
          </a:p>
          <a:p>
            <a:pPr lvl="1"/>
            <a:r>
              <a:rPr lang="en-US" dirty="0" smtClean="0"/>
              <a:t>Real CPU has Debugging </a:t>
            </a:r>
            <a:r>
              <a:rPr lang="en-US" dirty="0" err="1" smtClean="0"/>
              <a:t>Func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JTAG is Control Pin for CPU Debugging </a:t>
            </a:r>
            <a:r>
              <a:rPr lang="en-US" dirty="0" err="1" smtClean="0"/>
              <a:t>Func</a:t>
            </a:r>
            <a:r>
              <a:rPr lang="en-US" dirty="0" smtClean="0"/>
              <a:t>, </a:t>
            </a:r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951" y="4019487"/>
            <a:ext cx="3537062" cy="2652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06" y="4057112"/>
            <a:ext cx="3473786" cy="257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5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 Level Debugger can debug </a:t>
            </a:r>
          </a:p>
          <a:p>
            <a:pPr marL="5715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</a:t>
            </a:r>
            <a:r>
              <a:rPr lang="en-US" dirty="0" smtClean="0">
                <a:solidFill>
                  <a:srgbClr val="FF0000"/>
                </a:solidFill>
              </a:rPr>
              <a:t>their managed apps only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Ex</a:t>
            </a:r>
            <a:r>
              <a:rPr lang="en-US" dirty="0" smtClean="0"/>
              <a:t>. Kernel Panic: Console Log Only</a:t>
            </a:r>
            <a:endParaRPr lang="en-US" dirty="0"/>
          </a:p>
          <a:p>
            <a:pPr lvl="1"/>
            <a:r>
              <a:rPr lang="en-US" dirty="0" smtClean="0"/>
              <a:t>Ex. DDMS: Android Framework</a:t>
            </a:r>
          </a:p>
          <a:p>
            <a:pPr marL="51435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managed Linux Lib</a:t>
            </a:r>
          </a:p>
          <a:p>
            <a:pPr marL="514350" lvl="1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514350" lvl="1" indent="0">
              <a:buNone/>
            </a:pPr>
            <a:endParaRPr lang="en-US" dirty="0"/>
          </a:p>
          <a:p>
            <a:pPr marL="514350" lvl="1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4791207" y="3753976"/>
            <a:ext cx="4173281" cy="2881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753976"/>
            <a:ext cx="3842181" cy="288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How to Setup JTAG-ICE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7460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Flyswatter2 </a:t>
            </a:r>
            <a:r>
              <a:rPr lang="en-US" dirty="0" err="1"/>
              <a:t>Pandaboard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Cheapest JTAG-ICE.</a:t>
            </a:r>
          </a:p>
          <a:p>
            <a:pPr lvl="1"/>
            <a:r>
              <a:rPr lang="en-US" dirty="0" smtClean="0"/>
              <a:t>Today, getting popular under $300USD.</a:t>
            </a:r>
          </a:p>
          <a:p>
            <a:pPr lvl="2"/>
            <a:r>
              <a:rPr lang="en-US" dirty="0" smtClean="0"/>
              <a:t>Old one is Over $3000USD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0" y="3140968"/>
            <a:ext cx="4610266" cy="3457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574826"/>
            <a:ext cx="3999245" cy="299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Debug Information to Source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What’s Debug Information?</a:t>
            </a:r>
          </a:p>
          <a:p>
            <a:pPr lvl="1"/>
            <a:r>
              <a:rPr lang="en-US" dirty="0" smtClean="0"/>
              <a:t>Executed File(Compiled File) is machine code.</a:t>
            </a:r>
          </a:p>
          <a:p>
            <a:pPr lvl="1"/>
            <a:r>
              <a:rPr lang="en-US" dirty="0" smtClean="0"/>
              <a:t>Human can NOT read it…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Ex. </a:t>
            </a:r>
            <a:r>
              <a:rPr lang="en-US" dirty="0" err="1" smtClean="0"/>
              <a:t>gcc</a:t>
            </a:r>
            <a:r>
              <a:rPr lang="en-US" dirty="0" smtClean="0"/>
              <a:t> (DWARF)</a:t>
            </a:r>
          </a:p>
          <a:p>
            <a:pPr lvl="2"/>
            <a:r>
              <a:rPr lang="en-US" dirty="0" smtClean="0"/>
              <a:t>-g(n)</a:t>
            </a:r>
          </a:p>
          <a:p>
            <a:pPr lvl="3"/>
            <a:r>
              <a:rPr lang="en-US" dirty="0" smtClean="0"/>
              <a:t>Debug Option. n=Debug Level</a:t>
            </a:r>
          </a:p>
          <a:p>
            <a:pPr lvl="2"/>
            <a:r>
              <a:rPr lang="en-US" dirty="0" smtClean="0"/>
              <a:t>–O0</a:t>
            </a:r>
          </a:p>
          <a:p>
            <a:pPr lvl="3"/>
            <a:r>
              <a:rPr lang="en-US" dirty="0" smtClean="0"/>
              <a:t>Optimized Option &amp; Level. 0=non-optimized. Always use “3”.</a:t>
            </a:r>
          </a:p>
          <a:p>
            <a:pPr lvl="3"/>
            <a:endParaRPr lang="en-US" dirty="0"/>
          </a:p>
        </p:txBody>
      </p:sp>
      <p:sp>
        <p:nvSpPr>
          <p:cNvPr id="5" name="正方形/長方形 3"/>
          <p:cNvSpPr/>
          <p:nvPr/>
        </p:nvSpPr>
        <p:spPr>
          <a:xfrm>
            <a:off x="1651565" y="2564904"/>
            <a:ext cx="6933161" cy="19442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</a:t>
            </a:r>
            <a:r>
              <a:rPr lang="en-US" altLang="ja-JP" sz="1400" dirty="0" err="1"/>
              <a:t>pid</a:t>
            </a:r>
            <a:r>
              <a:rPr lang="en-US" altLang="ja-JP" sz="1400" dirty="0"/>
              <a:t>: 3233, </a:t>
            </a:r>
            <a:r>
              <a:rPr lang="en-US" altLang="ja-JP" sz="1400" dirty="0" err="1"/>
              <a:t>tid</a:t>
            </a:r>
            <a:r>
              <a:rPr lang="en-US" altLang="ja-JP" sz="1400" dirty="0"/>
              <a:t>: 3234  &gt;&gt;&gt; /system/bin/</a:t>
            </a:r>
            <a:r>
              <a:rPr lang="en-US" altLang="ja-JP" sz="1400" dirty="0" err="1"/>
              <a:t>netd</a:t>
            </a:r>
            <a:r>
              <a:rPr lang="en-US" altLang="ja-JP" sz="1400" dirty="0"/>
              <a:t> &lt;&lt;&lt;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signal 11 (SIGSEGV), fault </a:t>
            </a:r>
            <a:r>
              <a:rPr lang="en-US" altLang="ja-JP" sz="1400" dirty="0" err="1"/>
              <a:t>addr</a:t>
            </a:r>
            <a:r>
              <a:rPr lang="en-US" altLang="ja-JP" sz="1400" dirty="0"/>
              <a:t> </a:t>
            </a:r>
            <a:r>
              <a:rPr lang="en-US" altLang="ja-JP" sz="1400" dirty="0" err="1"/>
              <a:t>deadbaad</a:t>
            </a:r>
            <a:endParaRPr lang="en-US" altLang="ja-JP" sz="1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r0 00001728  r1 100ffd7c  r2 00000027  r3 00000000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r4 afd42328  r5 00000000  r6 00000000  r7 00011000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r8 00100000  r9 aef01cad  10 10000000  </a:t>
            </a:r>
            <a:r>
              <a:rPr lang="en-US" altLang="ja-JP" sz="1400" dirty="0" err="1"/>
              <a:t>fp</a:t>
            </a:r>
            <a:r>
              <a:rPr lang="en-US" altLang="ja-JP" sz="1400" dirty="0"/>
              <a:t> 40008008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</a:t>
            </a:r>
            <a:r>
              <a:rPr lang="en-US" altLang="ja-JP" sz="1400" dirty="0" err="1"/>
              <a:t>ip</a:t>
            </a:r>
            <a:r>
              <a:rPr lang="en-US" altLang="ja-JP" sz="1400" dirty="0"/>
              <a:t> </a:t>
            </a:r>
            <a:r>
              <a:rPr lang="en-US" altLang="ja-JP" sz="1400" dirty="0" err="1"/>
              <a:t>ffffffff</a:t>
            </a:r>
            <a:r>
              <a:rPr lang="en-US" altLang="ja-JP" sz="1400" dirty="0"/>
              <a:t>  </a:t>
            </a:r>
            <a:r>
              <a:rPr lang="en-US" altLang="ja-JP" sz="1400" dirty="0" err="1"/>
              <a:t>sp</a:t>
            </a:r>
            <a:r>
              <a:rPr lang="en-US" altLang="ja-JP" sz="1400" dirty="0"/>
              <a:t> 100ffd68  </a:t>
            </a:r>
            <a:r>
              <a:rPr lang="en-US" altLang="ja-JP" sz="1400" dirty="0" err="1"/>
              <a:t>lr</a:t>
            </a:r>
            <a:r>
              <a:rPr lang="en-US" altLang="ja-JP" sz="1400" dirty="0"/>
              <a:t> </a:t>
            </a:r>
            <a:r>
              <a:rPr lang="en-US" altLang="ja-JP" sz="1400" dirty="0" err="1"/>
              <a:t>deadbaad</a:t>
            </a:r>
            <a:r>
              <a:rPr lang="en-US" altLang="ja-JP" sz="1400" dirty="0"/>
              <a:t>  pc afd11ca4  </a:t>
            </a:r>
            <a:r>
              <a:rPr lang="en-US" altLang="ja-JP" sz="1400" dirty="0" err="1"/>
              <a:t>cpsr</a:t>
            </a:r>
            <a:r>
              <a:rPr lang="en-US" altLang="ja-JP" sz="1400" dirty="0"/>
              <a:t> 40000030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d0  3d454d414e564544  d1  6164732f7665642f</a:t>
            </a:r>
          </a:p>
        </p:txBody>
      </p:sp>
    </p:spTree>
    <p:extLst>
      <p:ext uri="{BB962C8B-B14F-4D97-AF65-F5344CB8AC3E}">
        <p14:creationId xmlns:p14="http://schemas.microsoft.com/office/powerpoint/2010/main" val="2783387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Change KGDB </a:t>
            </a:r>
            <a:r>
              <a:rPr lang="en-US" altLang="ja-JP" dirty="0" err="1" smtClean="0"/>
              <a:t>Config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Turn On Kernel </a:t>
            </a:r>
            <a:r>
              <a:rPr lang="en-US" altLang="ja-JP" dirty="0" err="1" smtClean="0"/>
              <a:t>Config</a:t>
            </a:r>
            <a:endParaRPr lang="en-US" altLang="ja-JP" dirty="0" smtClean="0"/>
          </a:p>
          <a:p>
            <a:pPr lvl="1"/>
            <a:r>
              <a:rPr lang="en-US" altLang="ja-JP" dirty="0"/>
              <a:t>Kernel </a:t>
            </a:r>
            <a:r>
              <a:rPr lang="en-US" altLang="ja-JP" dirty="0" smtClean="0"/>
              <a:t>hacking</a:t>
            </a:r>
            <a:endParaRPr lang="en-US" altLang="ja-JP" dirty="0"/>
          </a:p>
          <a:p>
            <a:pPr lvl="2"/>
            <a:r>
              <a:rPr lang="en-US" altLang="ja-JP" dirty="0"/>
              <a:t>Compile the kernel with debug </a:t>
            </a:r>
            <a:r>
              <a:rPr lang="en-US" altLang="ja-JP" dirty="0" smtClean="0"/>
              <a:t>info</a:t>
            </a:r>
            <a:endParaRPr lang="en-US" altLang="ja-JP" dirty="0"/>
          </a:p>
          <a:p>
            <a:pPr lvl="2"/>
            <a:r>
              <a:rPr lang="en-US" altLang="ja-JP" dirty="0"/>
              <a:t>KGDB</a:t>
            </a:r>
            <a:r>
              <a:rPr lang="ja-JP" altLang="en-US" dirty="0"/>
              <a:t>： </a:t>
            </a:r>
            <a:r>
              <a:rPr lang="en-US" altLang="ja-JP" dirty="0"/>
              <a:t>kernel </a:t>
            </a:r>
            <a:r>
              <a:rPr lang="en-US" altLang="ja-JP" dirty="0" err="1"/>
              <a:t>degugger</a:t>
            </a:r>
            <a:endParaRPr lang="en-US" altLang="ja-JP" dirty="0"/>
          </a:p>
          <a:p>
            <a:pPr lvl="3"/>
            <a:r>
              <a:rPr lang="en-US" altLang="ja-JP" dirty="0"/>
              <a:t>KGDB: user </a:t>
            </a:r>
            <a:r>
              <a:rPr lang="en-US" altLang="ja-JP" dirty="0" err="1"/>
              <a:t>kgdb</a:t>
            </a:r>
            <a:r>
              <a:rPr lang="en-US" altLang="ja-JP" dirty="0"/>
              <a:t> over the serial console (NEW)</a:t>
            </a:r>
          </a:p>
          <a:p>
            <a:pPr lvl="1"/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79185" y="3501008"/>
            <a:ext cx="6933161" cy="18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/kernel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</a:t>
            </a:r>
            <a:r>
              <a:rPr lang="en-US" altLang="ja-JP" dirty="0" smtClean="0"/>
              <a:t>ake </a:t>
            </a:r>
            <a:r>
              <a:rPr lang="en-US" altLang="ja-JP" dirty="0" err="1" smtClean="0"/>
              <a:t>menuconfig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0788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Change KGDB </a:t>
            </a:r>
            <a:r>
              <a:rPr lang="en-US" altLang="ja-JP" dirty="0" err="1"/>
              <a:t>Config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340768"/>
            <a:ext cx="6858000" cy="4371975"/>
          </a:xfr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56" y="1510209"/>
            <a:ext cx="6915150" cy="43815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96" y="1738313"/>
            <a:ext cx="6886575" cy="440055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92" y="1942257"/>
            <a:ext cx="68961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Change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Need Boot Option for KGDB</a:t>
            </a:r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/>
              <a:t>“</a:t>
            </a:r>
            <a:r>
              <a:rPr lang="en-US" altLang="ja-JP" dirty="0" err="1"/>
              <a:t>kgdboc</a:t>
            </a:r>
            <a:r>
              <a:rPr lang="en-US" altLang="ja-JP" dirty="0"/>
              <a:t>=ttyO2,115200”</a:t>
            </a:r>
            <a:r>
              <a:rPr lang="en-US" altLang="ja-JP" dirty="0" smtClean="0"/>
              <a:t> in “</a:t>
            </a:r>
            <a:r>
              <a:rPr lang="en-US" altLang="ja-JP" dirty="0" err="1" smtClean="0"/>
              <a:t>bootargs</a:t>
            </a:r>
            <a:r>
              <a:rPr lang="en-US" altLang="ja-JP" dirty="0" smtClean="0"/>
              <a:t>” section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420888"/>
            <a:ext cx="6933161" cy="35283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>
                <a:solidFill>
                  <a:srgbClr val="FF0000"/>
                </a:solidFill>
              </a:rPr>
              <a:t>wget</a:t>
            </a:r>
            <a:r>
              <a:rPr lang="en-US" altLang="ja-JP" dirty="0" smtClean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http://www.noritsuna.com/download/0001-change-bootarges.patch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4675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Setup</a:t>
            </a:r>
            <a:r>
              <a:rPr lang="ja-JP" altLang="en-US" dirty="0" smtClean="0"/>
              <a:t> </a:t>
            </a:r>
            <a:r>
              <a:rPr lang="en-US" altLang="ja-JP" dirty="0" smtClean="0"/>
              <a:t>Debugging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Need?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How do you debug it???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If your code </a:t>
            </a:r>
            <a:r>
              <a:rPr lang="en-US" dirty="0"/>
              <a:t>has DWARF(Debug Info), </a:t>
            </a:r>
            <a:r>
              <a:rPr lang="en-US" dirty="0" smtClean="0"/>
              <a:t>you can use “</a:t>
            </a:r>
            <a:r>
              <a:rPr lang="en-US" dirty="0" err="1" smtClean="0"/>
              <a:t>objdump</a:t>
            </a:r>
            <a:r>
              <a:rPr lang="en-US" dirty="0" smtClean="0"/>
              <a:t>” command.</a:t>
            </a:r>
          </a:p>
          <a:p>
            <a:pPr lvl="1"/>
            <a:r>
              <a:rPr lang="en-US" dirty="0"/>
              <a:t>arm-</a:t>
            </a:r>
            <a:r>
              <a:rPr lang="en-US" dirty="0" err="1"/>
              <a:t>eabi</a:t>
            </a:r>
            <a:r>
              <a:rPr lang="en-US" dirty="0"/>
              <a:t>-</a:t>
            </a:r>
            <a:r>
              <a:rPr lang="en-US" dirty="0" err="1"/>
              <a:t>objdump</a:t>
            </a:r>
            <a:r>
              <a:rPr lang="en-US" dirty="0"/>
              <a:t> -S -C libc.so |less</a:t>
            </a:r>
          </a:p>
          <a:p>
            <a:pPr lvl="2"/>
            <a:r>
              <a:rPr lang="en-US" dirty="0"/>
              <a:t>-S Show de-assembler source code</a:t>
            </a:r>
          </a:p>
          <a:p>
            <a:pPr lvl="2"/>
            <a:r>
              <a:rPr lang="en-US" dirty="0"/>
              <a:t>-C Show C/C++ function name of source </a:t>
            </a:r>
            <a:r>
              <a:rPr lang="en-US" dirty="0" smtClean="0"/>
              <a:t>code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/>
              <a:t>bionic/</a:t>
            </a:r>
            <a:r>
              <a:rPr lang="en-US" dirty="0" err="1"/>
              <a:t>libc</a:t>
            </a:r>
            <a:r>
              <a:rPr lang="en-US" dirty="0"/>
              <a:t>/</a:t>
            </a:r>
            <a:r>
              <a:rPr lang="en-US" dirty="0" err="1"/>
              <a:t>unistd</a:t>
            </a:r>
            <a:r>
              <a:rPr lang="en-US" dirty="0"/>
              <a:t>/</a:t>
            </a:r>
            <a:r>
              <a:rPr lang="en-US" dirty="0" err="1"/>
              <a:t>abort.c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651565" y="1700808"/>
            <a:ext cx="6933161" cy="6480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#00  pc 00011ca4  /system/lib/libc.so</a:t>
            </a:r>
          </a:p>
        </p:txBody>
      </p:sp>
      <p:sp>
        <p:nvSpPr>
          <p:cNvPr id="5" name="正方形/長方形 3"/>
          <p:cNvSpPr/>
          <p:nvPr/>
        </p:nvSpPr>
        <p:spPr>
          <a:xfrm>
            <a:off x="1403648" y="5517232"/>
            <a:ext cx="6933161" cy="6480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11ca4:       f005 ff25       </a:t>
            </a:r>
            <a:r>
              <a:rPr lang="en-US" altLang="ja-JP" sz="2000" dirty="0" err="1"/>
              <a:t>bl</a:t>
            </a:r>
            <a:r>
              <a:rPr lang="en-US" altLang="ja-JP" sz="2000" dirty="0"/>
              <a:t>      11c40 &lt;abort&gt;</a:t>
            </a:r>
          </a:p>
        </p:txBody>
      </p:sp>
    </p:spTree>
    <p:extLst>
      <p:ext uri="{BB962C8B-B14F-4D97-AF65-F5344CB8AC3E}">
        <p14:creationId xmlns:p14="http://schemas.microsoft.com/office/powerpoint/2010/main" val="2033439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</a:t>
            </a:r>
            <a:r>
              <a:rPr lang="ja-JP" altLang="en-US" dirty="0"/>
              <a:t> </a:t>
            </a:r>
            <a:r>
              <a:rPr lang="en-US" altLang="ja-JP" dirty="0"/>
              <a:t>Debugging Software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460" y="1125538"/>
            <a:ext cx="5993900" cy="5543822"/>
          </a:xfrm>
        </p:spPr>
      </p:pic>
    </p:spTree>
    <p:extLst>
      <p:ext uri="{BB962C8B-B14F-4D97-AF65-F5344CB8AC3E}">
        <p14:creationId xmlns:p14="http://schemas.microsoft.com/office/powerpoint/2010/main" val="2843345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JTAG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eset, halt, resume</a:t>
            </a:r>
          </a:p>
          <a:p>
            <a:pPr lvl="1"/>
            <a:r>
              <a:rPr lang="en-US" dirty="0" smtClean="0"/>
              <a:t>Use for Break Point</a:t>
            </a:r>
          </a:p>
          <a:p>
            <a:pPr lvl="1"/>
            <a:endParaRPr lang="en-US" dirty="0"/>
          </a:p>
          <a:p>
            <a:r>
              <a:rPr lang="en-US" dirty="0" err="1"/>
              <a:t>reg</a:t>
            </a:r>
            <a:endParaRPr lang="en-US" dirty="0"/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eg</a:t>
            </a:r>
            <a:endParaRPr lang="en-US" dirty="0" smtClean="0"/>
          </a:p>
          <a:p>
            <a:pPr lvl="2"/>
            <a:r>
              <a:rPr lang="en-US" dirty="0" smtClean="0"/>
              <a:t>Show register</a:t>
            </a:r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eg</a:t>
            </a:r>
            <a:r>
              <a:rPr lang="en-US" dirty="0" smtClean="0"/>
              <a:t> [entry]</a:t>
            </a:r>
          </a:p>
          <a:p>
            <a:pPr lvl="2"/>
            <a:r>
              <a:rPr lang="en-US" dirty="0" smtClean="0"/>
              <a:t>Show entry register</a:t>
            </a:r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eg</a:t>
            </a:r>
            <a:r>
              <a:rPr lang="en-US" dirty="0" smtClean="0"/>
              <a:t> [entry] [value]</a:t>
            </a:r>
          </a:p>
          <a:p>
            <a:pPr lvl="2"/>
            <a:r>
              <a:rPr lang="en-US" dirty="0" smtClean="0"/>
              <a:t>Set value to entry register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267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Ex. Break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  <a:p>
            <a:pPr lvl="1"/>
            <a:r>
              <a:rPr lang="en-US" dirty="0"/>
              <a:t>"resume" command on </a:t>
            </a:r>
            <a:r>
              <a:rPr lang="en-US" dirty="0" smtClean="0"/>
              <a:t>telnet</a:t>
            </a:r>
            <a:endParaRPr lang="en-US" dirty="0"/>
          </a:p>
          <a:p>
            <a:r>
              <a:rPr lang="en-US" dirty="0"/>
              <a:t>Do exec</a:t>
            </a:r>
          </a:p>
          <a:p>
            <a:pPr lvl="1"/>
            <a:r>
              <a:rPr lang="en-US" dirty="0"/>
              <a:t>"c" command on DDD GDB Console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028879"/>
            <a:ext cx="4134662" cy="382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82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26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dirty="0" smtClean="0"/>
              <a:t>Customize Android System with NDK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3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Framework has 3 Layer Stack for </a:t>
            </a:r>
            <a:r>
              <a:rPr lang="en-US" dirty="0" err="1"/>
              <a:t>SmartPhone</a:t>
            </a:r>
            <a:r>
              <a:rPr lang="en-US" dirty="0"/>
              <a:t> &amp; Tablet PC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Application Framework Layer (Java)</a:t>
            </a:r>
          </a:p>
          <a:p>
            <a:pPr lvl="1"/>
            <a:r>
              <a:rPr lang="en-US" altLang="ja-JP" dirty="0" smtClean="0"/>
              <a:t>Library Layer (Linux C/C++)</a:t>
            </a:r>
          </a:p>
          <a:p>
            <a:pPr lvl="1"/>
            <a:r>
              <a:rPr lang="en-US" dirty="0" smtClean="0"/>
              <a:t>Kernel/Driver Layer (Linux Kernel C/ASM)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-34255"/>
            <a:ext cx="952500" cy="1114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2267744" y="3410186"/>
            <a:ext cx="5032898" cy="34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0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out </a:t>
            </a:r>
            <a:r>
              <a:rPr lang="en-US" dirty="0" err="1" smtClean="0"/>
              <a:t>dir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target/common/</a:t>
            </a:r>
            <a:r>
              <a:rPr lang="en-US" dirty="0" err="1" smtClean="0"/>
              <a:t>obj</a:t>
            </a:r>
            <a:r>
              <a:rPr lang="en-US" dirty="0" smtClean="0"/>
              <a:t>/</a:t>
            </a:r>
            <a:endParaRPr lang="en-US" dirty="0"/>
          </a:p>
          <a:p>
            <a:pPr lvl="1"/>
            <a:r>
              <a:rPr lang="en-US" dirty="0"/>
              <a:t>APPS</a:t>
            </a:r>
          </a:p>
          <a:p>
            <a:pPr lvl="2"/>
            <a:r>
              <a:rPr lang="en-US" dirty="0"/>
              <a:t>APK</a:t>
            </a:r>
          </a:p>
          <a:p>
            <a:pPr lvl="1"/>
            <a:r>
              <a:rPr lang="en-US" dirty="0"/>
              <a:t>JAVA_LIBRARIES</a:t>
            </a:r>
          </a:p>
          <a:p>
            <a:pPr lvl="2"/>
            <a:r>
              <a:rPr lang="en-US" dirty="0"/>
              <a:t>API</a:t>
            </a:r>
          </a:p>
          <a:p>
            <a:pPr lvl="1"/>
            <a:r>
              <a:rPr lang="en-US" dirty="0"/>
              <a:t>PACKAGING</a:t>
            </a:r>
          </a:p>
          <a:p>
            <a:pPr lvl="2"/>
            <a:r>
              <a:rPr lang="en-US" dirty="0"/>
              <a:t>Files Nothing...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4343400" cy="5327650"/>
          </a:xfrm>
        </p:spPr>
        <p:txBody>
          <a:bodyPr/>
          <a:lstStyle/>
          <a:p>
            <a:r>
              <a:rPr lang="en-US" dirty="0" smtClean="0"/>
              <a:t>target/product/</a:t>
            </a:r>
            <a:r>
              <a:rPr lang="en-US" dirty="0" err="1" smtClean="0"/>
              <a:t>flo</a:t>
            </a:r>
            <a:r>
              <a:rPr lang="en-US" dirty="0" smtClean="0"/>
              <a:t>/</a:t>
            </a:r>
            <a:endParaRPr lang="en-US" dirty="0"/>
          </a:p>
          <a:p>
            <a:pPr lvl="1"/>
            <a:r>
              <a:rPr lang="en-US" dirty="0" err="1" smtClean="0"/>
              <a:t>boot.img</a:t>
            </a:r>
            <a:endParaRPr lang="en-US" dirty="0"/>
          </a:p>
          <a:p>
            <a:pPr lvl="2"/>
            <a:r>
              <a:rPr lang="en-US" dirty="0"/>
              <a:t>kernel</a:t>
            </a:r>
          </a:p>
          <a:p>
            <a:pPr lvl="2"/>
            <a:r>
              <a:rPr lang="en-US" dirty="0" err="1"/>
              <a:t>ramdisk.img</a:t>
            </a:r>
            <a:endParaRPr lang="en-US" dirty="0"/>
          </a:p>
          <a:p>
            <a:pPr lvl="2"/>
            <a:r>
              <a:rPr lang="en-US" dirty="0"/>
              <a:t>root</a:t>
            </a:r>
          </a:p>
          <a:p>
            <a:pPr lvl="1"/>
            <a:r>
              <a:rPr lang="en-US" dirty="0" err="1"/>
              <a:t>ramdisk-recovery.img</a:t>
            </a:r>
            <a:endParaRPr lang="en-US" dirty="0"/>
          </a:p>
          <a:p>
            <a:pPr lvl="1"/>
            <a:r>
              <a:rPr lang="en-US" dirty="0" err="1"/>
              <a:t>recovery.img</a:t>
            </a:r>
            <a:endParaRPr lang="en-US" dirty="0"/>
          </a:p>
          <a:p>
            <a:pPr lvl="2"/>
            <a:r>
              <a:rPr lang="en-US" dirty="0"/>
              <a:t>recovery</a:t>
            </a:r>
          </a:p>
          <a:p>
            <a:pPr lvl="1"/>
            <a:r>
              <a:rPr lang="en-US" dirty="0" err="1"/>
              <a:t>system.img</a:t>
            </a:r>
            <a:endParaRPr lang="en-US" dirty="0"/>
          </a:p>
          <a:p>
            <a:pPr lvl="2"/>
            <a:r>
              <a:rPr lang="en-US" dirty="0"/>
              <a:t>system</a:t>
            </a:r>
          </a:p>
          <a:p>
            <a:pPr lvl="1"/>
            <a:r>
              <a:rPr lang="en-US" dirty="0" err="1"/>
              <a:t>userdata.img</a:t>
            </a:r>
            <a:endParaRPr lang="en-US" dirty="0"/>
          </a:p>
          <a:p>
            <a:pPr lvl="2"/>
            <a:r>
              <a:rPr lang="en-US" dirty="0"/>
              <a:t>data</a:t>
            </a:r>
          </a:p>
          <a:p>
            <a:pPr lvl="1"/>
            <a:r>
              <a:rPr lang="en-US" dirty="0" err="1"/>
              <a:t>cache.img</a:t>
            </a:r>
            <a:endParaRPr lang="en-US" dirty="0"/>
          </a:p>
          <a:p>
            <a:pPr lvl="2"/>
            <a:r>
              <a:rPr lang="en-US" dirty="0"/>
              <a:t>cache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491157"/>
            <a:ext cx="5079521" cy="203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48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</a:t>
            </a:r>
            <a:r>
              <a:rPr lang="en-US" dirty="0" err="1" smtClean="0"/>
              <a:t>Fastboot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Fastboot</a:t>
            </a:r>
            <a:r>
              <a:rPr lang="en-US" dirty="0" smtClean="0"/>
              <a:t> is ROM Manager for </a:t>
            </a:r>
            <a:r>
              <a:rPr lang="en-US" dirty="0" err="1" smtClean="0"/>
              <a:t>eMMC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eMMC</a:t>
            </a:r>
            <a:r>
              <a:rPr lang="en-US" dirty="0" smtClean="0"/>
              <a:t> is managed </a:t>
            </a:r>
            <a:r>
              <a:rPr lang="en-US" dirty="0"/>
              <a:t>by Address in Low </a:t>
            </a:r>
            <a:r>
              <a:rPr lang="en-US" dirty="0" err="1" smtClean="0"/>
              <a:t>Lovel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When you write your Kernel, you MUST point kernel address.</a:t>
            </a:r>
          </a:p>
          <a:p>
            <a:pPr lvl="2"/>
            <a:r>
              <a:rPr lang="en-US" dirty="0" smtClean="0"/>
              <a:t>If you mistake kernel address, your system is broken…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899592" y="3429000"/>
            <a:ext cx="7720949" cy="2700299"/>
            <a:chOff x="1171531" y="3507917"/>
            <a:chExt cx="7720949" cy="2700299"/>
          </a:xfrm>
        </p:grpSpPr>
        <p:pic>
          <p:nvPicPr>
            <p:cNvPr id="4" name="図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76" t="18397" r="69773" b="43276"/>
            <a:stretch/>
          </p:blipFill>
          <p:spPr>
            <a:xfrm>
              <a:off x="6084168" y="3507917"/>
              <a:ext cx="2808312" cy="2700299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1531" y="4180420"/>
              <a:ext cx="2929483" cy="1926597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 bwMode="auto">
            <a:xfrm flipV="1">
              <a:off x="3779912" y="3901509"/>
              <a:ext cx="2304256" cy="79108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3894721" y="5877272"/>
              <a:ext cx="2189447" cy="295547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Box 11"/>
            <p:cNvSpPr txBox="1"/>
            <p:nvPr/>
          </p:nvSpPr>
          <p:spPr>
            <a:xfrm>
              <a:off x="3894722" y="4765906"/>
              <a:ext cx="21420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Separated by Address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0513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 Source 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798"/>
          </a:xfrm>
        </p:spPr>
        <p:txBody>
          <a:bodyPr/>
          <a:lstStyle/>
          <a:p>
            <a:pPr lvl="1"/>
            <a:r>
              <a:rPr lang="en-US" dirty="0"/>
              <a:t>p</a:t>
            </a:r>
            <a:r>
              <a:rPr lang="en-US" dirty="0" smtClean="0"/>
              <a:t>ackages</a:t>
            </a:r>
          </a:p>
          <a:p>
            <a:pPr lvl="2"/>
            <a:r>
              <a:rPr lang="en-US" dirty="0" smtClean="0"/>
              <a:t>App for Android</a:t>
            </a:r>
            <a:endParaRPr lang="en-US" dirty="0"/>
          </a:p>
          <a:p>
            <a:pPr lvl="1"/>
            <a:r>
              <a:rPr lang="en-US" dirty="0"/>
              <a:t>f</a:t>
            </a:r>
            <a:r>
              <a:rPr lang="en-US" dirty="0" smtClean="0"/>
              <a:t>rameworks</a:t>
            </a:r>
          </a:p>
          <a:p>
            <a:pPr lvl="2"/>
            <a:r>
              <a:rPr lang="en-US" dirty="0" smtClean="0"/>
              <a:t>Lib for Android Apps</a:t>
            </a:r>
            <a:endParaRPr lang="en-US" dirty="0"/>
          </a:p>
          <a:p>
            <a:pPr lvl="1"/>
            <a:r>
              <a:rPr lang="en-US" dirty="0" smtClean="0"/>
              <a:t>system</a:t>
            </a:r>
            <a:endParaRPr lang="en-US" dirty="0"/>
          </a:p>
          <a:p>
            <a:pPr lvl="2"/>
            <a:r>
              <a:rPr lang="en-US" dirty="0" smtClean="0"/>
              <a:t>Sys Lib for Framework</a:t>
            </a:r>
          </a:p>
          <a:p>
            <a:pPr lvl="1"/>
            <a:r>
              <a:rPr lang="en-US" dirty="0"/>
              <a:t>docs</a:t>
            </a:r>
          </a:p>
          <a:p>
            <a:pPr lvl="2"/>
            <a:r>
              <a:rPr lang="en-US" dirty="0"/>
              <a:t>Java Doc for </a:t>
            </a:r>
            <a:r>
              <a:rPr lang="en-US" dirty="0" smtClean="0"/>
              <a:t>Android</a:t>
            </a:r>
          </a:p>
          <a:p>
            <a:pPr lvl="1"/>
            <a:r>
              <a:rPr lang="en-US" dirty="0"/>
              <a:t>developers</a:t>
            </a:r>
          </a:p>
          <a:p>
            <a:pPr lvl="2"/>
            <a:r>
              <a:rPr lang="en-US" dirty="0"/>
              <a:t>Sample, Demos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127776" y="3315"/>
            <a:ext cx="2016224" cy="95906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/>
              <a:t>build</a:t>
            </a:r>
          </a:p>
          <a:p>
            <a:pPr lvl="2"/>
            <a:r>
              <a:rPr lang="en-US" dirty="0"/>
              <a:t>Tool for Android Build</a:t>
            </a:r>
          </a:p>
          <a:p>
            <a:pPr lvl="1"/>
            <a:r>
              <a:rPr lang="en-US" dirty="0" err="1"/>
              <a:t>prebuilts</a:t>
            </a:r>
            <a:endParaRPr lang="en-US" dirty="0"/>
          </a:p>
          <a:p>
            <a:pPr lvl="2"/>
            <a:r>
              <a:rPr lang="en-US" dirty="0" err="1"/>
              <a:t>Toolchain</a:t>
            </a:r>
            <a:endParaRPr lang="en-US" dirty="0"/>
          </a:p>
          <a:p>
            <a:pPr lvl="1"/>
            <a:r>
              <a:rPr lang="en-US" dirty="0" err="1"/>
              <a:t>sdk</a:t>
            </a:r>
            <a:endParaRPr lang="en-US" dirty="0"/>
          </a:p>
          <a:p>
            <a:pPr lvl="2"/>
            <a:r>
              <a:rPr lang="en-US" dirty="0"/>
              <a:t>Android SDK</a:t>
            </a:r>
          </a:p>
          <a:p>
            <a:pPr lvl="1"/>
            <a:r>
              <a:rPr lang="en-US" dirty="0" err="1"/>
              <a:t>ndk</a:t>
            </a:r>
            <a:endParaRPr lang="en-US" dirty="0"/>
          </a:p>
          <a:p>
            <a:pPr lvl="2"/>
            <a:r>
              <a:rPr lang="en-US" dirty="0"/>
              <a:t>Native SDK</a:t>
            </a:r>
          </a:p>
          <a:p>
            <a:pPr lvl="1"/>
            <a:r>
              <a:rPr lang="en-US" dirty="0" err="1"/>
              <a:t>pdk</a:t>
            </a:r>
            <a:endParaRPr lang="en-US" dirty="0"/>
          </a:p>
          <a:p>
            <a:pPr lvl="2"/>
            <a:r>
              <a:rPr lang="en-US" dirty="0"/>
              <a:t>for 3rd Party SDK</a:t>
            </a:r>
          </a:p>
          <a:p>
            <a:pPr lvl="1"/>
            <a:r>
              <a:rPr lang="en-US" dirty="0" err="1"/>
              <a:t>cts</a:t>
            </a:r>
            <a:endParaRPr lang="en-US" dirty="0"/>
          </a:p>
          <a:p>
            <a:pPr lvl="2"/>
            <a:r>
              <a:rPr lang="en-US" dirty="0"/>
              <a:t>Compatibility Test</a:t>
            </a:r>
          </a:p>
          <a:p>
            <a:pPr lvl="1"/>
            <a:r>
              <a:rPr lang="en-US" dirty="0"/>
              <a:t>tools</a:t>
            </a:r>
          </a:p>
          <a:p>
            <a:pPr lvl="2"/>
            <a:r>
              <a:rPr lang="en-US" dirty="0"/>
              <a:t>Tools for External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 b="59869"/>
          <a:stretch/>
        </p:blipFill>
        <p:spPr>
          <a:xfrm>
            <a:off x="352650" y="770881"/>
            <a:ext cx="3024336" cy="42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09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 Source Code</a:t>
            </a:r>
            <a:endParaRPr lang="en-US" dirty="0"/>
          </a:p>
        </p:txBody>
      </p:sp>
      <p:sp>
        <p:nvSpPr>
          <p:cNvPr id="7" name="Content Placeholder 4"/>
          <p:cNvSpPr txBox="1">
            <a:spLocks/>
          </p:cNvSpPr>
          <p:nvPr/>
        </p:nvSpPr>
        <p:spPr bwMode="auto">
          <a:xfrm>
            <a:off x="836612" y="1197546"/>
            <a:ext cx="4599483" cy="237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e</a:t>
            </a:r>
            <a:r>
              <a:rPr lang="en-US" dirty="0" smtClean="0"/>
              <a:t>xternal</a:t>
            </a:r>
          </a:p>
          <a:p>
            <a:pPr lvl="2"/>
            <a:r>
              <a:rPr lang="en-US" dirty="0" smtClean="0"/>
              <a:t>Linux </a:t>
            </a:r>
            <a:r>
              <a:rPr lang="en-US" dirty="0"/>
              <a:t>Lib</a:t>
            </a:r>
          </a:p>
          <a:p>
            <a:pPr lvl="1"/>
            <a:r>
              <a:rPr lang="en-US" dirty="0" err="1"/>
              <a:t>libcore</a:t>
            </a:r>
            <a:endParaRPr lang="en-US" dirty="0"/>
          </a:p>
          <a:p>
            <a:pPr lvl="2"/>
            <a:r>
              <a:rPr lang="en-US" dirty="0" smtClean="0"/>
              <a:t>Lib for Android</a:t>
            </a:r>
            <a:endParaRPr lang="en-US" dirty="0"/>
          </a:p>
          <a:p>
            <a:pPr lvl="1"/>
            <a:r>
              <a:rPr lang="en-US" dirty="0"/>
              <a:t>bionic</a:t>
            </a:r>
          </a:p>
          <a:p>
            <a:pPr lvl="2"/>
            <a:r>
              <a:rPr lang="en-US" dirty="0" err="1"/>
              <a:t>libc</a:t>
            </a:r>
            <a:r>
              <a:rPr lang="en-US" dirty="0"/>
              <a:t> for Android</a:t>
            </a:r>
          </a:p>
          <a:p>
            <a:pPr lvl="1"/>
            <a:r>
              <a:rPr lang="en-US" dirty="0" err="1" smtClean="0"/>
              <a:t>libnativehelper</a:t>
            </a:r>
            <a:endParaRPr lang="en-US" dirty="0"/>
          </a:p>
          <a:p>
            <a:pPr lvl="2"/>
            <a:r>
              <a:rPr lang="en-US" dirty="0"/>
              <a:t>Helper for JNI</a:t>
            </a:r>
          </a:p>
          <a:p>
            <a:pPr lvl="1"/>
            <a:r>
              <a:rPr lang="en-US" dirty="0" err="1" smtClean="0"/>
              <a:t>abi</a:t>
            </a:r>
            <a:endParaRPr lang="en-US" dirty="0" smtClean="0"/>
          </a:p>
          <a:p>
            <a:pPr lvl="2"/>
            <a:r>
              <a:rPr lang="en-US" dirty="0" smtClean="0"/>
              <a:t>Application </a:t>
            </a:r>
            <a:r>
              <a:rPr lang="en-US" dirty="0"/>
              <a:t>Binary Interface </a:t>
            </a:r>
          </a:p>
          <a:p>
            <a:pPr lvl="1"/>
            <a:r>
              <a:rPr lang="en-US" dirty="0" err="1"/>
              <a:t>d</a:t>
            </a:r>
            <a:r>
              <a:rPr lang="en-US" dirty="0" err="1" smtClean="0"/>
              <a:t>alvik</a:t>
            </a:r>
            <a:endParaRPr lang="en-US" dirty="0" smtClean="0"/>
          </a:p>
          <a:p>
            <a:pPr lvl="2"/>
            <a:r>
              <a:rPr lang="en-US" dirty="0" smtClean="0"/>
              <a:t>Java VM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rt</a:t>
            </a:r>
          </a:p>
          <a:p>
            <a:pPr lvl="2"/>
            <a:r>
              <a:rPr lang="en-US" dirty="0" smtClean="0"/>
              <a:t>Next Generation VM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8"/>
          <a:stretch/>
        </p:blipFill>
        <p:spPr>
          <a:xfrm>
            <a:off x="4067944" y="675552"/>
            <a:ext cx="3024336" cy="414467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4535710"/>
          </a:xfrm>
        </p:spPr>
        <p:txBody>
          <a:bodyPr/>
          <a:lstStyle/>
          <a:p>
            <a:pPr lvl="1"/>
            <a:r>
              <a:rPr lang="en-US" dirty="0"/>
              <a:t>d</a:t>
            </a:r>
            <a:r>
              <a:rPr lang="en-US" dirty="0" smtClean="0"/>
              <a:t>evice</a:t>
            </a:r>
          </a:p>
          <a:p>
            <a:pPr lvl="2"/>
            <a:r>
              <a:rPr lang="en-US" dirty="0" smtClean="0"/>
              <a:t>Diff for Devices</a:t>
            </a:r>
            <a:endParaRPr lang="en-US" dirty="0"/>
          </a:p>
          <a:p>
            <a:pPr lvl="1"/>
            <a:r>
              <a:rPr lang="en-US" dirty="0"/>
              <a:t>hardware</a:t>
            </a:r>
          </a:p>
          <a:p>
            <a:pPr lvl="2"/>
            <a:r>
              <a:rPr lang="en-US" dirty="0" smtClean="0"/>
              <a:t>Drivers</a:t>
            </a:r>
          </a:p>
          <a:p>
            <a:pPr lvl="1"/>
            <a:r>
              <a:rPr lang="en-US" dirty="0" smtClean="0"/>
              <a:t>bootable</a:t>
            </a:r>
          </a:p>
          <a:p>
            <a:pPr lvl="2"/>
            <a:r>
              <a:rPr lang="en-US" dirty="0" err="1" smtClean="0"/>
              <a:t>BootLoader</a:t>
            </a:r>
            <a:endParaRPr lang="en-US" dirty="0"/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127776" y="3315"/>
            <a:ext cx="2016224" cy="9590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60" b="24084"/>
          <a:stretch/>
        </p:blipFill>
        <p:spPr>
          <a:xfrm>
            <a:off x="376239" y="692696"/>
            <a:ext cx="3024336" cy="5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20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Customized Android System(ROM)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6774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What’s Nexus7?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Tablet</a:t>
            </a:r>
            <a:endParaRPr lang="fr-FR" altLang="ja-JP" dirty="0"/>
          </a:p>
          <a:p>
            <a:pPr lvl="2"/>
            <a:r>
              <a:rPr lang="fr-FR" altLang="ja-JP" dirty="0" smtClean="0"/>
              <a:t>Nexus7(2013)</a:t>
            </a:r>
            <a:endParaRPr lang="fr-FR" altLang="ja-JP" dirty="0"/>
          </a:p>
          <a:p>
            <a:pPr lvl="3"/>
            <a:r>
              <a:rPr lang="en-US" altLang="ja-JP" dirty="0">
                <a:hlinkClick r:id="rId2"/>
              </a:rPr>
              <a:t>http://www.google.com/nexus/7</a:t>
            </a:r>
            <a:r>
              <a:rPr lang="en-US" altLang="ja-JP" dirty="0" smtClean="0">
                <a:hlinkClick r:id="rId2"/>
              </a:rPr>
              <a:t>/</a:t>
            </a:r>
            <a:endParaRPr lang="en-US" altLang="ja-JP" dirty="0" smtClean="0"/>
          </a:p>
          <a:p>
            <a:pPr lvl="3"/>
            <a:endParaRPr lang="en-US" altLang="ja-JP" dirty="0"/>
          </a:p>
          <a:p>
            <a:pPr lvl="3"/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JCROM </a:t>
            </a:r>
          </a:p>
          <a:p>
            <a:pPr lvl="2"/>
            <a:r>
              <a:rPr lang="fr-FR" altLang="ja-JP" dirty="0" smtClean="0"/>
              <a:t>With Build Manual</a:t>
            </a:r>
            <a:endParaRPr kumimoji="1" lang="fr-FR" altLang="ja-JP" dirty="0" smtClean="0"/>
          </a:p>
          <a:p>
            <a:pPr lvl="2"/>
            <a:r>
              <a:rPr lang="en-US" altLang="ja-JP" dirty="0">
                <a:hlinkClick r:id="rId3"/>
              </a:rPr>
              <a:t>https://sites.google.com/site/jcromproject</a:t>
            </a:r>
            <a:r>
              <a:rPr lang="en-US" altLang="ja-JP" dirty="0" smtClean="0">
                <a:hlinkClick r:id="rId3"/>
              </a:rPr>
              <a:t>/</a:t>
            </a:r>
            <a:endParaRPr lang="en-US" altLang="ja-JP" dirty="0" smtClean="0"/>
          </a:p>
          <a:p>
            <a:pPr lvl="2"/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054" y="1044403"/>
            <a:ext cx="3763488" cy="2947281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95" y="3991684"/>
            <a:ext cx="3995803" cy="25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8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Customized UI/UX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Android System</a:t>
            </a:r>
          </a:p>
          <a:p>
            <a:pPr lvl="1"/>
            <a:r>
              <a:rPr lang="en-US" dirty="0" smtClean="0"/>
              <a:t>View</a:t>
            </a:r>
          </a:p>
          <a:p>
            <a:pPr lvl="1"/>
            <a:r>
              <a:rPr lang="en-US" dirty="0" smtClean="0"/>
              <a:t>Animation</a:t>
            </a:r>
          </a:p>
          <a:p>
            <a:pPr lvl="1"/>
            <a:r>
              <a:rPr lang="en-US" dirty="0" err="1" smtClean="0"/>
              <a:t>SystemUI</a:t>
            </a:r>
            <a:endParaRPr lang="en-US" dirty="0" smtClean="0"/>
          </a:p>
          <a:p>
            <a:pPr lvl="1"/>
            <a:r>
              <a:rPr lang="en-US" dirty="0" smtClean="0"/>
              <a:t>Home</a:t>
            </a:r>
          </a:p>
          <a:p>
            <a:pPr lvl="1"/>
            <a:r>
              <a:rPr lang="en-US" dirty="0" smtClean="0"/>
              <a:t>Widget</a:t>
            </a:r>
          </a:p>
          <a:p>
            <a:pPr lvl="1"/>
            <a:r>
              <a:rPr lang="en-US" dirty="0" smtClean="0"/>
              <a:t>Notification</a:t>
            </a:r>
            <a:endParaRPr lang="en-US" dirty="0"/>
          </a:p>
          <a:p>
            <a:pPr lvl="1"/>
            <a:r>
              <a:rPr lang="en-US" dirty="0" smtClean="0"/>
              <a:t>Settings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tc…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63514" y="1994314"/>
            <a:ext cx="5653672" cy="468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8277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Framework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APIs</a:t>
            </a:r>
          </a:p>
          <a:p>
            <a:pPr lvl="1"/>
            <a:r>
              <a:rPr lang="en-US" dirty="0"/>
              <a:t>App Components</a:t>
            </a:r>
          </a:p>
          <a:p>
            <a:pPr lvl="1"/>
            <a:r>
              <a:rPr lang="en-US" dirty="0"/>
              <a:t>User Interface</a:t>
            </a:r>
          </a:p>
          <a:p>
            <a:pPr lvl="1"/>
            <a:r>
              <a:rPr lang="en-US" dirty="0"/>
              <a:t>App Resources</a:t>
            </a:r>
          </a:p>
          <a:p>
            <a:pPr lvl="1"/>
            <a:r>
              <a:rPr lang="en-US" dirty="0"/>
              <a:t>Animation and Graphics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Media and Camera</a:t>
            </a:r>
          </a:p>
          <a:p>
            <a:pPr lvl="1"/>
            <a:r>
              <a:rPr lang="en-US" dirty="0"/>
              <a:t>Location and Sensors</a:t>
            </a:r>
          </a:p>
          <a:p>
            <a:pPr lvl="1"/>
            <a:r>
              <a:rPr lang="en-US" dirty="0"/>
              <a:t>Connectivity</a:t>
            </a:r>
          </a:p>
          <a:p>
            <a:pPr lvl="1"/>
            <a:r>
              <a:rPr lang="en-US" dirty="0"/>
              <a:t>Text and Input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dirty="0"/>
              <a:t>Data Storage</a:t>
            </a:r>
          </a:p>
          <a:p>
            <a:pPr lvl="1"/>
            <a:r>
              <a:rPr lang="en-US" dirty="0"/>
              <a:t>Administration</a:t>
            </a:r>
          </a:p>
          <a:p>
            <a:pPr lvl="1"/>
            <a:r>
              <a:rPr lang="en-US" dirty="0"/>
              <a:t>Web Apps</a:t>
            </a:r>
          </a:p>
          <a:p>
            <a:pPr lvl="1"/>
            <a:r>
              <a:rPr lang="en-US" dirty="0"/>
              <a:t>Best Practices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2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ADT</a:t>
            </a:r>
          </a:p>
          <a:p>
            <a:pPr lvl="1"/>
            <a:r>
              <a:rPr lang="en-US" dirty="0" smtClean="0"/>
              <a:t>Standard Android Application</a:t>
            </a:r>
          </a:p>
          <a:p>
            <a:pPr lvl="1"/>
            <a:r>
              <a:rPr lang="en-US" dirty="0" smtClean="0"/>
              <a:t>Only Java on Application Framework Layer</a:t>
            </a:r>
          </a:p>
          <a:p>
            <a:pPr lvl="1"/>
            <a:endParaRPr lang="en-US" dirty="0"/>
          </a:p>
          <a:p>
            <a:r>
              <a:rPr lang="en-US" altLang="ja-JP" dirty="0"/>
              <a:t>A</a:t>
            </a:r>
            <a:r>
              <a:rPr lang="en-US" altLang="ja-JP" dirty="0" smtClean="0"/>
              <a:t>dvantage</a:t>
            </a:r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dirty="0" smtClean="0">
                <a:solidFill>
                  <a:srgbClr val="FF0000"/>
                </a:solidFill>
              </a:rPr>
              <a:t>All</a:t>
            </a:r>
            <a:r>
              <a:rPr lang="en-US" dirty="0" smtClean="0"/>
              <a:t> Android Tools</a:t>
            </a:r>
          </a:p>
          <a:p>
            <a:pPr lvl="1"/>
            <a:r>
              <a:rPr lang="en-US" dirty="0" smtClean="0"/>
              <a:t>Many Docs from Google Developer Site &amp; Blogs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(Java)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148064" y="3248247"/>
            <a:ext cx="3744416" cy="900833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Framework</a:t>
            </a:r>
          </a:p>
          <a:p>
            <a:pPr algn="ctr"/>
            <a:r>
              <a:rPr lang="en-US" dirty="0" smtClean="0"/>
              <a:t>Layer (Java)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5940152" y="2780928"/>
            <a:ext cx="4320480" cy="461665"/>
            <a:chOff x="2483768" y="2792142"/>
            <a:chExt cx="4320480" cy="4616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Java API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40152" y="4149080"/>
            <a:ext cx="4320480" cy="467319"/>
            <a:chOff x="2843808" y="2780928"/>
            <a:chExt cx="4320480" cy="467319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JNI(C/C++)</a:t>
              </a:r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4613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NDK w/ADT</a:t>
            </a:r>
            <a:endParaRPr lang="en-US" dirty="0"/>
          </a:p>
          <a:p>
            <a:pPr lvl="1"/>
            <a:r>
              <a:rPr lang="en-US" dirty="0"/>
              <a:t>Standard Android Application for C/C++</a:t>
            </a:r>
          </a:p>
          <a:p>
            <a:pPr lvl="1"/>
            <a:r>
              <a:rPr lang="en-US" dirty="0" smtClean="0"/>
              <a:t>Java </a:t>
            </a:r>
            <a:r>
              <a:rPr lang="en-US" dirty="0"/>
              <a:t>on Application Framework </a:t>
            </a:r>
            <a:r>
              <a:rPr lang="en-US" dirty="0" smtClean="0"/>
              <a:t>Layer</a:t>
            </a:r>
          </a:p>
          <a:p>
            <a:pPr lvl="1"/>
            <a:r>
              <a:rPr lang="en-US" dirty="0" smtClean="0"/>
              <a:t>C/C++ on </a:t>
            </a:r>
            <a:r>
              <a:rPr lang="en-US" b="1" dirty="0" smtClean="0">
                <a:solidFill>
                  <a:srgbClr val="FF0000"/>
                </a:solidFill>
              </a:rPr>
              <a:t>Limited</a:t>
            </a:r>
            <a:r>
              <a:rPr lang="en-US" dirty="0" smtClean="0"/>
              <a:t>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/>
              <a:t>Advantage</a:t>
            </a:r>
            <a:endParaRPr lang="en-US" dirty="0"/>
          </a:p>
          <a:p>
            <a:pPr lvl="1"/>
            <a:r>
              <a:rPr lang="en-US" dirty="0" smtClean="0"/>
              <a:t>Use </a:t>
            </a:r>
            <a:r>
              <a:rPr lang="en-US" b="1" dirty="0" err="1" smtClean="0">
                <a:solidFill>
                  <a:srgbClr val="FF0000"/>
                </a:solidFill>
              </a:rPr>
              <a:t>Java&amp;C</a:t>
            </a:r>
            <a:r>
              <a:rPr lang="en-US" b="1" dirty="0" smtClean="0">
                <a:solidFill>
                  <a:srgbClr val="FF0000"/>
                </a:solidFill>
              </a:rPr>
              <a:t>/C++</a:t>
            </a:r>
            <a:endParaRPr lang="en-US" dirty="0" smtClean="0"/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 smtClean="0"/>
              <a:t>Must Use UI Framework on Java Layer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(Java &amp; C/C++)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724128" y="3248247"/>
            <a:ext cx="3168352" cy="900833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Framework</a:t>
            </a:r>
          </a:p>
          <a:p>
            <a:pPr algn="ctr"/>
            <a:r>
              <a:rPr lang="en-US" dirty="0" smtClean="0"/>
              <a:t>Layer (Java)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5940152" y="2780928"/>
            <a:ext cx="4320480" cy="461665"/>
            <a:chOff x="2483768" y="2792142"/>
            <a:chExt cx="4320480" cy="4616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Java API</a:t>
              </a:r>
              <a:endParaRPr lang="en-US" dirty="0"/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JNI(C/C++)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6944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Add New APIs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4578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Framework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3" y="888744"/>
            <a:ext cx="5904657" cy="761413"/>
          </a:xfrm>
        </p:spPr>
        <p:txBody>
          <a:bodyPr/>
          <a:lstStyle/>
          <a:p>
            <a:r>
              <a:rPr lang="en-US" dirty="0" smtClean="0"/>
              <a:t>Packages by Android Framework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6613" y="1340768"/>
            <a:ext cx="24482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android.accessibilityservice</a:t>
            </a:r>
            <a:endParaRPr lang="en-US" sz="1100" dirty="0"/>
          </a:p>
          <a:p>
            <a:r>
              <a:rPr lang="en-US" sz="1100" dirty="0" err="1"/>
              <a:t>android.accounts</a:t>
            </a:r>
            <a:endParaRPr lang="en-US" sz="1100" dirty="0"/>
          </a:p>
          <a:p>
            <a:r>
              <a:rPr lang="en-US" sz="1100" dirty="0" err="1"/>
              <a:t>android.animation</a:t>
            </a:r>
            <a:endParaRPr lang="en-US" sz="1100" dirty="0"/>
          </a:p>
          <a:p>
            <a:r>
              <a:rPr lang="en-US" sz="1100" dirty="0" err="1"/>
              <a:t>android.app</a:t>
            </a:r>
            <a:endParaRPr lang="en-US" sz="1100" dirty="0"/>
          </a:p>
          <a:p>
            <a:r>
              <a:rPr lang="en-US" sz="1100" dirty="0" err="1"/>
              <a:t>android.app.admin</a:t>
            </a:r>
            <a:endParaRPr lang="en-US" sz="1100" dirty="0"/>
          </a:p>
          <a:p>
            <a:r>
              <a:rPr lang="en-US" sz="1100" dirty="0" err="1"/>
              <a:t>android.app.backup</a:t>
            </a:r>
            <a:endParaRPr lang="en-US" sz="1100" dirty="0"/>
          </a:p>
          <a:p>
            <a:r>
              <a:rPr lang="en-US" sz="1100" dirty="0" err="1"/>
              <a:t>android.appwidget</a:t>
            </a:r>
            <a:endParaRPr lang="en-US" sz="1100" dirty="0"/>
          </a:p>
          <a:p>
            <a:r>
              <a:rPr lang="en-US" sz="1100" dirty="0" err="1"/>
              <a:t>android.bluetooth</a:t>
            </a:r>
            <a:endParaRPr lang="en-US" sz="1100" dirty="0"/>
          </a:p>
          <a:p>
            <a:r>
              <a:rPr lang="en-US" sz="1100" dirty="0" err="1"/>
              <a:t>android.content</a:t>
            </a:r>
            <a:endParaRPr lang="en-US" sz="1100" dirty="0"/>
          </a:p>
          <a:p>
            <a:r>
              <a:rPr lang="en-US" sz="1100" dirty="0"/>
              <a:t>android.content.pm</a:t>
            </a:r>
          </a:p>
          <a:p>
            <a:r>
              <a:rPr lang="en-US" sz="1100" dirty="0"/>
              <a:t>android.content.res</a:t>
            </a:r>
          </a:p>
          <a:p>
            <a:r>
              <a:rPr lang="en-US" sz="1100" dirty="0" err="1"/>
              <a:t>android.database</a:t>
            </a:r>
            <a:endParaRPr lang="en-US" sz="1100" dirty="0"/>
          </a:p>
          <a:p>
            <a:r>
              <a:rPr lang="en-US" sz="1100" dirty="0" err="1"/>
              <a:t>android.database.sqlite</a:t>
            </a:r>
            <a:endParaRPr lang="en-US" sz="1100" dirty="0"/>
          </a:p>
          <a:p>
            <a:r>
              <a:rPr lang="en-US" sz="1100" dirty="0" err="1"/>
              <a:t>android.drm</a:t>
            </a:r>
            <a:endParaRPr lang="en-US" sz="1100" dirty="0"/>
          </a:p>
          <a:p>
            <a:r>
              <a:rPr lang="en-US" sz="1100" dirty="0" err="1"/>
              <a:t>android.gesture</a:t>
            </a:r>
            <a:endParaRPr lang="en-US" sz="1100" dirty="0"/>
          </a:p>
          <a:p>
            <a:r>
              <a:rPr lang="en-US" sz="1100" dirty="0" err="1"/>
              <a:t>android.graphics</a:t>
            </a:r>
            <a:endParaRPr lang="en-US" sz="1100" dirty="0"/>
          </a:p>
          <a:p>
            <a:r>
              <a:rPr lang="en-US" sz="1100" dirty="0" err="1"/>
              <a:t>android.graphics.drawable</a:t>
            </a:r>
            <a:endParaRPr lang="en-US" sz="1100" dirty="0"/>
          </a:p>
          <a:p>
            <a:r>
              <a:rPr lang="en-US" sz="1100" dirty="0" err="1"/>
              <a:t>android.graphics.drawable.shapes</a:t>
            </a:r>
            <a:endParaRPr lang="en-US" sz="1100" dirty="0"/>
          </a:p>
          <a:p>
            <a:r>
              <a:rPr lang="en-US" sz="1100" dirty="0"/>
              <a:t>android.graphics.pdf</a:t>
            </a:r>
          </a:p>
          <a:p>
            <a:r>
              <a:rPr lang="en-US" sz="1100" dirty="0" err="1"/>
              <a:t>android.hardware</a:t>
            </a:r>
            <a:endParaRPr lang="en-US" sz="1100" dirty="0"/>
          </a:p>
          <a:p>
            <a:r>
              <a:rPr lang="en-US" sz="1100" dirty="0" err="1"/>
              <a:t>android.hardware.display</a:t>
            </a:r>
            <a:endParaRPr lang="en-US" sz="1100" dirty="0"/>
          </a:p>
          <a:p>
            <a:r>
              <a:rPr lang="en-US" sz="1100" dirty="0" err="1"/>
              <a:t>android.hardware.input</a:t>
            </a:r>
            <a:endParaRPr lang="en-US" sz="1100" dirty="0"/>
          </a:p>
          <a:p>
            <a:r>
              <a:rPr lang="en-US" sz="1100" dirty="0" err="1"/>
              <a:t>android.hardware.location</a:t>
            </a:r>
            <a:endParaRPr lang="en-US" sz="1100" dirty="0"/>
          </a:p>
          <a:p>
            <a:r>
              <a:rPr lang="en-US" sz="1100" dirty="0" err="1"/>
              <a:t>android.hardware.usb</a:t>
            </a:r>
            <a:endParaRPr lang="en-US" sz="1100" dirty="0"/>
          </a:p>
          <a:p>
            <a:r>
              <a:rPr lang="en-US" sz="1100" dirty="0" err="1"/>
              <a:t>android.inputmethodservice</a:t>
            </a:r>
            <a:endParaRPr lang="en-US" sz="1100" dirty="0"/>
          </a:p>
          <a:p>
            <a:r>
              <a:rPr lang="en-US" sz="1100" dirty="0" err="1" smtClean="0"/>
              <a:t>android.location</a:t>
            </a:r>
            <a:endParaRPr lang="en-US" sz="1100" dirty="0" smtClean="0"/>
          </a:p>
          <a:p>
            <a:r>
              <a:rPr lang="en-US" sz="1100" dirty="0" err="1"/>
              <a:t>android.media</a:t>
            </a:r>
            <a:endParaRPr lang="en-US" sz="1100" dirty="0"/>
          </a:p>
          <a:p>
            <a:r>
              <a:rPr lang="en-US" sz="1100" dirty="0" err="1"/>
              <a:t>android.media.audiofx</a:t>
            </a:r>
            <a:endParaRPr lang="en-US" sz="1100" dirty="0"/>
          </a:p>
          <a:p>
            <a:r>
              <a:rPr lang="en-US" sz="1100" dirty="0" err="1"/>
              <a:t>android.media.effect</a:t>
            </a:r>
            <a:endParaRPr lang="en-US" sz="1100" dirty="0"/>
          </a:p>
          <a:p>
            <a:r>
              <a:rPr lang="en-US" sz="1100" dirty="0" err="1"/>
              <a:t>android.mtp</a:t>
            </a:r>
            <a:endParaRPr lang="en-US" sz="1100" dirty="0"/>
          </a:p>
          <a:p>
            <a:r>
              <a:rPr lang="en-US" sz="1100" dirty="0" smtClean="0"/>
              <a:t>android.net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340768"/>
            <a:ext cx="24482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android.net</a:t>
            </a:r>
          </a:p>
          <a:p>
            <a:r>
              <a:rPr lang="en-US" sz="1100" dirty="0" err="1"/>
              <a:t>android.net.http</a:t>
            </a:r>
            <a:endParaRPr lang="en-US" sz="1100" dirty="0"/>
          </a:p>
          <a:p>
            <a:r>
              <a:rPr lang="en-US" sz="1100" dirty="0" err="1"/>
              <a:t>android.net.nsd</a:t>
            </a:r>
            <a:endParaRPr lang="en-US" sz="1100" dirty="0"/>
          </a:p>
          <a:p>
            <a:r>
              <a:rPr lang="en-US" sz="1100" dirty="0" err="1"/>
              <a:t>android.net.rtp</a:t>
            </a:r>
            <a:endParaRPr lang="en-US" sz="1100" dirty="0"/>
          </a:p>
          <a:p>
            <a:r>
              <a:rPr lang="en-US" sz="1100" dirty="0" err="1"/>
              <a:t>android.net.sip</a:t>
            </a:r>
            <a:endParaRPr lang="en-US" sz="1100" dirty="0"/>
          </a:p>
          <a:p>
            <a:r>
              <a:rPr lang="en-US" sz="1100" dirty="0" err="1"/>
              <a:t>android.net.wifi</a:t>
            </a:r>
            <a:endParaRPr lang="en-US" sz="1100" dirty="0"/>
          </a:p>
          <a:p>
            <a:r>
              <a:rPr lang="en-US" sz="1100" dirty="0"/>
              <a:t>android.net.wifi.p2p</a:t>
            </a:r>
          </a:p>
          <a:p>
            <a:r>
              <a:rPr lang="en-US" sz="1100" dirty="0"/>
              <a:t>android.net.wifi.p2p.nsd</a:t>
            </a:r>
          </a:p>
          <a:p>
            <a:r>
              <a:rPr lang="en-US" sz="1100" dirty="0" err="1"/>
              <a:t>android.nfc</a:t>
            </a:r>
            <a:endParaRPr lang="en-US" sz="1100" dirty="0"/>
          </a:p>
          <a:p>
            <a:r>
              <a:rPr lang="en-US" sz="1100" dirty="0" err="1"/>
              <a:t>android.nfc.cardemulation</a:t>
            </a:r>
            <a:endParaRPr lang="en-US" sz="1100" dirty="0"/>
          </a:p>
          <a:p>
            <a:r>
              <a:rPr lang="en-US" sz="1100" dirty="0" err="1"/>
              <a:t>android.nfc.tech</a:t>
            </a:r>
            <a:endParaRPr lang="en-US" sz="1100" dirty="0"/>
          </a:p>
          <a:p>
            <a:r>
              <a:rPr lang="en-US" sz="1100" dirty="0" err="1"/>
              <a:t>android.opengl</a:t>
            </a:r>
            <a:endParaRPr lang="en-US" sz="1100" dirty="0"/>
          </a:p>
          <a:p>
            <a:r>
              <a:rPr lang="en-US" sz="1100" dirty="0" err="1"/>
              <a:t>android.os</a:t>
            </a:r>
            <a:endParaRPr lang="en-US" sz="1100" dirty="0"/>
          </a:p>
          <a:p>
            <a:r>
              <a:rPr lang="en-US" sz="1100" dirty="0" err="1"/>
              <a:t>android.os.storage</a:t>
            </a:r>
            <a:endParaRPr lang="en-US" sz="1100" dirty="0"/>
          </a:p>
          <a:p>
            <a:r>
              <a:rPr lang="en-US" sz="1100" dirty="0" err="1"/>
              <a:t>android.preference</a:t>
            </a:r>
            <a:endParaRPr lang="en-US" sz="1100" dirty="0"/>
          </a:p>
          <a:p>
            <a:r>
              <a:rPr lang="en-US" sz="1100" dirty="0" err="1"/>
              <a:t>android.print</a:t>
            </a:r>
            <a:endParaRPr lang="en-US" sz="1100" dirty="0"/>
          </a:p>
          <a:p>
            <a:r>
              <a:rPr lang="en-US" sz="1100" dirty="0"/>
              <a:t>android.print.pdf</a:t>
            </a:r>
          </a:p>
          <a:p>
            <a:r>
              <a:rPr lang="en-US" sz="1100" dirty="0" err="1"/>
              <a:t>android.printservice</a:t>
            </a:r>
            <a:endParaRPr lang="en-US" sz="1100" dirty="0"/>
          </a:p>
          <a:p>
            <a:r>
              <a:rPr lang="en-US" sz="1100" dirty="0" err="1"/>
              <a:t>android.provider</a:t>
            </a:r>
            <a:endParaRPr lang="en-US" sz="1100" dirty="0"/>
          </a:p>
          <a:p>
            <a:r>
              <a:rPr lang="en-US" sz="1100" dirty="0" err="1"/>
              <a:t>android.renderscript</a:t>
            </a:r>
            <a:endParaRPr lang="en-US" sz="1100" dirty="0"/>
          </a:p>
          <a:p>
            <a:r>
              <a:rPr lang="en-US" sz="1100" dirty="0" err="1"/>
              <a:t>android.sax</a:t>
            </a:r>
            <a:endParaRPr lang="en-US" sz="1100" dirty="0"/>
          </a:p>
          <a:p>
            <a:r>
              <a:rPr lang="en-US" sz="1100" dirty="0" err="1"/>
              <a:t>android.security</a:t>
            </a:r>
            <a:endParaRPr lang="en-US" sz="1100" dirty="0"/>
          </a:p>
          <a:p>
            <a:r>
              <a:rPr lang="en-US" sz="1100" dirty="0" err="1"/>
              <a:t>android.service.dreams</a:t>
            </a:r>
            <a:endParaRPr lang="en-US" sz="1100" dirty="0"/>
          </a:p>
          <a:p>
            <a:r>
              <a:rPr lang="en-US" sz="1100" dirty="0" err="1"/>
              <a:t>android.service.notification</a:t>
            </a:r>
            <a:endParaRPr lang="en-US" sz="1100" dirty="0"/>
          </a:p>
          <a:p>
            <a:r>
              <a:rPr lang="en-US" sz="1100" dirty="0" err="1"/>
              <a:t>android.service.textservice</a:t>
            </a:r>
            <a:endParaRPr lang="en-US" sz="1100" dirty="0"/>
          </a:p>
          <a:p>
            <a:r>
              <a:rPr lang="en-US" sz="1100" dirty="0" err="1"/>
              <a:t>android.service.wallpaper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4853235" y="1269450"/>
            <a:ext cx="259908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android.speech</a:t>
            </a:r>
            <a:endParaRPr lang="en-US" sz="1100" dirty="0"/>
          </a:p>
          <a:p>
            <a:r>
              <a:rPr lang="en-US" sz="1100" dirty="0" err="1"/>
              <a:t>android.speech.tts</a:t>
            </a:r>
            <a:endParaRPr lang="en-US" sz="1100" dirty="0"/>
          </a:p>
          <a:p>
            <a:r>
              <a:rPr lang="en-US" sz="1100" dirty="0"/>
              <a:t>android.support.v13.app</a:t>
            </a:r>
          </a:p>
          <a:p>
            <a:r>
              <a:rPr lang="en-US" sz="1100" dirty="0"/>
              <a:t>android.support.v4.accessibilityservice</a:t>
            </a:r>
          </a:p>
          <a:p>
            <a:r>
              <a:rPr lang="en-US" sz="1100" dirty="0"/>
              <a:t>android.support.v4.app</a:t>
            </a:r>
          </a:p>
          <a:p>
            <a:r>
              <a:rPr lang="en-US" sz="1100" dirty="0"/>
              <a:t>android.support.v4.content</a:t>
            </a:r>
          </a:p>
          <a:p>
            <a:r>
              <a:rPr lang="en-US" sz="1100" dirty="0"/>
              <a:t>android.support.v4.content.pm</a:t>
            </a:r>
          </a:p>
          <a:p>
            <a:r>
              <a:rPr lang="en-US" sz="1100" dirty="0"/>
              <a:t>android.support.v4.database</a:t>
            </a:r>
          </a:p>
          <a:p>
            <a:r>
              <a:rPr lang="en-US" sz="1100" dirty="0"/>
              <a:t>android.support.v4.graphics.drawable</a:t>
            </a:r>
          </a:p>
          <a:p>
            <a:r>
              <a:rPr lang="en-US" sz="1100" dirty="0"/>
              <a:t>android.support.v4.hardware.display</a:t>
            </a:r>
          </a:p>
          <a:p>
            <a:r>
              <a:rPr lang="en-US" sz="1100" dirty="0"/>
              <a:t>android.support.v4.media</a:t>
            </a:r>
          </a:p>
          <a:p>
            <a:r>
              <a:rPr lang="en-US" sz="1100" dirty="0"/>
              <a:t>android.support.v4.net</a:t>
            </a:r>
          </a:p>
          <a:p>
            <a:r>
              <a:rPr lang="en-US" sz="1100" dirty="0"/>
              <a:t>android.support.v4.os</a:t>
            </a:r>
          </a:p>
          <a:p>
            <a:r>
              <a:rPr lang="en-US" sz="1100" dirty="0"/>
              <a:t>android.support.v4.print</a:t>
            </a:r>
          </a:p>
          <a:p>
            <a:r>
              <a:rPr lang="en-US" sz="1100" dirty="0"/>
              <a:t>android.support.v4.text</a:t>
            </a:r>
          </a:p>
          <a:p>
            <a:r>
              <a:rPr lang="en-US" sz="1100" dirty="0"/>
              <a:t>android.support.v4.util</a:t>
            </a:r>
          </a:p>
          <a:p>
            <a:r>
              <a:rPr lang="en-US" sz="1100" dirty="0"/>
              <a:t>android.support.v4.view</a:t>
            </a:r>
          </a:p>
          <a:p>
            <a:r>
              <a:rPr lang="en-US" sz="1100" dirty="0"/>
              <a:t>android.support.v4.view.accessibility</a:t>
            </a:r>
          </a:p>
          <a:p>
            <a:r>
              <a:rPr lang="en-US" sz="1100" dirty="0"/>
              <a:t>android.support.v4.widget</a:t>
            </a:r>
          </a:p>
          <a:p>
            <a:r>
              <a:rPr lang="en-US" sz="1100" dirty="0"/>
              <a:t>android.support.v7.app</a:t>
            </a:r>
          </a:p>
          <a:p>
            <a:r>
              <a:rPr lang="en-US" sz="1100" dirty="0"/>
              <a:t>android.support.v7.appcompat</a:t>
            </a:r>
          </a:p>
          <a:p>
            <a:r>
              <a:rPr lang="en-US" sz="1100" dirty="0"/>
              <a:t>android.support.v7.gridlayout</a:t>
            </a:r>
          </a:p>
          <a:p>
            <a:r>
              <a:rPr lang="en-US" sz="1100" dirty="0"/>
              <a:t>android.support.v7.media</a:t>
            </a:r>
          </a:p>
          <a:p>
            <a:r>
              <a:rPr lang="en-US" sz="1100" dirty="0"/>
              <a:t>android.support.v7.mediarouter</a:t>
            </a:r>
          </a:p>
          <a:p>
            <a:r>
              <a:rPr lang="en-US" sz="1100" dirty="0"/>
              <a:t>android.support.v7.view</a:t>
            </a:r>
          </a:p>
          <a:p>
            <a:r>
              <a:rPr lang="en-US" sz="1100" dirty="0"/>
              <a:t>android.support.v7.widget</a:t>
            </a:r>
          </a:p>
          <a:p>
            <a:r>
              <a:rPr lang="en-US" sz="1100" dirty="0"/>
              <a:t>android.support.v8.renderscript</a:t>
            </a:r>
          </a:p>
          <a:p>
            <a:r>
              <a:rPr lang="en-US" sz="1100" dirty="0" err="1"/>
              <a:t>android.telephony</a:t>
            </a:r>
            <a:endParaRPr lang="en-US" sz="1100" dirty="0"/>
          </a:p>
          <a:p>
            <a:r>
              <a:rPr lang="en-US" sz="1100" dirty="0" err="1"/>
              <a:t>android.telephony.cdma</a:t>
            </a:r>
            <a:endParaRPr lang="en-US" sz="1100" dirty="0"/>
          </a:p>
          <a:p>
            <a:r>
              <a:rPr lang="en-US" sz="1100" dirty="0" err="1"/>
              <a:t>android.telephony.gsm</a:t>
            </a:r>
            <a:endParaRPr lang="en-US" sz="1100" dirty="0"/>
          </a:p>
          <a:p>
            <a:r>
              <a:rPr lang="en-US" sz="1100" dirty="0" err="1"/>
              <a:t>android.test</a:t>
            </a:r>
            <a:endParaRPr lang="en-US" sz="1100" dirty="0"/>
          </a:p>
          <a:p>
            <a:r>
              <a:rPr lang="en-US" sz="1100" dirty="0" err="1"/>
              <a:t>android.test.mock</a:t>
            </a:r>
            <a:endParaRPr lang="en-US" sz="1100" dirty="0"/>
          </a:p>
          <a:p>
            <a:r>
              <a:rPr lang="en-US" sz="1100" dirty="0" err="1" smtClean="0"/>
              <a:t>android.test.suitebuilder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7380312" y="1297791"/>
            <a:ext cx="1872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android.text</a:t>
            </a:r>
            <a:endParaRPr lang="en-US" sz="1100" dirty="0"/>
          </a:p>
          <a:p>
            <a:r>
              <a:rPr lang="en-US" sz="1100" dirty="0" err="1"/>
              <a:t>android.text.format</a:t>
            </a:r>
            <a:endParaRPr lang="en-US" sz="1100" dirty="0"/>
          </a:p>
          <a:p>
            <a:r>
              <a:rPr lang="en-US" sz="1100" dirty="0" err="1"/>
              <a:t>android.text.method</a:t>
            </a:r>
            <a:endParaRPr lang="en-US" sz="1100" dirty="0"/>
          </a:p>
          <a:p>
            <a:r>
              <a:rPr lang="en-US" sz="1100" dirty="0" err="1"/>
              <a:t>android.text.style</a:t>
            </a:r>
            <a:endParaRPr lang="en-US" sz="1100" dirty="0"/>
          </a:p>
          <a:p>
            <a:r>
              <a:rPr lang="en-US" sz="1100" dirty="0" err="1"/>
              <a:t>android.text.util</a:t>
            </a:r>
            <a:endParaRPr lang="en-US" sz="1100" dirty="0"/>
          </a:p>
          <a:p>
            <a:r>
              <a:rPr lang="en-US" sz="1100" dirty="0" err="1"/>
              <a:t>android.transition</a:t>
            </a:r>
            <a:endParaRPr lang="en-US" sz="1100" dirty="0"/>
          </a:p>
          <a:p>
            <a:r>
              <a:rPr lang="en-US" sz="1100" dirty="0" err="1"/>
              <a:t>android.util</a:t>
            </a:r>
            <a:endParaRPr lang="en-US" sz="1100" dirty="0"/>
          </a:p>
          <a:p>
            <a:r>
              <a:rPr lang="en-US" sz="1100" dirty="0" err="1"/>
              <a:t>android.view</a:t>
            </a:r>
            <a:endParaRPr lang="en-US" sz="1100" dirty="0"/>
          </a:p>
          <a:p>
            <a:r>
              <a:rPr lang="en-US" sz="1100" dirty="0" err="1"/>
              <a:t>android.view.accessibility</a:t>
            </a:r>
            <a:endParaRPr lang="en-US" sz="1100" dirty="0"/>
          </a:p>
          <a:p>
            <a:r>
              <a:rPr lang="en-US" sz="1100" dirty="0" err="1"/>
              <a:t>android.view.animation</a:t>
            </a:r>
            <a:endParaRPr lang="en-US" sz="1100" dirty="0"/>
          </a:p>
          <a:p>
            <a:r>
              <a:rPr lang="en-US" sz="1100" dirty="0" err="1"/>
              <a:t>android.view.inputmethod</a:t>
            </a:r>
            <a:endParaRPr lang="en-US" sz="1100" dirty="0"/>
          </a:p>
          <a:p>
            <a:r>
              <a:rPr lang="en-US" sz="1100" dirty="0" err="1"/>
              <a:t>android.view.textservice</a:t>
            </a:r>
            <a:endParaRPr lang="en-US" sz="1100" dirty="0"/>
          </a:p>
          <a:p>
            <a:r>
              <a:rPr lang="en-US" sz="1100" dirty="0" err="1"/>
              <a:t>android.webkit</a:t>
            </a:r>
            <a:endParaRPr lang="en-US" sz="1100" dirty="0"/>
          </a:p>
          <a:p>
            <a:r>
              <a:rPr lang="en-US" sz="1100" dirty="0" err="1"/>
              <a:t>android.widget</a:t>
            </a:r>
            <a:endParaRPr lang="en-US" sz="1100" dirty="0"/>
          </a:p>
          <a:p>
            <a:r>
              <a:rPr lang="en-US" sz="1100" dirty="0" err="1"/>
              <a:t>dalvik.bytecode</a:t>
            </a:r>
            <a:endParaRPr lang="en-US" sz="1100" dirty="0"/>
          </a:p>
          <a:p>
            <a:r>
              <a:rPr lang="en-US" sz="1100" dirty="0" err="1" smtClean="0"/>
              <a:t>dalvik.system</a:t>
            </a:r>
            <a:endParaRPr lang="en-US" sz="1100" dirty="0" smtClean="0"/>
          </a:p>
          <a:p>
            <a:endParaRPr lang="en-US" sz="1100" dirty="0" smtClean="0"/>
          </a:p>
          <a:p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2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“</a:t>
            </a:r>
            <a:r>
              <a:rPr lang="en-US" dirty="0"/>
              <a:t>C</a:t>
            </a:r>
            <a:r>
              <a:rPr lang="en-US" altLang="ja-JP" dirty="0" smtClean="0"/>
              <a:t>alculator</a:t>
            </a:r>
            <a:r>
              <a:rPr lang="en-US" dirty="0" smtClean="0"/>
              <a:t>” API into Android System</a:t>
            </a:r>
          </a:p>
          <a:p>
            <a:pPr lvl="1"/>
            <a:r>
              <a:rPr lang="en-US" dirty="0"/>
              <a:t>Package Name: </a:t>
            </a:r>
            <a:r>
              <a:rPr lang="en-US" dirty="0" err="1"/>
              <a:t>itri.lecture</a:t>
            </a:r>
            <a:endParaRPr lang="en-US" dirty="0"/>
          </a:p>
          <a:p>
            <a:pPr lvl="1"/>
            <a:r>
              <a:rPr lang="en-US" dirty="0" smtClean="0"/>
              <a:t>Class Name: Cal</a:t>
            </a:r>
          </a:p>
          <a:p>
            <a:pPr lvl="1"/>
            <a:r>
              <a:rPr lang="en-US" dirty="0" smtClean="0"/>
              <a:t>Method</a:t>
            </a:r>
          </a:p>
          <a:p>
            <a:pPr lvl="2"/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add(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int</a:t>
            </a:r>
            <a:r>
              <a:rPr lang="en-US" dirty="0" smtClean="0"/>
              <a:t>) </a:t>
            </a:r>
          </a:p>
          <a:p>
            <a:pPr lvl="2"/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sub(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Android System</a:t>
            </a:r>
          </a:p>
          <a:p>
            <a:pPr lvl="2"/>
            <a:r>
              <a:rPr lang="en-US" dirty="0" smtClean="0"/>
              <a:t>Nexus7</a:t>
            </a:r>
          </a:p>
          <a:p>
            <a:pPr lvl="2"/>
            <a:r>
              <a:rPr lang="en-US" dirty="0" smtClean="0"/>
              <a:t>AOSP based Android 4.3.1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40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Code of </a:t>
            </a:r>
            <a:r>
              <a:rPr lang="en-US" dirty="0" err="1" smtClean="0"/>
              <a:t>MyAPI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3" y="1196752"/>
            <a:ext cx="7772400" cy="5327650"/>
          </a:xfrm>
        </p:spPr>
        <p:txBody>
          <a:bodyPr/>
          <a:lstStyle/>
          <a:p>
            <a:r>
              <a:rPr lang="en-US" dirty="0" smtClean="0"/>
              <a:t>Java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tri.lecture.Cal.java</a:t>
            </a:r>
          </a:p>
          <a:p>
            <a:pPr lvl="2"/>
            <a:r>
              <a:rPr lang="en-US" dirty="0" smtClean="0"/>
              <a:t>Main Program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package.html, package-info.java</a:t>
            </a:r>
          </a:p>
          <a:p>
            <a:pPr lvl="2"/>
            <a:r>
              <a:rPr lang="en-US" dirty="0" smtClean="0"/>
              <a:t>Appoint about Build Target </a:t>
            </a:r>
            <a:r>
              <a:rPr lang="en-US" dirty="0" err="1" smtClean="0"/>
              <a:t>Dir</a:t>
            </a:r>
            <a:endParaRPr lang="en-US" dirty="0" smtClean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492896"/>
            <a:ext cx="6801633" cy="15841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package </a:t>
            </a:r>
            <a:r>
              <a:rPr lang="en-US" altLang="ja-JP" sz="1600" dirty="0" err="1"/>
              <a:t>itri.lecture</a:t>
            </a:r>
            <a:r>
              <a:rPr lang="en-US" altLang="ja-JP" sz="1600" dirty="0"/>
              <a:t>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public class Cal {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    public Cal() {}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    public static </a:t>
            </a:r>
            <a:r>
              <a:rPr lang="en-US" altLang="ja-JP" sz="1600" dirty="0" err="1"/>
              <a:t>int</a:t>
            </a:r>
            <a:r>
              <a:rPr lang="en-US" altLang="ja-JP" sz="1600" dirty="0"/>
              <a:t> add(</a:t>
            </a:r>
            <a:r>
              <a:rPr lang="en-US" altLang="ja-JP" sz="1600" dirty="0" err="1"/>
              <a:t>int</a:t>
            </a:r>
            <a:r>
              <a:rPr lang="en-US" altLang="ja-JP" sz="1600" dirty="0"/>
              <a:t> a, </a:t>
            </a:r>
            <a:r>
              <a:rPr lang="en-US" altLang="ja-JP" sz="1600" dirty="0" err="1"/>
              <a:t>int</a:t>
            </a:r>
            <a:r>
              <a:rPr lang="en-US" altLang="ja-JP" sz="1600" dirty="0"/>
              <a:t> b) {return </a:t>
            </a:r>
            <a:r>
              <a:rPr lang="en-US" altLang="ja-JP" sz="1600" dirty="0" err="1"/>
              <a:t>a+b</a:t>
            </a:r>
            <a:r>
              <a:rPr lang="en-US" altLang="ja-JP" sz="1600" dirty="0"/>
              <a:t>;}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    public   </a:t>
            </a:r>
            <a:r>
              <a:rPr lang="en-US" altLang="ja-JP" sz="1600" dirty="0" smtClean="0"/>
              <a:t>       </a:t>
            </a:r>
            <a:r>
              <a:rPr lang="en-US" altLang="ja-JP" sz="1600" dirty="0" err="1"/>
              <a:t>int</a:t>
            </a:r>
            <a:r>
              <a:rPr lang="en-US" altLang="ja-JP" sz="1600" dirty="0"/>
              <a:t> sub(</a:t>
            </a:r>
            <a:r>
              <a:rPr lang="en-US" altLang="ja-JP" sz="1600" dirty="0" err="1"/>
              <a:t>int</a:t>
            </a:r>
            <a:r>
              <a:rPr lang="en-US" altLang="ja-JP" sz="1600" dirty="0"/>
              <a:t> a, </a:t>
            </a:r>
            <a:r>
              <a:rPr lang="en-US" altLang="ja-JP" sz="1600" dirty="0" err="1"/>
              <a:t>int</a:t>
            </a:r>
            <a:r>
              <a:rPr lang="en-US" altLang="ja-JP" sz="1600" dirty="0"/>
              <a:t> b) {return a-b;}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}</a:t>
            </a:r>
          </a:p>
        </p:txBody>
      </p:sp>
      <p:sp>
        <p:nvSpPr>
          <p:cNvPr id="5" name="正方形/長方形 6"/>
          <p:cNvSpPr/>
          <p:nvPr/>
        </p:nvSpPr>
        <p:spPr>
          <a:xfrm>
            <a:off x="1384119" y="5228928"/>
            <a:ext cx="6801633" cy="15124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+mj-lt"/>
              <a:buAutoNum type="arabicPeriod"/>
            </a:pPr>
            <a:r>
              <a:rPr lang="en-US" altLang="ja-JP" sz="1600" dirty="0" smtClean="0"/>
              <a:t>&lt;</a:t>
            </a:r>
            <a:r>
              <a:rPr lang="en-US" altLang="ja-JP" sz="1600" dirty="0"/>
              <a:t>HTML&gt;&lt;BODY&gt;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 err="1"/>
              <a:t>MyAPI</a:t>
            </a:r>
            <a:r>
              <a:rPr lang="en-US" altLang="ja-JP" sz="1600" dirty="0"/>
              <a:t> Test Class.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&lt;/BODY&gt;&lt;/HTML</a:t>
            </a:r>
            <a:r>
              <a:rPr lang="en-US" altLang="ja-JP" sz="1600" dirty="0" smtClean="0"/>
              <a:t>&gt;</a:t>
            </a:r>
          </a:p>
          <a:p>
            <a:pPr marL="800100" lvl="1" indent="-342900">
              <a:buFont typeface="+mj-lt"/>
              <a:buAutoNum type="arabicPeriod"/>
            </a:pPr>
            <a:endParaRPr lang="en-US" altLang="ja-JP" sz="16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600" dirty="0"/>
              <a:t>package </a:t>
            </a:r>
            <a:r>
              <a:rPr lang="en-US" altLang="ja-JP" sz="1600" dirty="0" err="1"/>
              <a:t>itri.lecture</a:t>
            </a:r>
            <a:r>
              <a:rPr lang="en-US" altLang="ja-JP" sz="1600" dirty="0" smtClean="0"/>
              <a:t>;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357594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Makefile</a:t>
            </a:r>
            <a:r>
              <a:rPr lang="en-US" dirty="0" smtClean="0"/>
              <a:t> of </a:t>
            </a:r>
            <a:r>
              <a:rPr lang="en-US" dirty="0" err="1" smtClean="0"/>
              <a:t>MyAPI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Android.mk</a:t>
            </a:r>
          </a:p>
          <a:p>
            <a:pPr lvl="1"/>
            <a:r>
              <a:rPr lang="en-US" dirty="0" err="1"/>
              <a:t>Makefile</a:t>
            </a:r>
            <a:r>
              <a:rPr lang="en-US" dirty="0"/>
              <a:t> for </a:t>
            </a:r>
            <a:r>
              <a:rPr lang="en-US" dirty="0" smtClean="0"/>
              <a:t>Android</a:t>
            </a:r>
          </a:p>
          <a:p>
            <a:pPr lvl="2"/>
            <a:r>
              <a:rPr lang="en-US" altLang="ja-JP" dirty="0" smtClean="0"/>
              <a:t>BUILD_JAVA_LIBRARY =&gt; Make .jar Package</a:t>
            </a:r>
          </a:p>
          <a:p>
            <a:pPr lvl="2"/>
            <a:r>
              <a:rPr lang="en-US" dirty="0" smtClean="0"/>
              <a:t>BUILD_SHARED_LIBRARY =&gt; Make .so Package</a:t>
            </a:r>
          </a:p>
          <a:p>
            <a:pPr lvl="2"/>
            <a:r>
              <a:rPr lang="en-US" dirty="0" smtClean="0"/>
              <a:t>BUILD_STATIC_LIBRARY =&gt; Make .a file</a:t>
            </a:r>
          </a:p>
          <a:p>
            <a:pPr lvl="2"/>
            <a:r>
              <a:rPr lang="en-US" dirty="0"/>
              <a:t>BUILD_EXECUTABLE =&gt; Make ELF file (Executable </a:t>
            </a:r>
            <a:r>
              <a:rPr lang="en-US" dirty="0" smtClean="0"/>
              <a:t>file)</a:t>
            </a:r>
            <a:endParaRPr lang="en-US" dirty="0"/>
          </a:p>
          <a:p>
            <a:pPr lvl="2"/>
            <a:r>
              <a:rPr lang="en-US" dirty="0"/>
              <a:t>BUILD_DROIDDOC =&gt; Make </a:t>
            </a:r>
            <a:r>
              <a:rPr lang="en-US" dirty="0" err="1"/>
              <a:t>JavaDoc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42775" y="4005064"/>
            <a:ext cx="6801633" cy="27363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LOCAL_PATH := $(call my-</a:t>
            </a:r>
            <a:r>
              <a:rPr lang="en-US" altLang="ja-JP" sz="1600" dirty="0" err="1"/>
              <a:t>dir</a:t>
            </a:r>
            <a:r>
              <a:rPr lang="en-US" altLang="ja-JP" sz="1600" dirty="0"/>
              <a:t>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include $(CLEAR_VARS)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LOCAL_SRC_FILES := $(call all-java-files-under, </a:t>
            </a:r>
            <a:r>
              <a:rPr lang="en-US" altLang="ja-JP" sz="1600" dirty="0" err="1"/>
              <a:t>src</a:t>
            </a:r>
            <a:r>
              <a:rPr lang="en-US" altLang="ja-JP" sz="1600" dirty="0" smtClean="0"/>
              <a:t>)</a:t>
            </a: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LOCAL_NO_STANDARD_LIBRARIES := true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LOCAL_JAVA_LIBRARIES := core framework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LOCAL_JAVACFLAGS := $(</a:t>
            </a:r>
            <a:r>
              <a:rPr lang="en-US" altLang="ja-JP" sz="1600" dirty="0" err="1"/>
              <a:t>local_javac_flags</a:t>
            </a:r>
            <a:r>
              <a:rPr lang="en-US" altLang="ja-JP" sz="1600" dirty="0"/>
              <a:t>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>
                <a:solidFill>
                  <a:srgbClr val="FF0000"/>
                </a:solidFill>
              </a:rPr>
              <a:t>LOCAL_MODULE := </a:t>
            </a:r>
            <a:r>
              <a:rPr lang="en-US" altLang="ja-JP" sz="1600" dirty="0" err="1" smtClean="0">
                <a:solidFill>
                  <a:srgbClr val="FF0000"/>
                </a:solidFill>
              </a:rPr>
              <a:t>myapi</a:t>
            </a:r>
            <a:endParaRPr lang="en-US" altLang="ja-JP" sz="1600" dirty="0" smtClean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>
                <a:solidFill>
                  <a:srgbClr val="FF0000"/>
                </a:solidFill>
              </a:rPr>
              <a:t>include $(BUILD_JAVA_LIBRARY)</a:t>
            </a:r>
          </a:p>
        </p:txBody>
      </p:sp>
    </p:spTree>
    <p:extLst>
      <p:ext uri="{BB962C8B-B14F-4D97-AF65-F5344CB8AC3E}">
        <p14:creationId xmlns:p14="http://schemas.microsoft.com/office/powerpoint/2010/main" val="1835973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Makefile</a:t>
            </a:r>
            <a:r>
              <a:rPr lang="en-US" dirty="0" smtClean="0"/>
              <a:t> of </a:t>
            </a:r>
            <a:r>
              <a:rPr lang="en-US" dirty="0" err="1" smtClean="0"/>
              <a:t>MyAPI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Common.mk</a:t>
            </a:r>
            <a:endParaRPr lang="en-US" dirty="0"/>
          </a:p>
          <a:p>
            <a:pPr lvl="1"/>
            <a:r>
              <a:rPr lang="en-US" dirty="0" smtClean="0"/>
              <a:t>Used by Other .</a:t>
            </a:r>
            <a:r>
              <a:rPr lang="en-US" dirty="0" err="1" smtClean="0"/>
              <a:t>mk</a:t>
            </a:r>
            <a:r>
              <a:rPr lang="en-US" dirty="0" smtClean="0"/>
              <a:t> file besides </a:t>
            </a:r>
            <a:r>
              <a:rPr lang="en-US" dirty="0" err="1" smtClean="0"/>
              <a:t>MyAPI’s</a:t>
            </a:r>
            <a:r>
              <a:rPr lang="en-US" dirty="0" smtClean="0"/>
              <a:t> .</a:t>
            </a:r>
            <a:r>
              <a:rPr lang="en-US" dirty="0" err="1" smtClean="0"/>
              <a:t>mk</a:t>
            </a:r>
            <a:r>
              <a:rPr lang="en-US" dirty="0" smtClean="0"/>
              <a:t> .</a:t>
            </a:r>
          </a:p>
          <a:p>
            <a:pPr lvl="2"/>
            <a:r>
              <a:rPr lang="en-US" dirty="0" smtClean="0"/>
              <a:t>Ex. Framework Base’s Android.mk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CleanSpec.mk</a:t>
            </a:r>
          </a:p>
          <a:p>
            <a:pPr lvl="1"/>
            <a:r>
              <a:rPr lang="en-US" dirty="0"/>
              <a:t>Newer Clean steps must be at the end of the list.</a:t>
            </a:r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420888"/>
            <a:ext cx="6801633" cy="30243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# List of source to build into the </a:t>
            </a:r>
            <a:r>
              <a:rPr lang="en-US" altLang="ja-JP" sz="1600" dirty="0" err="1"/>
              <a:t>myapi</a:t>
            </a: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#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core-</a:t>
            </a:r>
            <a:r>
              <a:rPr lang="en-US" altLang="ja-JP" sz="1600" dirty="0" err="1"/>
              <a:t>myapi</a:t>
            </a:r>
            <a:r>
              <a:rPr lang="en-US" altLang="ja-JP" sz="1600" dirty="0"/>
              <a:t>-files :=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 err="1"/>
              <a:t>src</a:t>
            </a:r>
            <a:r>
              <a:rPr lang="en-US" altLang="ja-JP" sz="1600" dirty="0"/>
              <a:t>/</a:t>
            </a:r>
            <a:r>
              <a:rPr lang="en-US" altLang="ja-JP" sz="1600" dirty="0" err="1"/>
              <a:t>itri</a:t>
            </a:r>
            <a:r>
              <a:rPr lang="en-US" altLang="ja-JP" sz="1600" dirty="0"/>
              <a:t>/lecture/Cal.java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# List of </a:t>
            </a:r>
            <a:r>
              <a:rPr lang="en-US" altLang="ja-JP" sz="1600" dirty="0" err="1"/>
              <a:t>junit</a:t>
            </a:r>
            <a:r>
              <a:rPr lang="en-US" altLang="ja-JP" sz="1600" dirty="0"/>
              <a:t> </a:t>
            </a:r>
            <a:r>
              <a:rPr lang="en-US" altLang="ja-JP" sz="1600" dirty="0" err="1"/>
              <a:t>javadoc</a:t>
            </a:r>
            <a:r>
              <a:rPr lang="en-US" altLang="ja-JP" sz="1600" dirty="0"/>
              <a:t> source files for Android public API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#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# $(1): directory for search (to support use from frameworks/base)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define </a:t>
            </a:r>
            <a:r>
              <a:rPr lang="en-US" altLang="ja-JP" sz="1600" dirty="0" err="1"/>
              <a:t>myapi_to_document</a:t>
            </a: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$(core-</a:t>
            </a:r>
            <a:r>
              <a:rPr lang="en-US" altLang="ja-JP" sz="1600" dirty="0" err="1"/>
              <a:t>myapi</a:t>
            </a:r>
            <a:r>
              <a:rPr lang="en-US" altLang="ja-JP" sz="1600" dirty="0"/>
              <a:t>-files) 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 err="1"/>
              <a:t>endef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799243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build/envsetup.sh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6254080" cy="5327650"/>
          </a:xfrm>
        </p:spPr>
        <p:txBody>
          <a:bodyPr/>
          <a:lstStyle/>
          <a:p>
            <a:r>
              <a:rPr lang="en-US" dirty="0" smtClean="0"/>
              <a:t>Helper </a:t>
            </a:r>
            <a:r>
              <a:rPr lang="en-US" smtClean="0"/>
              <a:t>Command Lib for </a:t>
            </a:r>
            <a:r>
              <a:rPr lang="en-US" dirty="0" smtClean="0"/>
              <a:t>Android Build</a:t>
            </a:r>
          </a:p>
          <a:p>
            <a:pPr lvl="1"/>
            <a:r>
              <a:rPr lang="en-US" dirty="0"/>
              <a:t>m</a:t>
            </a:r>
          </a:p>
          <a:p>
            <a:pPr lvl="2"/>
            <a:r>
              <a:rPr lang="en-US" dirty="0"/>
              <a:t>Build from Top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/>
              <a:t>mm</a:t>
            </a:r>
          </a:p>
          <a:p>
            <a:pPr lvl="2"/>
            <a:r>
              <a:rPr lang="en-US" dirty="0"/>
              <a:t>Build from Current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/>
              <a:t>mmm [Target </a:t>
            </a:r>
            <a:r>
              <a:rPr lang="en-US" dirty="0" err="1"/>
              <a:t>Dir</a:t>
            </a:r>
            <a:r>
              <a:rPr lang="en-US" dirty="0"/>
              <a:t>]</a:t>
            </a:r>
          </a:p>
          <a:p>
            <a:pPr lvl="2"/>
            <a:r>
              <a:rPr lang="en-US" dirty="0"/>
              <a:t>Build from Target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 err="1"/>
              <a:t>croot</a:t>
            </a:r>
            <a:endParaRPr lang="en-US" dirty="0"/>
          </a:p>
          <a:p>
            <a:pPr lvl="2"/>
            <a:r>
              <a:rPr lang="en-US" dirty="0"/>
              <a:t>Change Top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 err="1"/>
              <a:t>cgrep</a:t>
            </a:r>
            <a:endParaRPr lang="en-US" dirty="0"/>
          </a:p>
          <a:p>
            <a:pPr lvl="2"/>
            <a:r>
              <a:rPr lang="en-US" dirty="0" err="1"/>
              <a:t>Grep</a:t>
            </a:r>
            <a:r>
              <a:rPr lang="en-US" dirty="0"/>
              <a:t> for C/C++ Source </a:t>
            </a:r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dirty="0" err="1"/>
              <a:t>jgrep</a:t>
            </a:r>
            <a:endParaRPr lang="en-US" dirty="0"/>
          </a:p>
          <a:p>
            <a:pPr lvl="2"/>
            <a:r>
              <a:rPr lang="en-US" dirty="0" err="1"/>
              <a:t>Grep</a:t>
            </a:r>
            <a:r>
              <a:rPr lang="en-US" dirty="0"/>
              <a:t> for Java Source Code</a:t>
            </a:r>
          </a:p>
          <a:p>
            <a:pPr lvl="1"/>
            <a:r>
              <a:rPr lang="en-US" dirty="0" err="1"/>
              <a:t>resgrep</a:t>
            </a:r>
            <a:endParaRPr lang="en-US" dirty="0"/>
          </a:p>
          <a:p>
            <a:pPr lvl="2"/>
            <a:r>
              <a:rPr lang="en-US" dirty="0" err="1"/>
              <a:t>Grep</a:t>
            </a:r>
            <a:r>
              <a:rPr lang="en-US" dirty="0"/>
              <a:t> for XML Source Code</a:t>
            </a:r>
          </a:p>
          <a:p>
            <a:pPr lvl="1"/>
            <a:r>
              <a:rPr lang="en-US" dirty="0"/>
              <a:t>lunch</a:t>
            </a:r>
          </a:p>
          <a:p>
            <a:pPr lvl="2"/>
            <a:r>
              <a:rPr lang="en-US" dirty="0"/>
              <a:t>Choose Target Build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98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Source Code of </a:t>
            </a:r>
            <a:r>
              <a:rPr lang="en-US" dirty="0" err="1" smtClean="0"/>
              <a:t>MyAPI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 to “</a:t>
            </a:r>
            <a:r>
              <a:rPr lang="en-US" dirty="0" smtClean="0">
                <a:solidFill>
                  <a:srgbClr val="FF0000"/>
                </a:solidFill>
              </a:rPr>
              <a:t>framework</a:t>
            </a:r>
            <a:r>
              <a:rPr lang="en-US" dirty="0" smtClean="0"/>
              <a:t>” Directory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“framework/base” Directory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“framework/base/core” Directory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97" y="1764259"/>
            <a:ext cx="8423672" cy="1101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97" y="3799130"/>
            <a:ext cx="8497486" cy="1286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6" y="5725040"/>
            <a:ext cx="8249801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536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Framework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3" y="888744"/>
            <a:ext cx="5904657" cy="761413"/>
          </a:xfrm>
        </p:spPr>
        <p:txBody>
          <a:bodyPr/>
          <a:lstStyle/>
          <a:p>
            <a:r>
              <a:rPr lang="en-US" dirty="0" smtClean="0"/>
              <a:t>Packages by Android Framework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6613" y="1340768"/>
            <a:ext cx="24482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android.accessibilityservice</a:t>
            </a:r>
            <a:endParaRPr lang="en-US" sz="1100" dirty="0"/>
          </a:p>
          <a:p>
            <a:r>
              <a:rPr lang="en-US" sz="1100" dirty="0" err="1"/>
              <a:t>android.accounts</a:t>
            </a:r>
            <a:endParaRPr lang="en-US" sz="1100" dirty="0"/>
          </a:p>
          <a:p>
            <a:r>
              <a:rPr lang="en-US" sz="1100" dirty="0" err="1"/>
              <a:t>android.animation</a:t>
            </a:r>
            <a:endParaRPr lang="en-US" sz="1100" dirty="0"/>
          </a:p>
          <a:p>
            <a:r>
              <a:rPr lang="en-US" sz="1100" dirty="0" err="1"/>
              <a:t>android.app</a:t>
            </a:r>
            <a:endParaRPr lang="en-US" sz="1100" dirty="0"/>
          </a:p>
          <a:p>
            <a:r>
              <a:rPr lang="en-US" sz="1100" dirty="0" err="1"/>
              <a:t>android.app.admin</a:t>
            </a:r>
            <a:endParaRPr lang="en-US" sz="1100" dirty="0"/>
          </a:p>
          <a:p>
            <a:r>
              <a:rPr lang="en-US" sz="1100" dirty="0" err="1"/>
              <a:t>android.app.backup</a:t>
            </a:r>
            <a:endParaRPr lang="en-US" sz="1100" dirty="0"/>
          </a:p>
          <a:p>
            <a:r>
              <a:rPr lang="en-US" sz="1100" dirty="0" err="1"/>
              <a:t>android.appwidget</a:t>
            </a:r>
            <a:endParaRPr lang="en-US" sz="1100" dirty="0"/>
          </a:p>
          <a:p>
            <a:r>
              <a:rPr lang="en-US" sz="1100" dirty="0" err="1"/>
              <a:t>android.bluetooth</a:t>
            </a:r>
            <a:endParaRPr lang="en-US" sz="1100" dirty="0"/>
          </a:p>
          <a:p>
            <a:r>
              <a:rPr lang="en-US" sz="1100" dirty="0" err="1"/>
              <a:t>android.content</a:t>
            </a:r>
            <a:endParaRPr lang="en-US" sz="1100" dirty="0"/>
          </a:p>
          <a:p>
            <a:r>
              <a:rPr lang="en-US" sz="1100" dirty="0"/>
              <a:t>android.content.pm</a:t>
            </a:r>
          </a:p>
          <a:p>
            <a:r>
              <a:rPr lang="en-US" sz="1100" dirty="0"/>
              <a:t>android.content.res</a:t>
            </a:r>
          </a:p>
          <a:p>
            <a:r>
              <a:rPr lang="en-US" sz="1100" dirty="0" err="1"/>
              <a:t>android.database</a:t>
            </a:r>
            <a:endParaRPr lang="en-US" sz="1100" dirty="0"/>
          </a:p>
          <a:p>
            <a:r>
              <a:rPr lang="en-US" sz="1100" dirty="0" err="1"/>
              <a:t>android.database.sqlite</a:t>
            </a:r>
            <a:endParaRPr lang="en-US" sz="1100" dirty="0"/>
          </a:p>
          <a:p>
            <a:r>
              <a:rPr lang="en-US" sz="1100" dirty="0" err="1"/>
              <a:t>android.drm</a:t>
            </a:r>
            <a:endParaRPr lang="en-US" sz="1100" dirty="0"/>
          </a:p>
          <a:p>
            <a:r>
              <a:rPr lang="en-US" sz="1100" dirty="0" err="1"/>
              <a:t>android.gesture</a:t>
            </a:r>
            <a:endParaRPr lang="en-US" sz="1100" dirty="0"/>
          </a:p>
          <a:p>
            <a:r>
              <a:rPr lang="en-US" sz="1100" dirty="0" err="1"/>
              <a:t>android.graphics</a:t>
            </a:r>
            <a:endParaRPr lang="en-US" sz="1100" dirty="0"/>
          </a:p>
          <a:p>
            <a:r>
              <a:rPr lang="en-US" sz="1100" dirty="0" err="1"/>
              <a:t>android.graphics.drawable</a:t>
            </a:r>
            <a:endParaRPr lang="en-US" sz="1100" dirty="0"/>
          </a:p>
          <a:p>
            <a:r>
              <a:rPr lang="en-US" sz="1100" dirty="0" err="1"/>
              <a:t>android.graphics.drawable.shapes</a:t>
            </a:r>
            <a:endParaRPr lang="en-US" sz="1100" dirty="0"/>
          </a:p>
          <a:p>
            <a:r>
              <a:rPr lang="en-US" sz="1100" dirty="0"/>
              <a:t>android.graphics.pdf</a:t>
            </a:r>
          </a:p>
          <a:p>
            <a:r>
              <a:rPr lang="en-US" sz="1100" dirty="0" err="1"/>
              <a:t>android.hardware</a:t>
            </a:r>
            <a:endParaRPr lang="en-US" sz="1100" dirty="0"/>
          </a:p>
          <a:p>
            <a:r>
              <a:rPr lang="en-US" sz="1100" dirty="0" err="1"/>
              <a:t>android.hardware.display</a:t>
            </a:r>
            <a:endParaRPr lang="en-US" sz="1100" dirty="0"/>
          </a:p>
          <a:p>
            <a:r>
              <a:rPr lang="en-US" sz="1100" dirty="0" err="1"/>
              <a:t>android.hardware.input</a:t>
            </a:r>
            <a:endParaRPr lang="en-US" sz="1100" dirty="0"/>
          </a:p>
          <a:p>
            <a:r>
              <a:rPr lang="en-US" sz="1100" dirty="0" err="1"/>
              <a:t>android.hardware.location</a:t>
            </a:r>
            <a:endParaRPr lang="en-US" sz="1100" dirty="0"/>
          </a:p>
          <a:p>
            <a:r>
              <a:rPr lang="en-US" sz="1100" dirty="0" err="1"/>
              <a:t>android.hardware.usb</a:t>
            </a:r>
            <a:endParaRPr lang="en-US" sz="1100" dirty="0"/>
          </a:p>
          <a:p>
            <a:r>
              <a:rPr lang="en-US" sz="1100" dirty="0" err="1"/>
              <a:t>android.inputmethodservice</a:t>
            </a:r>
            <a:endParaRPr lang="en-US" sz="1100" dirty="0"/>
          </a:p>
          <a:p>
            <a:r>
              <a:rPr lang="en-US" sz="1100" dirty="0" err="1" smtClean="0"/>
              <a:t>android.location</a:t>
            </a:r>
            <a:endParaRPr lang="en-US" sz="1100" dirty="0" smtClean="0"/>
          </a:p>
          <a:p>
            <a:r>
              <a:rPr lang="en-US" sz="1100" dirty="0" err="1"/>
              <a:t>android.media</a:t>
            </a:r>
            <a:endParaRPr lang="en-US" sz="1100" dirty="0"/>
          </a:p>
          <a:p>
            <a:r>
              <a:rPr lang="en-US" sz="1100" dirty="0" err="1"/>
              <a:t>android.media.audiofx</a:t>
            </a:r>
            <a:endParaRPr lang="en-US" sz="1100" dirty="0"/>
          </a:p>
          <a:p>
            <a:r>
              <a:rPr lang="en-US" sz="1100" dirty="0" err="1"/>
              <a:t>android.media.effect</a:t>
            </a:r>
            <a:endParaRPr lang="en-US" sz="1100" dirty="0"/>
          </a:p>
          <a:p>
            <a:r>
              <a:rPr lang="en-US" sz="1100" dirty="0" err="1"/>
              <a:t>android.mtp</a:t>
            </a:r>
            <a:endParaRPr lang="en-US" sz="1100" dirty="0"/>
          </a:p>
          <a:p>
            <a:r>
              <a:rPr lang="en-US" sz="1100" dirty="0" smtClean="0"/>
              <a:t>android.net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340768"/>
            <a:ext cx="24482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android.net</a:t>
            </a:r>
          </a:p>
          <a:p>
            <a:r>
              <a:rPr lang="en-US" sz="1100" dirty="0" err="1"/>
              <a:t>android.net.http</a:t>
            </a:r>
            <a:endParaRPr lang="en-US" sz="1100" dirty="0"/>
          </a:p>
          <a:p>
            <a:r>
              <a:rPr lang="en-US" sz="1100" dirty="0" err="1"/>
              <a:t>android.net.nsd</a:t>
            </a:r>
            <a:endParaRPr lang="en-US" sz="1100" dirty="0"/>
          </a:p>
          <a:p>
            <a:r>
              <a:rPr lang="en-US" sz="1100" dirty="0" err="1"/>
              <a:t>android.net.rtp</a:t>
            </a:r>
            <a:endParaRPr lang="en-US" sz="1100" dirty="0"/>
          </a:p>
          <a:p>
            <a:r>
              <a:rPr lang="en-US" sz="1100" dirty="0" err="1"/>
              <a:t>android.net.sip</a:t>
            </a:r>
            <a:endParaRPr lang="en-US" sz="1100" dirty="0"/>
          </a:p>
          <a:p>
            <a:r>
              <a:rPr lang="en-US" sz="1100" dirty="0" err="1"/>
              <a:t>android.net.wifi</a:t>
            </a:r>
            <a:endParaRPr lang="en-US" sz="1100" dirty="0"/>
          </a:p>
          <a:p>
            <a:r>
              <a:rPr lang="en-US" sz="1100" dirty="0"/>
              <a:t>android.net.wifi.p2p</a:t>
            </a:r>
          </a:p>
          <a:p>
            <a:r>
              <a:rPr lang="en-US" sz="1100" dirty="0"/>
              <a:t>android.net.wifi.p2p.nsd</a:t>
            </a:r>
          </a:p>
          <a:p>
            <a:r>
              <a:rPr lang="en-US" sz="1100" dirty="0" err="1"/>
              <a:t>android.nfc</a:t>
            </a:r>
            <a:endParaRPr lang="en-US" sz="1100" dirty="0"/>
          </a:p>
          <a:p>
            <a:r>
              <a:rPr lang="en-US" sz="1100" dirty="0" err="1"/>
              <a:t>android.nfc.cardemulation</a:t>
            </a:r>
            <a:endParaRPr lang="en-US" sz="1100" dirty="0"/>
          </a:p>
          <a:p>
            <a:r>
              <a:rPr lang="en-US" sz="1100" dirty="0" err="1"/>
              <a:t>android.nfc.tech</a:t>
            </a:r>
            <a:endParaRPr lang="en-US" sz="1100" dirty="0"/>
          </a:p>
          <a:p>
            <a:r>
              <a:rPr lang="en-US" sz="1100" dirty="0" err="1"/>
              <a:t>android.opengl</a:t>
            </a:r>
            <a:endParaRPr lang="en-US" sz="1100" dirty="0"/>
          </a:p>
          <a:p>
            <a:r>
              <a:rPr lang="en-US" sz="1100" dirty="0" err="1"/>
              <a:t>android.os</a:t>
            </a:r>
            <a:endParaRPr lang="en-US" sz="1100" dirty="0"/>
          </a:p>
          <a:p>
            <a:r>
              <a:rPr lang="en-US" sz="1100" dirty="0" err="1"/>
              <a:t>android.os.storage</a:t>
            </a:r>
            <a:endParaRPr lang="en-US" sz="1100" dirty="0"/>
          </a:p>
          <a:p>
            <a:r>
              <a:rPr lang="en-US" sz="1100" dirty="0" err="1"/>
              <a:t>android.preference</a:t>
            </a:r>
            <a:endParaRPr lang="en-US" sz="1100" dirty="0"/>
          </a:p>
          <a:p>
            <a:r>
              <a:rPr lang="en-US" sz="1100" dirty="0" err="1"/>
              <a:t>android.print</a:t>
            </a:r>
            <a:endParaRPr lang="en-US" sz="1100" dirty="0"/>
          </a:p>
          <a:p>
            <a:r>
              <a:rPr lang="en-US" sz="1100" dirty="0"/>
              <a:t>android.print.pdf</a:t>
            </a:r>
          </a:p>
          <a:p>
            <a:r>
              <a:rPr lang="en-US" sz="1100" dirty="0" err="1"/>
              <a:t>android.printservice</a:t>
            </a:r>
            <a:endParaRPr lang="en-US" sz="1100" dirty="0"/>
          </a:p>
          <a:p>
            <a:r>
              <a:rPr lang="en-US" sz="1100" dirty="0" err="1"/>
              <a:t>android.provider</a:t>
            </a:r>
            <a:endParaRPr lang="en-US" sz="1100" dirty="0"/>
          </a:p>
          <a:p>
            <a:r>
              <a:rPr lang="en-US" sz="1100" dirty="0" err="1"/>
              <a:t>android.renderscript</a:t>
            </a:r>
            <a:endParaRPr lang="en-US" sz="1100" dirty="0"/>
          </a:p>
          <a:p>
            <a:r>
              <a:rPr lang="en-US" sz="1100" dirty="0" err="1"/>
              <a:t>android.sax</a:t>
            </a:r>
            <a:endParaRPr lang="en-US" sz="1100" dirty="0"/>
          </a:p>
          <a:p>
            <a:r>
              <a:rPr lang="en-US" sz="1100" dirty="0" err="1"/>
              <a:t>android.security</a:t>
            </a:r>
            <a:endParaRPr lang="en-US" sz="1100" dirty="0"/>
          </a:p>
          <a:p>
            <a:r>
              <a:rPr lang="en-US" sz="1100" dirty="0" err="1"/>
              <a:t>android.service.dreams</a:t>
            </a:r>
            <a:endParaRPr lang="en-US" sz="1100" dirty="0"/>
          </a:p>
          <a:p>
            <a:r>
              <a:rPr lang="en-US" sz="1100" dirty="0" err="1"/>
              <a:t>android.service.notification</a:t>
            </a:r>
            <a:endParaRPr lang="en-US" sz="1100" dirty="0"/>
          </a:p>
          <a:p>
            <a:r>
              <a:rPr lang="en-US" sz="1100" dirty="0" err="1"/>
              <a:t>android.service.textservice</a:t>
            </a:r>
            <a:endParaRPr lang="en-US" sz="1100" dirty="0"/>
          </a:p>
          <a:p>
            <a:r>
              <a:rPr lang="en-US" sz="1100" dirty="0" err="1"/>
              <a:t>android.service.wallpaper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4853235" y="1269450"/>
            <a:ext cx="259908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android.speech</a:t>
            </a:r>
            <a:endParaRPr lang="en-US" sz="1100" dirty="0"/>
          </a:p>
          <a:p>
            <a:r>
              <a:rPr lang="en-US" sz="1100" dirty="0" err="1"/>
              <a:t>android.speech.tts</a:t>
            </a:r>
            <a:endParaRPr lang="en-US" sz="1100" dirty="0"/>
          </a:p>
          <a:p>
            <a:r>
              <a:rPr lang="en-US" sz="1100" dirty="0"/>
              <a:t>android.support.v13.app</a:t>
            </a:r>
          </a:p>
          <a:p>
            <a:r>
              <a:rPr lang="en-US" sz="1100" dirty="0"/>
              <a:t>android.support.v4.accessibilityservice</a:t>
            </a:r>
          </a:p>
          <a:p>
            <a:r>
              <a:rPr lang="en-US" sz="1100" dirty="0"/>
              <a:t>android.support.v4.app</a:t>
            </a:r>
          </a:p>
          <a:p>
            <a:r>
              <a:rPr lang="en-US" sz="1100" dirty="0"/>
              <a:t>android.support.v4.content</a:t>
            </a:r>
          </a:p>
          <a:p>
            <a:r>
              <a:rPr lang="en-US" sz="1100" dirty="0"/>
              <a:t>android.support.v4.content.pm</a:t>
            </a:r>
          </a:p>
          <a:p>
            <a:r>
              <a:rPr lang="en-US" sz="1100" dirty="0"/>
              <a:t>android.support.v4.database</a:t>
            </a:r>
          </a:p>
          <a:p>
            <a:r>
              <a:rPr lang="en-US" sz="1100" dirty="0"/>
              <a:t>android.support.v4.graphics.drawable</a:t>
            </a:r>
          </a:p>
          <a:p>
            <a:r>
              <a:rPr lang="en-US" sz="1100" dirty="0"/>
              <a:t>android.support.v4.hardware.display</a:t>
            </a:r>
          </a:p>
          <a:p>
            <a:r>
              <a:rPr lang="en-US" sz="1100" dirty="0"/>
              <a:t>android.support.v4.media</a:t>
            </a:r>
          </a:p>
          <a:p>
            <a:r>
              <a:rPr lang="en-US" sz="1100" dirty="0"/>
              <a:t>android.support.v4.net</a:t>
            </a:r>
          </a:p>
          <a:p>
            <a:r>
              <a:rPr lang="en-US" sz="1100" dirty="0"/>
              <a:t>android.support.v4.os</a:t>
            </a:r>
          </a:p>
          <a:p>
            <a:r>
              <a:rPr lang="en-US" sz="1100" dirty="0"/>
              <a:t>android.support.v4.print</a:t>
            </a:r>
          </a:p>
          <a:p>
            <a:r>
              <a:rPr lang="en-US" sz="1100" dirty="0"/>
              <a:t>android.support.v4.text</a:t>
            </a:r>
          </a:p>
          <a:p>
            <a:r>
              <a:rPr lang="en-US" sz="1100" dirty="0"/>
              <a:t>android.support.v4.util</a:t>
            </a:r>
          </a:p>
          <a:p>
            <a:r>
              <a:rPr lang="en-US" sz="1100" dirty="0"/>
              <a:t>android.support.v4.view</a:t>
            </a:r>
          </a:p>
          <a:p>
            <a:r>
              <a:rPr lang="en-US" sz="1100" dirty="0"/>
              <a:t>android.support.v4.view.accessibility</a:t>
            </a:r>
          </a:p>
          <a:p>
            <a:r>
              <a:rPr lang="en-US" sz="1100" dirty="0"/>
              <a:t>android.support.v4.widget</a:t>
            </a:r>
          </a:p>
          <a:p>
            <a:r>
              <a:rPr lang="en-US" sz="1100" dirty="0"/>
              <a:t>android.support.v7.app</a:t>
            </a:r>
          </a:p>
          <a:p>
            <a:r>
              <a:rPr lang="en-US" sz="1100" dirty="0"/>
              <a:t>android.support.v7.appcompat</a:t>
            </a:r>
          </a:p>
          <a:p>
            <a:r>
              <a:rPr lang="en-US" sz="1100" dirty="0"/>
              <a:t>android.support.v7.gridlayout</a:t>
            </a:r>
          </a:p>
          <a:p>
            <a:r>
              <a:rPr lang="en-US" sz="1100" dirty="0"/>
              <a:t>android.support.v7.media</a:t>
            </a:r>
          </a:p>
          <a:p>
            <a:r>
              <a:rPr lang="en-US" sz="1100" dirty="0"/>
              <a:t>android.support.v7.mediarouter</a:t>
            </a:r>
          </a:p>
          <a:p>
            <a:r>
              <a:rPr lang="en-US" sz="1100" dirty="0"/>
              <a:t>android.support.v7.view</a:t>
            </a:r>
          </a:p>
          <a:p>
            <a:r>
              <a:rPr lang="en-US" sz="1100" dirty="0"/>
              <a:t>android.support.v7.widget</a:t>
            </a:r>
          </a:p>
          <a:p>
            <a:r>
              <a:rPr lang="en-US" sz="1100" dirty="0"/>
              <a:t>android.support.v8.renderscript</a:t>
            </a:r>
          </a:p>
          <a:p>
            <a:r>
              <a:rPr lang="en-US" sz="1100" dirty="0" err="1"/>
              <a:t>android.telephony</a:t>
            </a:r>
            <a:endParaRPr lang="en-US" sz="1100" dirty="0"/>
          </a:p>
          <a:p>
            <a:r>
              <a:rPr lang="en-US" sz="1100" dirty="0" err="1"/>
              <a:t>android.telephony.cdma</a:t>
            </a:r>
            <a:endParaRPr lang="en-US" sz="1100" dirty="0"/>
          </a:p>
          <a:p>
            <a:r>
              <a:rPr lang="en-US" sz="1100" dirty="0" err="1"/>
              <a:t>android.telephony.gsm</a:t>
            </a:r>
            <a:endParaRPr lang="en-US" sz="1100" dirty="0"/>
          </a:p>
          <a:p>
            <a:r>
              <a:rPr lang="en-US" sz="1100" dirty="0" err="1"/>
              <a:t>android.test</a:t>
            </a:r>
            <a:endParaRPr lang="en-US" sz="1100" dirty="0"/>
          </a:p>
          <a:p>
            <a:r>
              <a:rPr lang="en-US" sz="1100" dirty="0" err="1"/>
              <a:t>android.test.mock</a:t>
            </a:r>
            <a:endParaRPr lang="en-US" sz="1100" dirty="0"/>
          </a:p>
          <a:p>
            <a:r>
              <a:rPr lang="en-US" sz="1100" dirty="0" err="1" smtClean="0"/>
              <a:t>android.test.suitebuilder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7380312" y="1297791"/>
            <a:ext cx="1872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android.text</a:t>
            </a:r>
            <a:endParaRPr lang="en-US" sz="1100" dirty="0"/>
          </a:p>
          <a:p>
            <a:r>
              <a:rPr lang="en-US" sz="1100" dirty="0" err="1"/>
              <a:t>android.text.format</a:t>
            </a:r>
            <a:endParaRPr lang="en-US" sz="1100" dirty="0"/>
          </a:p>
          <a:p>
            <a:r>
              <a:rPr lang="en-US" sz="1100" dirty="0" err="1"/>
              <a:t>android.text.method</a:t>
            </a:r>
            <a:endParaRPr lang="en-US" sz="1100" dirty="0"/>
          </a:p>
          <a:p>
            <a:r>
              <a:rPr lang="en-US" sz="1100" dirty="0" err="1"/>
              <a:t>android.text.style</a:t>
            </a:r>
            <a:endParaRPr lang="en-US" sz="1100" dirty="0"/>
          </a:p>
          <a:p>
            <a:r>
              <a:rPr lang="en-US" sz="1100" dirty="0" err="1"/>
              <a:t>android.text.util</a:t>
            </a:r>
            <a:endParaRPr lang="en-US" sz="1100" dirty="0"/>
          </a:p>
          <a:p>
            <a:r>
              <a:rPr lang="en-US" sz="1100" dirty="0" err="1"/>
              <a:t>android.transition</a:t>
            </a:r>
            <a:endParaRPr lang="en-US" sz="1100" dirty="0"/>
          </a:p>
          <a:p>
            <a:r>
              <a:rPr lang="en-US" sz="1100" dirty="0" err="1"/>
              <a:t>android.util</a:t>
            </a:r>
            <a:endParaRPr lang="en-US" sz="1100" dirty="0"/>
          </a:p>
          <a:p>
            <a:r>
              <a:rPr lang="en-US" sz="1100" dirty="0" err="1"/>
              <a:t>android.view</a:t>
            </a:r>
            <a:endParaRPr lang="en-US" sz="1100" dirty="0"/>
          </a:p>
          <a:p>
            <a:r>
              <a:rPr lang="en-US" sz="1100" dirty="0" err="1"/>
              <a:t>android.view.accessibility</a:t>
            </a:r>
            <a:endParaRPr lang="en-US" sz="1100" dirty="0"/>
          </a:p>
          <a:p>
            <a:r>
              <a:rPr lang="en-US" sz="1100" dirty="0" err="1"/>
              <a:t>android.view.animation</a:t>
            </a:r>
            <a:endParaRPr lang="en-US" sz="1100" dirty="0"/>
          </a:p>
          <a:p>
            <a:r>
              <a:rPr lang="en-US" sz="1100" dirty="0" err="1"/>
              <a:t>android.view.inputmethod</a:t>
            </a:r>
            <a:endParaRPr lang="en-US" sz="1100" dirty="0"/>
          </a:p>
          <a:p>
            <a:r>
              <a:rPr lang="en-US" sz="1100" dirty="0" err="1"/>
              <a:t>android.view.textservice</a:t>
            </a:r>
            <a:endParaRPr lang="en-US" sz="1100" dirty="0"/>
          </a:p>
          <a:p>
            <a:r>
              <a:rPr lang="en-US" sz="1100" dirty="0" err="1"/>
              <a:t>android.webkit</a:t>
            </a:r>
            <a:endParaRPr lang="en-US" sz="1100" dirty="0"/>
          </a:p>
          <a:p>
            <a:r>
              <a:rPr lang="en-US" sz="1100" dirty="0" err="1"/>
              <a:t>android.widget</a:t>
            </a:r>
            <a:endParaRPr lang="en-US" sz="1100" dirty="0"/>
          </a:p>
          <a:p>
            <a:r>
              <a:rPr lang="en-US" sz="1100" dirty="0" err="1"/>
              <a:t>dalvik.bytecode</a:t>
            </a:r>
            <a:endParaRPr lang="en-US" sz="1100" dirty="0"/>
          </a:p>
          <a:p>
            <a:r>
              <a:rPr lang="en-US" sz="1100" dirty="0" err="1" smtClean="0"/>
              <a:t>dalvik.system</a:t>
            </a:r>
            <a:endParaRPr lang="en-US" sz="1100" dirty="0" smtClean="0"/>
          </a:p>
          <a:p>
            <a:endParaRPr lang="en-US" sz="1100" dirty="0" smtClean="0"/>
          </a:p>
          <a:p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7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</a:t>
            </a:r>
            <a:r>
              <a:rPr lang="en-US" dirty="0" err="1" smtClean="0"/>
              <a:t>MyAPI’s</a:t>
            </a:r>
            <a:r>
              <a:rPr lang="en-US" dirty="0" smtClean="0"/>
              <a:t> Source Code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frameworks/base/Android.mk</a:t>
            </a:r>
          </a:p>
          <a:p>
            <a:pPr lvl="1"/>
            <a:r>
              <a:rPr lang="en-US" dirty="0" smtClean="0"/>
              <a:t>Base System for Framework(API)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276872"/>
            <a:ext cx="6801633" cy="2404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sz="1600" dirty="0"/>
              <a:t># Common sources for doc check and api check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sz="1600" dirty="0"/>
              <a:t>common_src_files :=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sz="1600" dirty="0"/>
              <a:t>        $(call find-other-html-files, $(html_dirs))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sz="1600" dirty="0"/>
              <a:t>        $(addprefix ../../libcore/, $(call libcore_to_document, $(LOCAL_PATH)/../../libcore))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sz="1600" dirty="0"/>
              <a:t>        $(addprefix ../../external/junit/, $(call junit_to_document, $(LOCAL_PATH)/../../external/junit))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sz="1600" dirty="0"/>
              <a:t>        </a:t>
            </a:r>
            <a:r>
              <a:rPr lang="sv-SE" altLang="ja-JP" sz="1600" dirty="0">
                <a:solidFill>
                  <a:srgbClr val="FF0000"/>
                </a:solidFill>
              </a:rPr>
              <a:t>$(addprefix ../../frameworks/myapi/, $(call myapi_to_document, $(LOCAL_PATH)/../../frameworks/myapi))</a:t>
            </a:r>
            <a:endParaRPr lang="sv-SE" altLang="ja-JP" sz="1600" dirty="0" smtClean="0">
              <a:solidFill>
                <a:srgbClr val="FF0000"/>
              </a:solidFill>
            </a:endParaRPr>
          </a:p>
        </p:txBody>
      </p:sp>
      <p:sp>
        <p:nvSpPr>
          <p:cNvPr id="5" name="正方形/長方形 6"/>
          <p:cNvSpPr/>
          <p:nvPr/>
        </p:nvSpPr>
        <p:spPr>
          <a:xfrm>
            <a:off x="1384120" y="4941168"/>
            <a:ext cx="6801633" cy="12961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# include definition of </a:t>
            </a:r>
            <a:r>
              <a:rPr lang="en-US" altLang="ja-JP" sz="1600" dirty="0" err="1"/>
              <a:t>junit_to_document</a:t>
            </a: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include external/junit/Common.mk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>
                <a:solidFill>
                  <a:srgbClr val="FF0000"/>
                </a:solidFill>
              </a:rPr>
              <a:t># include definition of </a:t>
            </a:r>
            <a:r>
              <a:rPr lang="en-US" altLang="ja-JP" sz="1600" dirty="0" err="1">
                <a:solidFill>
                  <a:srgbClr val="FF0000"/>
                </a:solidFill>
              </a:rPr>
              <a:t>myapi_to_document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>
                <a:solidFill>
                  <a:srgbClr val="FF0000"/>
                </a:solidFill>
              </a:rPr>
              <a:t>include frameworks/myapi/Common.mk</a:t>
            </a:r>
            <a:endParaRPr lang="sv-SE" altLang="ja-JP" sz="16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1911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Target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build/target/product/mini.mk</a:t>
            </a:r>
            <a:endParaRPr lang="en-US" dirty="0"/>
          </a:p>
          <a:p>
            <a:r>
              <a:rPr lang="en-US" dirty="0" smtClean="0"/>
              <a:t>build/target/product/core.mk</a:t>
            </a:r>
            <a:endParaRPr lang="en-US" dirty="0"/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536372"/>
            <a:ext cx="6801633" cy="2908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# Base modules (will move elsewhere, previously user tagged)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PRODUCT_PACKAGES += \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20-dns.conf \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95-configured \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am </a:t>
            </a:r>
            <a:r>
              <a:rPr lang="en-US" altLang="ja-JP" dirty="0" smtClean="0"/>
              <a:t>\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en-US" altLang="ja-JP" dirty="0" smtClean="0"/>
              <a:t>   </a:t>
            </a:r>
            <a:r>
              <a:rPr lang="en-US" altLang="ja-JP" dirty="0" err="1" smtClean="0">
                <a:solidFill>
                  <a:srgbClr val="FF0000"/>
                </a:solidFill>
              </a:rPr>
              <a:t>myapi</a:t>
            </a:r>
            <a:r>
              <a:rPr lang="en-US" altLang="ja-JP" dirty="0" smtClean="0">
                <a:solidFill>
                  <a:srgbClr val="FF0000"/>
                </a:solidFill>
              </a:rPr>
              <a:t> \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140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Class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system/core/</a:t>
            </a:r>
            <a:r>
              <a:rPr lang="en-US" dirty="0" err="1" smtClean="0"/>
              <a:t>rootdir</a:t>
            </a:r>
            <a:r>
              <a:rPr lang="en-US" dirty="0" smtClean="0"/>
              <a:t>/</a:t>
            </a:r>
            <a:r>
              <a:rPr lang="en-US" dirty="0" err="1" smtClean="0"/>
              <a:t>init.rc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build/core/dex_preopt.mk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1844824"/>
            <a:ext cx="6801633" cy="27648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export BOOTCLASSPATH /system/framework/core.jar:/</a:t>
            </a:r>
            <a:r>
              <a:rPr lang="sv-SE" altLang="ja-JP" sz="1800" dirty="0" smtClean="0"/>
              <a:t>system/framework/core-junit.jar</a:t>
            </a:r>
            <a:r>
              <a:rPr lang="sv-SE" altLang="ja-JP" sz="1800" dirty="0"/>
              <a:t>:/system/framework/bouncycastle.jar:/system/framework/ext.jar:/</a:t>
            </a:r>
            <a:r>
              <a:rPr lang="sv-SE" altLang="ja-JP" sz="1800" dirty="0" smtClean="0"/>
              <a:t>system/framework/framework.jar</a:t>
            </a:r>
            <a:r>
              <a:rPr lang="sv-SE" altLang="ja-JP" sz="1800" dirty="0"/>
              <a:t>:/system/framework/telephony-common.jar:/</a:t>
            </a:r>
            <a:r>
              <a:rPr lang="sv-SE" altLang="ja-JP" sz="1800" dirty="0" smtClean="0"/>
              <a:t>system/framework/voip-common.jar</a:t>
            </a:r>
            <a:r>
              <a:rPr lang="sv-SE" altLang="ja-JP" sz="1800" dirty="0"/>
              <a:t>:/system/framework/mms-common.jar:/</a:t>
            </a:r>
            <a:r>
              <a:rPr lang="sv-SE" altLang="ja-JP" sz="1800" dirty="0" smtClean="0"/>
              <a:t>system/framework/android.policy.jar:/</a:t>
            </a:r>
            <a:r>
              <a:rPr lang="sv-SE" altLang="ja-JP" sz="1800" dirty="0"/>
              <a:t>system/framework/services.jar:/system/framework/apache-xml.jar</a:t>
            </a:r>
            <a:r>
              <a:rPr lang="sv-SE" altLang="ja-JP" sz="1800" dirty="0">
                <a:solidFill>
                  <a:srgbClr val="FF0000"/>
                </a:solidFill>
              </a:rPr>
              <a:t>:/</a:t>
            </a:r>
            <a:r>
              <a:rPr lang="sv-SE" altLang="ja-JP" sz="1800" dirty="0" smtClean="0">
                <a:solidFill>
                  <a:srgbClr val="FF0000"/>
                </a:solidFill>
              </a:rPr>
              <a:t>system/framework/myapi.jar</a:t>
            </a:r>
          </a:p>
        </p:txBody>
      </p:sp>
      <p:sp>
        <p:nvSpPr>
          <p:cNvPr id="5" name="正方形/長方形 6"/>
          <p:cNvSpPr/>
          <p:nvPr/>
        </p:nvSpPr>
        <p:spPr>
          <a:xfrm>
            <a:off x="1384120" y="5344684"/>
            <a:ext cx="6801633" cy="13246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# TODO: replace it with device's BOOTCLASSPATH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DEXPREOPT_BOOT_JARS := </a:t>
            </a:r>
            <a:r>
              <a:rPr lang="en-US" altLang="ja-JP" sz="2000" dirty="0" err="1"/>
              <a:t>core:core-junit:bouncycastle:ext:</a:t>
            </a:r>
            <a:r>
              <a:rPr lang="en-US" altLang="ja-JP" sz="2000" dirty="0" err="1">
                <a:solidFill>
                  <a:srgbClr val="FF0000"/>
                </a:solidFill>
              </a:rPr>
              <a:t>myapi</a:t>
            </a:r>
            <a:r>
              <a:rPr lang="en-US" altLang="ja-JP" sz="2000" dirty="0" err="1"/>
              <a:t>:framework</a:t>
            </a:r>
            <a:r>
              <a:rPr lang="en-US" altLang="ja-JP" sz="2000" dirty="0"/>
              <a:t>:</a:t>
            </a:r>
            <a:endParaRPr lang="sv-SE" altLang="ja-JP" sz="2000" dirty="0" smtClean="0"/>
          </a:p>
        </p:txBody>
      </p:sp>
    </p:spTree>
    <p:extLst>
      <p:ext uri="{BB962C8B-B14F-4D97-AF65-F5344CB8AC3E}">
        <p14:creationId xmlns:p14="http://schemas.microsoft.com/office/powerpoint/2010/main" val="719989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Make OTA </a:t>
            </a:r>
            <a:r>
              <a:rPr lang="en-US" altLang="ja-JP" dirty="0" smtClean="0"/>
              <a:t>image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OTA image</a:t>
            </a:r>
          </a:p>
          <a:p>
            <a:pPr lvl="1"/>
            <a:r>
              <a:rPr kumimoji="1" lang="en-US" altLang="ja-JP" dirty="0" smtClean="0"/>
              <a:t>This OTA image is update image for Android.</a:t>
            </a:r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r>
              <a:rPr lang="en-US" altLang="ja-JP" dirty="0" smtClean="0"/>
              <a:t>This </a:t>
            </a:r>
            <a:r>
              <a:rPr lang="en-US" altLang="ja-JP" dirty="0"/>
              <a:t>file name is </a:t>
            </a:r>
            <a:endParaRPr lang="en-US" altLang="ja-JP" dirty="0" smtClean="0"/>
          </a:p>
          <a:p>
            <a:pPr lvl="2"/>
            <a:r>
              <a:rPr lang="en-US" altLang="ja-JP" dirty="0" err="1" smtClean="0"/>
              <a:t>aosp_flo-ota-eng</a:t>
            </a:r>
            <a:r>
              <a:rPr lang="en-US" altLang="ja-JP" dirty="0" smtClean="0"/>
              <a:t>.[your Linux’s User name].zip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292268"/>
            <a:ext cx="6801633" cy="2004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</a:t>
            </a:r>
            <a:r>
              <a:rPr lang="en-US" altLang="ja-JP" dirty="0"/>
              <a:t>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</a:t>
            </a:r>
            <a:r>
              <a:rPr lang="en-US" altLang="ja-JP" dirty="0" err="1"/>
              <a:t>aosp_flo</a:t>
            </a:r>
            <a:r>
              <a:rPr lang="en-US" altLang="ja-JP" dirty="0"/>
              <a:t>-user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otapackage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3154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Android OTA-Package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OTA-Package has ROM images.</a:t>
            </a:r>
          </a:p>
          <a:p>
            <a:pPr lvl="1"/>
            <a:r>
              <a:rPr lang="en-US" dirty="0" err="1" smtClean="0"/>
              <a:t>boot.img</a:t>
            </a:r>
            <a:endParaRPr lang="en-US" dirty="0" smtClean="0"/>
          </a:p>
          <a:p>
            <a:pPr lvl="2"/>
            <a:r>
              <a:rPr lang="en-US" dirty="0" smtClean="0"/>
              <a:t>Kernel, </a:t>
            </a:r>
            <a:r>
              <a:rPr lang="en-US" dirty="0" err="1" smtClean="0"/>
              <a:t>Init</a:t>
            </a:r>
            <a:r>
              <a:rPr lang="en-US" dirty="0" smtClean="0"/>
              <a:t>, </a:t>
            </a:r>
            <a:r>
              <a:rPr lang="en-US" dirty="0" err="1" smtClean="0"/>
              <a:t>Minimam</a:t>
            </a:r>
            <a:r>
              <a:rPr lang="en-US" dirty="0" smtClean="0"/>
              <a:t> Linux</a:t>
            </a:r>
          </a:p>
          <a:p>
            <a:pPr lvl="1"/>
            <a:r>
              <a:rPr lang="en-US" dirty="0" err="1" smtClean="0"/>
              <a:t>recovery.img</a:t>
            </a:r>
            <a:endParaRPr lang="en-US" dirty="0" smtClean="0"/>
          </a:p>
          <a:p>
            <a:pPr lvl="2"/>
            <a:r>
              <a:rPr lang="en-US" dirty="0" smtClean="0"/>
              <a:t>Recovery Manager Program</a:t>
            </a:r>
          </a:p>
          <a:p>
            <a:pPr lvl="1"/>
            <a:r>
              <a:rPr lang="en-US" dirty="0" err="1" smtClean="0"/>
              <a:t>system.img</a:t>
            </a:r>
            <a:endParaRPr lang="en-US" dirty="0" smtClean="0"/>
          </a:p>
          <a:p>
            <a:pPr lvl="2"/>
            <a:r>
              <a:rPr lang="en-US" dirty="0" smtClean="0"/>
              <a:t>Android System</a:t>
            </a:r>
          </a:p>
          <a:p>
            <a:pPr lvl="1"/>
            <a:r>
              <a:rPr lang="en-US" dirty="0" err="1" smtClean="0"/>
              <a:t>userdata.img</a:t>
            </a:r>
            <a:endParaRPr lang="en-US" dirty="0" smtClean="0"/>
          </a:p>
          <a:p>
            <a:pPr lvl="2"/>
            <a:r>
              <a:rPr lang="en-US" dirty="0" smtClean="0"/>
              <a:t>User Data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099523" y="4113077"/>
            <a:ext cx="7720949" cy="2700299"/>
            <a:chOff x="1171531" y="3507917"/>
            <a:chExt cx="7720949" cy="2700299"/>
          </a:xfrm>
        </p:grpSpPr>
        <p:pic>
          <p:nvPicPr>
            <p:cNvPr id="5" name="図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76" t="18397" r="69773" b="43276"/>
            <a:stretch/>
          </p:blipFill>
          <p:spPr>
            <a:xfrm>
              <a:off x="6084168" y="3507917"/>
              <a:ext cx="2808312" cy="270029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1531" y="4180420"/>
              <a:ext cx="2929483" cy="192659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 bwMode="auto">
            <a:xfrm flipV="1">
              <a:off x="3779912" y="3901509"/>
              <a:ext cx="2304256" cy="79108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3894721" y="5877272"/>
              <a:ext cx="2189447" cy="295547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TextBox 8"/>
            <p:cNvSpPr txBox="1"/>
            <p:nvPr/>
          </p:nvSpPr>
          <p:spPr>
            <a:xfrm>
              <a:off x="3894722" y="4765906"/>
              <a:ext cx="21420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Separated by Address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03575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Use New APIs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5916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API on SDK…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64" y="1052736"/>
            <a:ext cx="8793570" cy="5400600"/>
          </a:xfrm>
        </p:spPr>
      </p:pic>
    </p:spTree>
    <p:extLst>
      <p:ext uri="{BB962C8B-B14F-4D97-AF65-F5344CB8AC3E}">
        <p14:creationId xmlns:p14="http://schemas.microsoft.com/office/powerpoint/2010/main" val="39785940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API Version for </a:t>
            </a:r>
            <a:r>
              <a:rPr lang="en-US" dirty="0" err="1" smtClean="0"/>
              <a:t>MyAPI</a:t>
            </a:r>
            <a:r>
              <a:rPr lang="en-US" dirty="0" smtClean="0"/>
              <a:t>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development/</a:t>
            </a:r>
            <a:r>
              <a:rPr lang="en-US" dirty="0" err="1"/>
              <a:t>sdk</a:t>
            </a:r>
            <a:r>
              <a:rPr lang="en-US" dirty="0"/>
              <a:t>/api-versions.xml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384120" y="1844824"/>
            <a:ext cx="6801633" cy="24047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&lt;class name="</a:t>
            </a:r>
            <a:r>
              <a:rPr lang="en-US" altLang="ja-JP" dirty="0" err="1"/>
              <a:t>itri</a:t>
            </a:r>
            <a:r>
              <a:rPr lang="en-US" altLang="ja-JP" dirty="0"/>
              <a:t>/lecture/Cal" since="</a:t>
            </a:r>
            <a:r>
              <a:rPr lang="en-US" altLang="ja-JP" dirty="0">
                <a:solidFill>
                  <a:srgbClr val="FF0000"/>
                </a:solidFill>
              </a:rPr>
              <a:t>18</a:t>
            </a:r>
            <a:r>
              <a:rPr lang="en-US" altLang="ja-JP" dirty="0"/>
              <a:t>"&gt;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            &lt;method name="&amp;</a:t>
            </a:r>
            <a:r>
              <a:rPr lang="en-US" altLang="ja-JP" dirty="0" err="1"/>
              <a:t>lt;init</a:t>
            </a:r>
            <a:r>
              <a:rPr lang="en-US" altLang="ja-JP" dirty="0"/>
              <a:t>&gt;()V"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            &lt;method name="add(II)I"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            &lt;method name="sub(II)I"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    &lt;/class&gt;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7829126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API Version for </a:t>
            </a:r>
            <a:r>
              <a:rPr lang="en-US" dirty="0" err="1" smtClean="0"/>
              <a:t>MyAPI</a:t>
            </a:r>
            <a:r>
              <a:rPr lang="en-US" dirty="0" smtClean="0"/>
              <a:t> 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prebuilts</a:t>
            </a:r>
            <a:r>
              <a:rPr lang="en-US" dirty="0"/>
              <a:t>/</a:t>
            </a:r>
            <a:r>
              <a:rPr lang="en-US" dirty="0" err="1"/>
              <a:t>sdk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/18.txt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384120" y="1816292"/>
            <a:ext cx="6801633" cy="27648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package </a:t>
            </a:r>
            <a:r>
              <a:rPr lang="en-US" altLang="ja-JP" dirty="0" err="1"/>
              <a:t>itri.lecture</a:t>
            </a:r>
            <a:r>
              <a:rPr lang="en-US" altLang="ja-JP" dirty="0"/>
              <a:t>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public class Cal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</a:t>
            </a:r>
            <a:r>
              <a:rPr lang="en-US" altLang="ja-JP" dirty="0" err="1"/>
              <a:t>ctor</a:t>
            </a:r>
            <a:r>
              <a:rPr lang="en-US" altLang="ja-JP" dirty="0"/>
              <a:t> public Cal();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method public </a:t>
            </a:r>
            <a:r>
              <a:rPr lang="en-US" altLang="ja-JP" dirty="0" err="1"/>
              <a:t>int</a:t>
            </a:r>
            <a:r>
              <a:rPr lang="en-US" altLang="ja-JP" dirty="0"/>
              <a:t> add(</a:t>
            </a:r>
            <a:r>
              <a:rPr lang="en-US" altLang="ja-JP" dirty="0" err="1"/>
              <a:t>int</a:t>
            </a:r>
            <a:r>
              <a:rPr lang="en-US" altLang="ja-JP" dirty="0"/>
              <a:t>, </a:t>
            </a:r>
            <a:r>
              <a:rPr lang="en-US" altLang="ja-JP" dirty="0" err="1"/>
              <a:t>int</a:t>
            </a:r>
            <a:r>
              <a:rPr lang="en-US" altLang="ja-JP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method public static </a:t>
            </a:r>
            <a:r>
              <a:rPr lang="en-US" altLang="ja-JP" dirty="0" err="1"/>
              <a:t>int</a:t>
            </a:r>
            <a:r>
              <a:rPr lang="en-US" altLang="ja-JP" dirty="0"/>
              <a:t> sub(</a:t>
            </a:r>
            <a:r>
              <a:rPr lang="en-US" altLang="ja-JP" dirty="0" err="1"/>
              <a:t>int</a:t>
            </a:r>
            <a:r>
              <a:rPr lang="en-US" altLang="ja-JP" dirty="0"/>
              <a:t>, </a:t>
            </a:r>
            <a:r>
              <a:rPr lang="en-US" altLang="ja-JP" dirty="0" err="1"/>
              <a:t>int</a:t>
            </a:r>
            <a:r>
              <a:rPr lang="en-US" altLang="ja-JP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}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4545920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</a:t>
            </a:r>
            <a:r>
              <a:rPr lang="en-US" dirty="0" err="1" smtClean="0"/>
              <a:t>JavaDoc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build/core/droiddoc.mk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384120" y="1844824"/>
            <a:ext cx="6801633" cy="32688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400" dirty="0" err="1"/>
              <a:t>ifneq</a:t>
            </a:r>
            <a:r>
              <a:rPr lang="en-US" altLang="ja-JP" sz="1400" dirty="0"/>
              <a:t> ($(LOCAL_SDK_VERSION),)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</a:t>
            </a:r>
            <a:r>
              <a:rPr lang="en-US" altLang="ja-JP" sz="1400" dirty="0" err="1"/>
              <a:t>ifeq</a:t>
            </a:r>
            <a:r>
              <a:rPr lang="en-US" altLang="ja-JP" sz="1400" dirty="0"/>
              <a:t> ($(LOCAL_SDK_VERSION)$(TARGET_BUILD_APPS),current)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  # Use </a:t>
            </a:r>
            <a:r>
              <a:rPr lang="en-US" altLang="ja-JP" sz="1400" dirty="0" err="1"/>
              <a:t>android_stubs_current</a:t>
            </a:r>
            <a:r>
              <a:rPr lang="en-US" altLang="ja-JP" sz="1400" dirty="0"/>
              <a:t> if LOCAL_SDK_VERSION is current and no TARGET_BUILD_APPS.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  LOCAL_JAVA_LIBRARIES := </a:t>
            </a:r>
            <a:r>
              <a:rPr lang="en-US" altLang="ja-JP" sz="1400" dirty="0" err="1"/>
              <a:t>android_stubs_current</a:t>
            </a:r>
            <a:r>
              <a:rPr lang="en-US" altLang="ja-JP" sz="1400" dirty="0"/>
              <a:t> $(LOCAL_JAVA_LIBRARIES)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else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  LOCAL_JAVA_LIBRARIES := </a:t>
            </a:r>
            <a:r>
              <a:rPr lang="en-US" altLang="ja-JP" sz="1400" dirty="0" err="1"/>
              <a:t>sdk_v</a:t>
            </a:r>
            <a:r>
              <a:rPr lang="en-US" altLang="ja-JP" sz="1400" dirty="0"/>
              <a:t>$(LOCAL_SDK_VERSION) $(LOCAL_JAVA_LIBRARIES)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</a:t>
            </a:r>
            <a:r>
              <a:rPr lang="en-US" altLang="ja-JP" sz="1400" dirty="0" err="1"/>
              <a:t>endif</a:t>
            </a:r>
            <a:endParaRPr lang="en-US" altLang="ja-JP" sz="1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else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  LOCAL_JAVA_LIBRARIES := core </a:t>
            </a:r>
            <a:r>
              <a:rPr lang="en-US" altLang="ja-JP" sz="1400" dirty="0" err="1"/>
              <a:t>ext</a:t>
            </a:r>
            <a:r>
              <a:rPr lang="en-US" altLang="ja-JP" sz="1400" dirty="0"/>
              <a:t> framework </a:t>
            </a:r>
            <a:r>
              <a:rPr lang="en-US" altLang="ja-JP" sz="1400" dirty="0" err="1">
                <a:solidFill>
                  <a:srgbClr val="FF0000"/>
                </a:solidFill>
              </a:rPr>
              <a:t>myapi</a:t>
            </a:r>
            <a:r>
              <a:rPr lang="en-US" altLang="ja-JP" sz="1400" dirty="0">
                <a:solidFill>
                  <a:srgbClr val="FF0000"/>
                </a:solidFill>
              </a:rPr>
              <a:t> </a:t>
            </a:r>
            <a:r>
              <a:rPr lang="en-US" altLang="ja-JP" sz="1400" dirty="0"/>
              <a:t>$(LOCAL_JAVA_LIBRARIES)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 err="1"/>
              <a:t>endif</a:t>
            </a:r>
            <a:r>
              <a:rPr lang="en-US" altLang="ja-JP" sz="1400" dirty="0"/>
              <a:t>  # LOCAL_SDK_VERSION</a:t>
            </a:r>
            <a:endParaRPr lang="sv-SE" altLang="ja-JP" sz="1400" dirty="0" smtClean="0"/>
          </a:p>
        </p:txBody>
      </p:sp>
    </p:spTree>
    <p:extLst>
      <p:ext uri="{BB962C8B-B14F-4D97-AF65-F5344CB8AC3E}">
        <p14:creationId xmlns:p14="http://schemas.microsoft.com/office/powerpoint/2010/main" val="2151702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Make </a:t>
            </a:r>
            <a:r>
              <a:rPr lang="en-US" altLang="ja-JP" dirty="0" err="1" smtClean="0"/>
              <a:t>MySDK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</a:t>
            </a:r>
            <a:r>
              <a:rPr lang="en-US" altLang="ja-JP" dirty="0" err="1" smtClean="0"/>
              <a:t>MySDK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r>
              <a:rPr lang="en-US" altLang="ja-JP" dirty="0" smtClean="0"/>
              <a:t>This </a:t>
            </a:r>
            <a:r>
              <a:rPr lang="en-US" altLang="ja-JP" dirty="0"/>
              <a:t>file name is 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android-</a:t>
            </a:r>
            <a:r>
              <a:rPr lang="en-US" altLang="ja-JP" dirty="0" err="1" smtClean="0"/>
              <a:t>sdk_eng</a:t>
            </a:r>
            <a:r>
              <a:rPr lang="en-US" altLang="ja-JP" dirty="0" smtClean="0"/>
              <a:t>.[your Linux’s User name]_</a:t>
            </a:r>
            <a:r>
              <a:rPr lang="en-US" altLang="ja-JP" dirty="0"/>
              <a:t>linux-x86.zip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2004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</a:t>
            </a:r>
            <a:r>
              <a:rPr lang="en-US" altLang="ja-JP" dirty="0"/>
              <a:t>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</a:t>
            </a:r>
            <a:r>
              <a:rPr lang="en-US" altLang="ja-JP" dirty="0" err="1" smtClean="0">
                <a:solidFill>
                  <a:srgbClr val="FF0000"/>
                </a:solidFill>
              </a:rPr>
              <a:t>sdk-eng</a:t>
            </a:r>
            <a:endParaRPr lang="en-US" altLang="ja-JP" dirty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 smtClean="0">
                <a:solidFill>
                  <a:srgbClr val="FF0000"/>
                </a:solidFill>
              </a:rPr>
              <a:t>sdk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47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Use New APIs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9859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SDK to your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err="1" smtClean="0"/>
              <a:t>sdk</a:t>
            </a:r>
            <a:r>
              <a:rPr lang="en-US" dirty="0" smtClean="0"/>
              <a:t>/platforms/android-4.3.1”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to your “</a:t>
            </a:r>
            <a:r>
              <a:rPr lang="en-US" dirty="0" err="1" smtClean="0"/>
              <a:t>sdk</a:t>
            </a:r>
            <a:r>
              <a:rPr lang="en-US" dirty="0" smtClean="0"/>
              <a:t>/platforms/”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2856"/>
            <a:ext cx="8648410" cy="536997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 bwMode="auto">
          <a:xfrm>
            <a:off x="836613" y="4293096"/>
            <a:ext cx="1143099" cy="36004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19986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Add New Library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1455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Library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1601" y="1268760"/>
            <a:ext cx="15841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aac</a:t>
            </a:r>
            <a:endParaRPr lang="en-US" sz="1100" dirty="0"/>
          </a:p>
          <a:p>
            <a:r>
              <a:rPr lang="en-US" sz="1100" dirty="0"/>
              <a:t>android-</a:t>
            </a:r>
            <a:r>
              <a:rPr lang="en-US" sz="1100" dirty="0" err="1"/>
              <a:t>clat</a:t>
            </a:r>
            <a:endParaRPr lang="en-US" sz="1100" dirty="0"/>
          </a:p>
          <a:p>
            <a:r>
              <a:rPr lang="en-US" sz="1100" dirty="0"/>
              <a:t>android-mock</a:t>
            </a:r>
          </a:p>
          <a:p>
            <a:r>
              <a:rPr lang="en-US" sz="1100" dirty="0"/>
              <a:t>ant-glob</a:t>
            </a:r>
          </a:p>
          <a:p>
            <a:r>
              <a:rPr lang="en-US" sz="1100" dirty="0" err="1"/>
              <a:t>antlr</a:t>
            </a:r>
            <a:endParaRPr lang="en-US" sz="1100" dirty="0"/>
          </a:p>
          <a:p>
            <a:r>
              <a:rPr lang="en-US" sz="1100" dirty="0"/>
              <a:t>apache-harmony</a:t>
            </a:r>
          </a:p>
          <a:p>
            <a:r>
              <a:rPr lang="en-US" sz="1100" dirty="0"/>
              <a:t>apache-http</a:t>
            </a:r>
          </a:p>
          <a:p>
            <a:r>
              <a:rPr lang="en-US" sz="1100" dirty="0"/>
              <a:t>apache-</a:t>
            </a:r>
            <a:r>
              <a:rPr lang="en-US" sz="1100" dirty="0" err="1"/>
              <a:t>qp</a:t>
            </a:r>
            <a:endParaRPr lang="en-US" sz="1100" dirty="0"/>
          </a:p>
          <a:p>
            <a:r>
              <a:rPr lang="en-US" sz="1100" dirty="0"/>
              <a:t>apache-xml</a:t>
            </a:r>
          </a:p>
          <a:p>
            <a:r>
              <a:rPr lang="en-US" sz="1100" dirty="0" err="1"/>
              <a:t>arduino</a:t>
            </a:r>
            <a:endParaRPr lang="en-US" sz="1100" dirty="0"/>
          </a:p>
          <a:p>
            <a:r>
              <a:rPr lang="en-US" sz="1100" dirty="0"/>
              <a:t>bison</a:t>
            </a:r>
          </a:p>
          <a:p>
            <a:r>
              <a:rPr lang="en-US" sz="1100" dirty="0" err="1"/>
              <a:t>blktrace</a:t>
            </a:r>
            <a:endParaRPr lang="en-US" sz="1100" dirty="0"/>
          </a:p>
          <a:p>
            <a:r>
              <a:rPr lang="en-US" sz="1100" dirty="0" err="1"/>
              <a:t>bluetooth</a:t>
            </a:r>
            <a:endParaRPr lang="en-US" sz="1100" dirty="0"/>
          </a:p>
          <a:p>
            <a:r>
              <a:rPr lang="en-US" sz="1100" dirty="0" err="1"/>
              <a:t>bouncycastle</a:t>
            </a:r>
            <a:endParaRPr lang="en-US" sz="1100" dirty="0"/>
          </a:p>
          <a:p>
            <a:r>
              <a:rPr lang="en-US" sz="1100" dirty="0" err="1"/>
              <a:t>bsdiff</a:t>
            </a:r>
            <a:endParaRPr lang="en-US" sz="1100" dirty="0"/>
          </a:p>
          <a:p>
            <a:r>
              <a:rPr lang="en-US" sz="1100" dirty="0"/>
              <a:t>bzip2</a:t>
            </a:r>
          </a:p>
          <a:p>
            <a:r>
              <a:rPr lang="en-US" sz="1100" dirty="0" err="1"/>
              <a:t>ceres</a:t>
            </a:r>
            <a:r>
              <a:rPr lang="en-US" sz="1100" dirty="0"/>
              <a:t>-solver</a:t>
            </a:r>
          </a:p>
          <a:p>
            <a:r>
              <a:rPr lang="en-US" sz="1100" dirty="0" err="1"/>
              <a:t>checkpolicy</a:t>
            </a:r>
            <a:endParaRPr lang="en-US" sz="1100" dirty="0"/>
          </a:p>
          <a:p>
            <a:r>
              <a:rPr lang="en-US" sz="1100" dirty="0"/>
              <a:t>chromium</a:t>
            </a:r>
          </a:p>
          <a:p>
            <a:r>
              <a:rPr lang="en-US" sz="1100" dirty="0"/>
              <a:t>chromium-</a:t>
            </a:r>
            <a:r>
              <a:rPr lang="en-US" sz="1100" dirty="0" err="1"/>
              <a:t>libpac</a:t>
            </a:r>
            <a:endParaRPr lang="en-US" sz="1100" dirty="0"/>
          </a:p>
          <a:p>
            <a:r>
              <a:rPr lang="en-US" sz="1100" dirty="0"/>
              <a:t>chromium-trace</a:t>
            </a:r>
          </a:p>
          <a:p>
            <a:r>
              <a:rPr lang="en-US" sz="1100" dirty="0" err="1"/>
              <a:t>chromium_org</a:t>
            </a:r>
            <a:endParaRPr lang="en-US" sz="1100" dirty="0"/>
          </a:p>
          <a:p>
            <a:r>
              <a:rPr lang="en-US" sz="1100" dirty="0"/>
              <a:t>clang</a:t>
            </a:r>
          </a:p>
          <a:p>
            <a:r>
              <a:rPr lang="en-US" sz="1100" dirty="0"/>
              <a:t>compiler-</a:t>
            </a:r>
            <a:r>
              <a:rPr lang="en-US" sz="1100" dirty="0" err="1"/>
              <a:t>rt</a:t>
            </a:r>
            <a:endParaRPr lang="en-US" sz="1100" dirty="0"/>
          </a:p>
          <a:p>
            <a:r>
              <a:rPr lang="en-US" sz="1100" dirty="0" err="1"/>
              <a:t>dexmaker</a:t>
            </a:r>
            <a:endParaRPr lang="en-US" sz="1100" dirty="0"/>
          </a:p>
          <a:p>
            <a:r>
              <a:rPr lang="en-US" sz="1100" dirty="0" err="1"/>
              <a:t>dhcpcd</a:t>
            </a:r>
            <a:endParaRPr lang="en-US" sz="1100" dirty="0"/>
          </a:p>
          <a:p>
            <a:r>
              <a:rPr lang="en-US" sz="1100" dirty="0" err="1"/>
              <a:t>dnsmasq</a:t>
            </a:r>
            <a:endParaRPr lang="en-US" sz="1100" dirty="0"/>
          </a:p>
          <a:p>
            <a:r>
              <a:rPr lang="en-US" sz="1100" dirty="0" err="1"/>
              <a:t>doclava</a:t>
            </a:r>
            <a:endParaRPr lang="en-US" sz="1100" dirty="0"/>
          </a:p>
          <a:p>
            <a:r>
              <a:rPr lang="en-US" sz="1100" dirty="0" err="1"/>
              <a:t>droiddriver</a:t>
            </a:r>
            <a:endParaRPr lang="en-US" sz="1100" dirty="0"/>
          </a:p>
          <a:p>
            <a:r>
              <a:rPr lang="en-US" sz="1100" dirty="0" err="1"/>
              <a:t>dropbear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2339753" y="1280898"/>
            <a:ext cx="244827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e2fsprogs</a:t>
            </a:r>
          </a:p>
          <a:p>
            <a:r>
              <a:rPr lang="en-US" sz="1100" dirty="0" err="1"/>
              <a:t>easymock</a:t>
            </a:r>
            <a:endParaRPr lang="en-US" sz="1100" dirty="0"/>
          </a:p>
          <a:p>
            <a:r>
              <a:rPr lang="en-US" sz="1100" dirty="0"/>
              <a:t>eclipse-</a:t>
            </a:r>
            <a:r>
              <a:rPr lang="en-US" sz="1100" dirty="0" err="1"/>
              <a:t>basebuilder</a:t>
            </a:r>
            <a:endParaRPr lang="en-US" sz="1100" dirty="0"/>
          </a:p>
          <a:p>
            <a:r>
              <a:rPr lang="en-US" sz="1100" dirty="0"/>
              <a:t>eclipse-</a:t>
            </a:r>
            <a:r>
              <a:rPr lang="en-US" sz="1100" dirty="0" err="1"/>
              <a:t>windowbuilder</a:t>
            </a:r>
            <a:endParaRPr lang="en-US" sz="1100" dirty="0"/>
          </a:p>
          <a:p>
            <a:r>
              <a:rPr lang="en-US" sz="1100" dirty="0" err="1"/>
              <a:t>eigen</a:t>
            </a:r>
            <a:endParaRPr lang="en-US" sz="1100" dirty="0"/>
          </a:p>
          <a:p>
            <a:r>
              <a:rPr lang="en-US" sz="1100" dirty="0" err="1"/>
              <a:t>elfutils</a:t>
            </a:r>
            <a:endParaRPr lang="en-US" sz="1100" dirty="0"/>
          </a:p>
          <a:p>
            <a:r>
              <a:rPr lang="en-US" sz="1100" dirty="0" err="1"/>
              <a:t>embunit</a:t>
            </a:r>
            <a:endParaRPr lang="en-US" sz="1100" dirty="0"/>
          </a:p>
          <a:p>
            <a:r>
              <a:rPr lang="en-US" sz="1100" dirty="0" err="1"/>
              <a:t>emma</a:t>
            </a:r>
            <a:endParaRPr lang="en-US" sz="1100" dirty="0"/>
          </a:p>
          <a:p>
            <a:r>
              <a:rPr lang="en-US" sz="1100" dirty="0" err="1"/>
              <a:t>esd</a:t>
            </a:r>
            <a:endParaRPr lang="en-US" sz="1100" dirty="0"/>
          </a:p>
          <a:p>
            <a:r>
              <a:rPr lang="en-US" sz="1100" dirty="0"/>
              <a:t>expat</a:t>
            </a:r>
          </a:p>
          <a:p>
            <a:r>
              <a:rPr lang="en-US" sz="1100" dirty="0"/>
              <a:t>eyes-free</a:t>
            </a:r>
          </a:p>
          <a:p>
            <a:r>
              <a:rPr lang="en-US" sz="1100" dirty="0" err="1"/>
              <a:t>fdlibm</a:t>
            </a:r>
            <a:endParaRPr lang="en-US" sz="1100" dirty="0"/>
          </a:p>
          <a:p>
            <a:r>
              <a:rPr lang="en-US" sz="1100" dirty="0" err="1"/>
              <a:t>flac</a:t>
            </a:r>
            <a:endParaRPr lang="en-US" sz="1100" dirty="0"/>
          </a:p>
          <a:p>
            <a:r>
              <a:rPr lang="en-US" sz="1100" dirty="0" err="1"/>
              <a:t>freetype</a:t>
            </a:r>
            <a:endParaRPr lang="en-US" sz="1100" dirty="0"/>
          </a:p>
          <a:p>
            <a:r>
              <a:rPr lang="en-US" sz="1100" dirty="0" err="1"/>
              <a:t>fsck_msdos</a:t>
            </a:r>
            <a:endParaRPr lang="en-US" sz="1100" dirty="0"/>
          </a:p>
          <a:p>
            <a:r>
              <a:rPr lang="en-US" sz="1100" dirty="0"/>
              <a:t>ganymed-ssh2</a:t>
            </a:r>
          </a:p>
          <a:p>
            <a:r>
              <a:rPr lang="en-US" sz="1100" dirty="0" err="1"/>
              <a:t>gcc-demangle</a:t>
            </a:r>
            <a:endParaRPr lang="en-US" sz="1100" dirty="0"/>
          </a:p>
          <a:p>
            <a:r>
              <a:rPr lang="en-US" sz="1100" dirty="0"/>
              <a:t>genext2fs</a:t>
            </a:r>
          </a:p>
          <a:p>
            <a:r>
              <a:rPr lang="en-US" sz="1100" dirty="0" err="1"/>
              <a:t>giflib</a:t>
            </a:r>
            <a:endParaRPr lang="en-US" sz="1100" dirty="0"/>
          </a:p>
          <a:p>
            <a:r>
              <a:rPr lang="en-US" sz="1100" dirty="0"/>
              <a:t>google-diff-match-patch</a:t>
            </a:r>
          </a:p>
          <a:p>
            <a:r>
              <a:rPr lang="en-US" sz="1100" dirty="0"/>
              <a:t>grub</a:t>
            </a:r>
          </a:p>
          <a:p>
            <a:r>
              <a:rPr lang="en-US" sz="1100" dirty="0" err="1"/>
              <a:t>gtest</a:t>
            </a:r>
            <a:endParaRPr lang="en-US" sz="1100" dirty="0"/>
          </a:p>
          <a:p>
            <a:r>
              <a:rPr lang="en-US" sz="1100" dirty="0"/>
              <a:t>guava</a:t>
            </a:r>
          </a:p>
          <a:p>
            <a:r>
              <a:rPr lang="en-US" sz="1100" dirty="0" err="1"/>
              <a:t>hamcrest</a:t>
            </a:r>
            <a:endParaRPr lang="en-US" sz="1100" dirty="0"/>
          </a:p>
          <a:p>
            <a:r>
              <a:rPr lang="en-US" sz="1100" dirty="0" err="1"/>
              <a:t>harfbuzz</a:t>
            </a:r>
            <a:endParaRPr lang="en-US" sz="1100" dirty="0"/>
          </a:p>
          <a:p>
            <a:r>
              <a:rPr lang="en-US" sz="1100" dirty="0" err="1"/>
              <a:t>harfbuzz_ng</a:t>
            </a:r>
            <a:endParaRPr lang="en-US" sz="1100" dirty="0"/>
          </a:p>
          <a:p>
            <a:r>
              <a:rPr lang="en-US" sz="1100" dirty="0"/>
              <a:t>hyphenation</a:t>
            </a:r>
          </a:p>
          <a:p>
            <a:r>
              <a:rPr lang="en-US" sz="1100" dirty="0"/>
              <a:t>icu4c</a:t>
            </a:r>
          </a:p>
          <a:p>
            <a:r>
              <a:rPr lang="en-US" sz="1100" dirty="0"/>
              <a:t>iproute2</a:t>
            </a:r>
          </a:p>
          <a:p>
            <a:r>
              <a:rPr lang="en-US" sz="1100" dirty="0" err="1"/>
              <a:t>ipsec</a:t>
            </a:r>
            <a:r>
              <a:rPr lang="en-US" sz="1100" dirty="0"/>
              <a:t>-tools</a:t>
            </a:r>
          </a:p>
          <a:p>
            <a:r>
              <a:rPr lang="en-US" sz="1100" dirty="0" err="1"/>
              <a:t>iptables</a:t>
            </a:r>
            <a:endParaRPr lang="en-US" sz="1100" dirty="0"/>
          </a:p>
          <a:p>
            <a:r>
              <a:rPr lang="en-US" sz="1100" dirty="0" err="1" smtClean="0"/>
              <a:t>iputils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3940491" y="1280898"/>
            <a:ext cx="1567613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jack</a:t>
            </a:r>
          </a:p>
          <a:p>
            <a:r>
              <a:rPr lang="en-US" sz="1100" dirty="0" err="1"/>
              <a:t>javasqlite</a:t>
            </a:r>
            <a:endParaRPr lang="en-US" sz="1100" dirty="0"/>
          </a:p>
          <a:p>
            <a:r>
              <a:rPr lang="en-US" sz="1100" dirty="0" err="1"/>
              <a:t>javassist</a:t>
            </a:r>
            <a:endParaRPr lang="en-US" sz="1100" dirty="0"/>
          </a:p>
          <a:p>
            <a:r>
              <a:rPr lang="en-US" sz="1100" dirty="0" err="1"/>
              <a:t>jdiff</a:t>
            </a:r>
            <a:endParaRPr lang="en-US" sz="1100" dirty="0"/>
          </a:p>
          <a:p>
            <a:r>
              <a:rPr lang="en-US" sz="1100" dirty="0" err="1"/>
              <a:t>jhead</a:t>
            </a:r>
            <a:endParaRPr lang="en-US" sz="1100" dirty="0"/>
          </a:p>
          <a:p>
            <a:r>
              <a:rPr lang="en-US" sz="1100" dirty="0" err="1"/>
              <a:t>jmdns</a:t>
            </a:r>
            <a:endParaRPr lang="en-US" sz="1100" dirty="0"/>
          </a:p>
          <a:p>
            <a:r>
              <a:rPr lang="en-US" sz="1100" dirty="0" err="1"/>
              <a:t>jmonkeyengine</a:t>
            </a:r>
            <a:endParaRPr lang="en-US" sz="1100" dirty="0"/>
          </a:p>
          <a:p>
            <a:r>
              <a:rPr lang="en-US" sz="1100" dirty="0"/>
              <a:t>jpeg</a:t>
            </a:r>
          </a:p>
          <a:p>
            <a:r>
              <a:rPr lang="en-US" sz="1100" dirty="0" err="1"/>
              <a:t>jsilver</a:t>
            </a:r>
            <a:endParaRPr lang="en-US" sz="1100" dirty="0"/>
          </a:p>
          <a:p>
            <a:r>
              <a:rPr lang="en-US" sz="1100" dirty="0"/>
              <a:t>jsr305</a:t>
            </a:r>
          </a:p>
          <a:p>
            <a:r>
              <a:rPr lang="en-US" sz="1100" dirty="0" err="1"/>
              <a:t>junit</a:t>
            </a:r>
            <a:endParaRPr lang="en-US" sz="1100" dirty="0"/>
          </a:p>
          <a:p>
            <a:r>
              <a:rPr lang="en-US" sz="1100" dirty="0"/>
              <a:t>kernel-headers</a:t>
            </a:r>
          </a:p>
          <a:p>
            <a:r>
              <a:rPr lang="en-US" sz="1100" dirty="0" err="1"/>
              <a:t>libcap-ng</a:t>
            </a:r>
            <a:endParaRPr lang="en-US" sz="1100" dirty="0"/>
          </a:p>
          <a:p>
            <a:r>
              <a:rPr lang="en-US" sz="1100" dirty="0" err="1"/>
              <a:t>libffi</a:t>
            </a:r>
            <a:endParaRPr lang="en-US" sz="1100" dirty="0"/>
          </a:p>
          <a:p>
            <a:r>
              <a:rPr lang="en-US" sz="1100" dirty="0" err="1"/>
              <a:t>libgsm</a:t>
            </a:r>
            <a:endParaRPr lang="en-US" sz="1100" dirty="0"/>
          </a:p>
          <a:p>
            <a:r>
              <a:rPr lang="en-US" sz="1100" dirty="0" err="1"/>
              <a:t>liblzf</a:t>
            </a:r>
            <a:endParaRPr lang="en-US" sz="1100" dirty="0"/>
          </a:p>
          <a:p>
            <a:r>
              <a:rPr lang="en-US" sz="1100" dirty="0" err="1"/>
              <a:t>libmtp</a:t>
            </a:r>
            <a:endParaRPr lang="en-US" sz="1100" dirty="0"/>
          </a:p>
          <a:p>
            <a:r>
              <a:rPr lang="en-US" sz="1100" dirty="0" err="1"/>
              <a:t>libnfc-nci</a:t>
            </a:r>
            <a:endParaRPr lang="en-US" sz="1100" dirty="0"/>
          </a:p>
          <a:p>
            <a:r>
              <a:rPr lang="en-US" sz="1100" dirty="0" err="1"/>
              <a:t>libnfc-nxp</a:t>
            </a:r>
            <a:endParaRPr lang="en-US" sz="1100" dirty="0"/>
          </a:p>
          <a:p>
            <a:r>
              <a:rPr lang="en-US" sz="1100" dirty="0" err="1"/>
              <a:t>libnl</a:t>
            </a:r>
            <a:r>
              <a:rPr lang="en-US" sz="1100" dirty="0"/>
              <a:t>-headers</a:t>
            </a:r>
          </a:p>
          <a:p>
            <a:r>
              <a:rPr lang="en-US" sz="1100" dirty="0" err="1"/>
              <a:t>libogg</a:t>
            </a:r>
            <a:endParaRPr lang="en-US" sz="1100" dirty="0"/>
          </a:p>
          <a:p>
            <a:r>
              <a:rPr lang="en-US" sz="1100" dirty="0" err="1"/>
              <a:t>libpcap</a:t>
            </a:r>
            <a:endParaRPr lang="en-US" sz="1100" dirty="0"/>
          </a:p>
          <a:p>
            <a:r>
              <a:rPr lang="en-US" sz="1100" dirty="0" err="1"/>
              <a:t>libphonenumber</a:t>
            </a:r>
            <a:endParaRPr lang="en-US" sz="1100" dirty="0"/>
          </a:p>
          <a:p>
            <a:r>
              <a:rPr lang="en-US" sz="1100" dirty="0" err="1"/>
              <a:t>libpng</a:t>
            </a:r>
            <a:endParaRPr lang="en-US" sz="1100" dirty="0"/>
          </a:p>
          <a:p>
            <a:r>
              <a:rPr lang="en-US" sz="1100" dirty="0" err="1"/>
              <a:t>libppp</a:t>
            </a:r>
            <a:endParaRPr lang="en-US" sz="1100" dirty="0"/>
          </a:p>
          <a:p>
            <a:r>
              <a:rPr lang="en-US" sz="1100" dirty="0" err="1"/>
              <a:t>libselinux</a:t>
            </a:r>
            <a:endParaRPr lang="en-US" sz="1100" dirty="0"/>
          </a:p>
          <a:p>
            <a:r>
              <a:rPr lang="en-US" sz="1100" dirty="0" err="1"/>
              <a:t>libsepol</a:t>
            </a:r>
            <a:endParaRPr lang="en-US" sz="1100" dirty="0"/>
          </a:p>
          <a:p>
            <a:r>
              <a:rPr lang="en-US" sz="1100" dirty="0" err="1"/>
              <a:t>libusb</a:t>
            </a:r>
            <a:endParaRPr lang="en-US" sz="1100" dirty="0"/>
          </a:p>
          <a:p>
            <a:r>
              <a:rPr lang="en-US" sz="1100" dirty="0" err="1"/>
              <a:t>libusb-compat</a:t>
            </a:r>
            <a:endParaRPr lang="en-US" sz="1100" dirty="0"/>
          </a:p>
          <a:p>
            <a:r>
              <a:rPr lang="en-US" sz="1100" dirty="0" err="1"/>
              <a:t>libvorbis</a:t>
            </a:r>
            <a:endParaRPr lang="en-US" sz="1100" dirty="0"/>
          </a:p>
          <a:p>
            <a:r>
              <a:rPr lang="en-US" sz="1100" dirty="0" err="1"/>
              <a:t>libvpx</a:t>
            </a:r>
            <a:endParaRPr lang="en-US" sz="1100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7544" y="888744"/>
            <a:ext cx="6480720" cy="761413"/>
          </a:xfrm>
        </p:spPr>
        <p:txBody>
          <a:bodyPr/>
          <a:lstStyle/>
          <a:p>
            <a:r>
              <a:rPr lang="en-US" dirty="0" smtClean="0"/>
              <a:t>Linux Software &amp; Linux Library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64088" y="1363061"/>
            <a:ext cx="133214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libxml2</a:t>
            </a:r>
          </a:p>
          <a:p>
            <a:r>
              <a:rPr lang="en-US" sz="1100" dirty="0" err="1"/>
              <a:t>libxslt</a:t>
            </a:r>
            <a:endParaRPr lang="en-US" sz="1100" dirty="0"/>
          </a:p>
          <a:p>
            <a:r>
              <a:rPr lang="en-US" sz="1100" dirty="0" err="1"/>
              <a:t>libyuv</a:t>
            </a:r>
            <a:endParaRPr lang="en-US" sz="1100" dirty="0"/>
          </a:p>
          <a:p>
            <a:r>
              <a:rPr lang="en-US" sz="1100" dirty="0" err="1"/>
              <a:t>linux</a:t>
            </a:r>
            <a:r>
              <a:rPr lang="en-US" sz="1100" dirty="0"/>
              <a:t>-tools-</a:t>
            </a:r>
            <a:r>
              <a:rPr lang="en-US" sz="1100" dirty="0" err="1"/>
              <a:t>perf</a:t>
            </a:r>
            <a:endParaRPr lang="en-US" sz="1100" dirty="0"/>
          </a:p>
          <a:p>
            <a:r>
              <a:rPr lang="en-US" sz="1100" dirty="0" err="1"/>
              <a:t>littlemock</a:t>
            </a:r>
            <a:endParaRPr lang="en-US" sz="1100" dirty="0"/>
          </a:p>
          <a:p>
            <a:r>
              <a:rPr lang="en-US" sz="1100" dirty="0" err="1"/>
              <a:t>llvm</a:t>
            </a:r>
            <a:endParaRPr lang="en-US" sz="1100" dirty="0"/>
          </a:p>
          <a:p>
            <a:r>
              <a:rPr lang="en-US" sz="1100" dirty="0" err="1"/>
              <a:t>lzma</a:t>
            </a:r>
            <a:endParaRPr lang="en-US" sz="1100" dirty="0"/>
          </a:p>
          <a:p>
            <a:r>
              <a:rPr lang="en-US" sz="1100" dirty="0" err="1"/>
              <a:t>marisa-trie</a:t>
            </a:r>
            <a:endParaRPr lang="en-US" sz="1100" dirty="0"/>
          </a:p>
          <a:p>
            <a:r>
              <a:rPr lang="en-US" sz="1100" dirty="0"/>
              <a:t>markdown</a:t>
            </a:r>
          </a:p>
          <a:p>
            <a:r>
              <a:rPr lang="en-US" sz="1100" dirty="0" err="1"/>
              <a:t>mdnsresponder</a:t>
            </a:r>
            <a:endParaRPr lang="en-US" sz="1100" dirty="0"/>
          </a:p>
          <a:p>
            <a:r>
              <a:rPr lang="en-US" sz="1100" dirty="0"/>
              <a:t>mesa3d</a:t>
            </a:r>
          </a:p>
          <a:p>
            <a:r>
              <a:rPr lang="en-US" sz="1100" dirty="0" err="1"/>
              <a:t>mksh</a:t>
            </a:r>
            <a:endParaRPr lang="en-US" sz="1100" dirty="0"/>
          </a:p>
          <a:p>
            <a:r>
              <a:rPr lang="en-US" sz="1100" dirty="0" err="1"/>
              <a:t>mockito</a:t>
            </a:r>
            <a:endParaRPr lang="en-US" sz="1100" dirty="0"/>
          </a:p>
          <a:p>
            <a:r>
              <a:rPr lang="en-US" sz="1100" dirty="0" err="1"/>
              <a:t>mockwebserver</a:t>
            </a:r>
            <a:endParaRPr lang="en-US" sz="1100" dirty="0"/>
          </a:p>
          <a:p>
            <a:r>
              <a:rPr lang="en-US" sz="1100" dirty="0"/>
              <a:t>mp4parser</a:t>
            </a:r>
          </a:p>
          <a:p>
            <a:r>
              <a:rPr lang="en-US" sz="1100" dirty="0" err="1"/>
              <a:t>mtpd</a:t>
            </a:r>
            <a:endParaRPr lang="en-US" sz="1100" dirty="0"/>
          </a:p>
          <a:p>
            <a:r>
              <a:rPr lang="en-US" sz="1100" dirty="0" err="1"/>
              <a:t>naver</a:t>
            </a:r>
            <a:r>
              <a:rPr lang="en-US" sz="1100" dirty="0"/>
              <a:t>-fonts</a:t>
            </a:r>
          </a:p>
          <a:p>
            <a:r>
              <a:rPr lang="en-US" sz="1100" dirty="0" err="1"/>
              <a:t>netcat</a:t>
            </a:r>
            <a:endParaRPr lang="en-US" sz="1100" dirty="0"/>
          </a:p>
          <a:p>
            <a:r>
              <a:rPr lang="en-US" sz="1100" dirty="0" err="1"/>
              <a:t>netperf</a:t>
            </a:r>
            <a:endParaRPr lang="en-US" sz="1100" dirty="0"/>
          </a:p>
          <a:p>
            <a:r>
              <a:rPr lang="en-US" sz="1100" dirty="0" err="1"/>
              <a:t>neven</a:t>
            </a:r>
            <a:endParaRPr lang="en-US" sz="1100" dirty="0"/>
          </a:p>
          <a:p>
            <a:r>
              <a:rPr lang="en-US" sz="1100" dirty="0" err="1"/>
              <a:t>nist-pkits</a:t>
            </a:r>
            <a:endParaRPr lang="en-US" sz="1100" dirty="0"/>
          </a:p>
          <a:p>
            <a:r>
              <a:rPr lang="en-US" sz="1100" dirty="0" err="1"/>
              <a:t>nist</a:t>
            </a:r>
            <a:r>
              <a:rPr lang="en-US" sz="1100" dirty="0"/>
              <a:t>-sip</a:t>
            </a:r>
          </a:p>
          <a:p>
            <a:r>
              <a:rPr lang="en-US" sz="1100" dirty="0" err="1"/>
              <a:t>noto</a:t>
            </a:r>
            <a:r>
              <a:rPr lang="en-US" sz="1100" dirty="0"/>
              <a:t>-fonts</a:t>
            </a:r>
          </a:p>
          <a:p>
            <a:r>
              <a:rPr lang="en-US" sz="1100" dirty="0" err="1"/>
              <a:t>oauth</a:t>
            </a:r>
            <a:endParaRPr lang="en-US" sz="1100" dirty="0"/>
          </a:p>
          <a:p>
            <a:r>
              <a:rPr lang="en-US" sz="1100" dirty="0" err="1"/>
              <a:t>objenesis</a:t>
            </a:r>
            <a:endParaRPr lang="en-US" sz="1100" dirty="0"/>
          </a:p>
          <a:p>
            <a:r>
              <a:rPr lang="en-US" sz="1100" dirty="0" err="1"/>
              <a:t>okhttp</a:t>
            </a:r>
            <a:endParaRPr lang="en-US" sz="1100" dirty="0"/>
          </a:p>
          <a:p>
            <a:r>
              <a:rPr lang="en-US" sz="1100" dirty="0"/>
              <a:t>open-</a:t>
            </a:r>
            <a:r>
              <a:rPr lang="en-US" sz="1100" dirty="0" err="1"/>
              <a:t>vcdiff</a:t>
            </a:r>
            <a:endParaRPr lang="en-US" sz="1100" dirty="0"/>
          </a:p>
          <a:p>
            <a:r>
              <a:rPr lang="en-US" sz="1100" dirty="0" err="1"/>
              <a:t>opencv</a:t>
            </a:r>
            <a:endParaRPr lang="en-US" sz="1100" dirty="0"/>
          </a:p>
          <a:p>
            <a:r>
              <a:rPr lang="en-US" sz="1100" dirty="0" err="1"/>
              <a:t>openfst</a:t>
            </a:r>
            <a:endParaRPr lang="en-US" sz="1100" dirty="0"/>
          </a:p>
          <a:p>
            <a:r>
              <a:rPr lang="en-US" sz="1100" dirty="0" err="1"/>
              <a:t>openssh</a:t>
            </a:r>
            <a:endParaRPr lang="en-US" sz="1100" dirty="0"/>
          </a:p>
          <a:p>
            <a:r>
              <a:rPr lang="en-US" sz="1100" dirty="0" err="1"/>
              <a:t>openssl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6696235" y="1293042"/>
            <a:ext cx="1636743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oprofile</a:t>
            </a:r>
            <a:endParaRPr lang="en-US" sz="1100" dirty="0"/>
          </a:p>
          <a:p>
            <a:r>
              <a:rPr lang="en-US" sz="1100" dirty="0" err="1"/>
              <a:t>pixman</a:t>
            </a:r>
            <a:endParaRPr lang="en-US" sz="1100" dirty="0"/>
          </a:p>
          <a:p>
            <a:r>
              <a:rPr lang="en-US" sz="1100" dirty="0" err="1"/>
              <a:t>ppp</a:t>
            </a:r>
            <a:endParaRPr lang="en-US" sz="1100" dirty="0"/>
          </a:p>
          <a:p>
            <a:r>
              <a:rPr lang="en-US" sz="1100" dirty="0" err="1"/>
              <a:t>proguard</a:t>
            </a:r>
            <a:endParaRPr lang="en-US" sz="1100" dirty="0"/>
          </a:p>
          <a:p>
            <a:r>
              <a:rPr lang="en-US" sz="1100" dirty="0" err="1"/>
              <a:t>protobuf</a:t>
            </a:r>
            <a:endParaRPr lang="en-US" sz="1100" dirty="0"/>
          </a:p>
          <a:p>
            <a:r>
              <a:rPr lang="en-US" sz="1100" dirty="0" err="1"/>
              <a:t>qemu</a:t>
            </a:r>
            <a:endParaRPr lang="en-US" sz="1100" dirty="0"/>
          </a:p>
          <a:p>
            <a:r>
              <a:rPr lang="en-US" sz="1100" dirty="0" err="1"/>
              <a:t>qemu</a:t>
            </a:r>
            <a:r>
              <a:rPr lang="en-US" sz="1100" dirty="0"/>
              <a:t>-pc-bios</a:t>
            </a:r>
          </a:p>
          <a:p>
            <a:r>
              <a:rPr lang="en-US" sz="1100" dirty="0"/>
              <a:t>regex-re2</a:t>
            </a:r>
          </a:p>
          <a:p>
            <a:r>
              <a:rPr lang="en-US" sz="1100" dirty="0" err="1"/>
              <a:t>replicaisland</a:t>
            </a:r>
            <a:endParaRPr lang="en-US" sz="1100" dirty="0"/>
          </a:p>
          <a:p>
            <a:r>
              <a:rPr lang="en-US" sz="1100" dirty="0" err="1"/>
              <a:t>robolectric</a:t>
            </a:r>
            <a:endParaRPr lang="en-US" sz="1100" dirty="0"/>
          </a:p>
          <a:p>
            <a:r>
              <a:rPr lang="en-US" sz="1100" dirty="0"/>
              <a:t>safe-</a:t>
            </a:r>
            <a:r>
              <a:rPr lang="en-US" sz="1100" dirty="0" err="1"/>
              <a:t>iop</a:t>
            </a:r>
            <a:endParaRPr lang="en-US" sz="1100" dirty="0"/>
          </a:p>
          <a:p>
            <a:r>
              <a:rPr lang="en-US" sz="1100" dirty="0" err="1"/>
              <a:t>scrypt</a:t>
            </a:r>
            <a:endParaRPr lang="en-US" sz="1100" dirty="0"/>
          </a:p>
          <a:p>
            <a:r>
              <a:rPr lang="en-US" sz="1100" dirty="0" err="1"/>
              <a:t>sepolicy</a:t>
            </a:r>
            <a:endParaRPr lang="en-US" sz="1100" dirty="0"/>
          </a:p>
          <a:p>
            <a:r>
              <a:rPr lang="en-US" sz="1100" dirty="0" err="1"/>
              <a:t>sfntly</a:t>
            </a:r>
            <a:endParaRPr lang="en-US" sz="1100" dirty="0"/>
          </a:p>
          <a:p>
            <a:r>
              <a:rPr lang="en-US" sz="1100" dirty="0" err="1"/>
              <a:t>sil</a:t>
            </a:r>
            <a:r>
              <a:rPr lang="en-US" sz="1100" dirty="0"/>
              <a:t>-fonts</a:t>
            </a:r>
          </a:p>
          <a:p>
            <a:r>
              <a:rPr lang="en-US" sz="1100" dirty="0" err="1"/>
              <a:t>skia</a:t>
            </a:r>
            <a:endParaRPr lang="en-US" sz="1100" dirty="0"/>
          </a:p>
          <a:p>
            <a:r>
              <a:rPr lang="en-US" sz="1100" dirty="0"/>
              <a:t>smack</a:t>
            </a:r>
          </a:p>
          <a:p>
            <a:r>
              <a:rPr lang="en-US" sz="1100" dirty="0" err="1"/>
              <a:t>smali</a:t>
            </a:r>
            <a:endParaRPr lang="en-US" sz="1100" dirty="0"/>
          </a:p>
          <a:p>
            <a:r>
              <a:rPr lang="en-US" sz="1100" dirty="0" err="1"/>
              <a:t>sonivox</a:t>
            </a:r>
            <a:endParaRPr lang="en-US" sz="1100" dirty="0"/>
          </a:p>
          <a:p>
            <a:r>
              <a:rPr lang="en-US" sz="1100" dirty="0" err="1"/>
              <a:t>speex</a:t>
            </a:r>
            <a:endParaRPr lang="en-US" sz="1100" dirty="0"/>
          </a:p>
          <a:p>
            <a:r>
              <a:rPr lang="en-US" sz="1100" dirty="0" err="1"/>
              <a:t>sqlite</a:t>
            </a:r>
            <a:endParaRPr lang="en-US" sz="1100" dirty="0"/>
          </a:p>
          <a:p>
            <a:r>
              <a:rPr lang="en-US" sz="1100" dirty="0" err="1"/>
              <a:t>srec</a:t>
            </a:r>
            <a:endParaRPr lang="en-US" sz="1100" dirty="0"/>
          </a:p>
          <a:p>
            <a:r>
              <a:rPr lang="en-US" sz="1100" dirty="0" err="1"/>
              <a:t>srtp</a:t>
            </a:r>
            <a:endParaRPr lang="en-US" sz="1100" dirty="0"/>
          </a:p>
          <a:p>
            <a:r>
              <a:rPr lang="en-US" sz="1100" dirty="0" err="1"/>
              <a:t>stlport</a:t>
            </a:r>
            <a:endParaRPr lang="en-US" sz="1100" dirty="0"/>
          </a:p>
          <a:p>
            <a:r>
              <a:rPr lang="en-US" sz="1100" dirty="0" err="1"/>
              <a:t>strace</a:t>
            </a:r>
            <a:endParaRPr lang="en-US" sz="1100" dirty="0"/>
          </a:p>
          <a:p>
            <a:r>
              <a:rPr lang="en-US" sz="1100" dirty="0" err="1"/>
              <a:t>stressapptest</a:t>
            </a:r>
            <a:endParaRPr lang="en-US" sz="1100" dirty="0"/>
          </a:p>
          <a:p>
            <a:r>
              <a:rPr lang="en-US" sz="1100" dirty="0" err="1"/>
              <a:t>svox</a:t>
            </a:r>
            <a:endParaRPr lang="en-US" sz="1100" dirty="0"/>
          </a:p>
          <a:p>
            <a:r>
              <a:rPr lang="en-US" sz="1100" dirty="0" err="1"/>
              <a:t>tagsoup</a:t>
            </a:r>
            <a:endParaRPr lang="en-US" sz="1100" dirty="0"/>
          </a:p>
          <a:p>
            <a:r>
              <a:rPr lang="en-US" sz="1100" dirty="0" err="1"/>
              <a:t>tcpdump</a:t>
            </a:r>
            <a:endParaRPr lang="en-US" sz="1100" dirty="0"/>
          </a:p>
          <a:p>
            <a:r>
              <a:rPr lang="en-US" sz="1100" dirty="0" err="1"/>
              <a:t>timezonepicker</a:t>
            </a:r>
            <a:r>
              <a:rPr lang="en-US" sz="1100" dirty="0"/>
              <a:t>-support</a:t>
            </a:r>
          </a:p>
          <a:p>
            <a:r>
              <a:rPr lang="en-US" sz="1100" dirty="0" err="1"/>
              <a:t>tinyalsa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7831801" y="1254819"/>
            <a:ext cx="163674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tinycompress</a:t>
            </a:r>
            <a:endParaRPr lang="en-US" sz="1100" dirty="0"/>
          </a:p>
          <a:p>
            <a:r>
              <a:rPr lang="en-US" sz="1100" dirty="0" err="1"/>
              <a:t>tinyxml</a:t>
            </a:r>
            <a:endParaRPr lang="en-US" sz="1100" dirty="0"/>
          </a:p>
          <a:p>
            <a:r>
              <a:rPr lang="en-US" sz="1100" dirty="0"/>
              <a:t>tinyxml2</a:t>
            </a:r>
          </a:p>
          <a:p>
            <a:r>
              <a:rPr lang="en-US" sz="1100" dirty="0"/>
              <a:t>tremolo</a:t>
            </a:r>
          </a:p>
          <a:p>
            <a:r>
              <a:rPr lang="en-US" sz="1100" dirty="0"/>
              <a:t>v8</a:t>
            </a:r>
          </a:p>
          <a:p>
            <a:r>
              <a:rPr lang="en-US" sz="1100" dirty="0" err="1"/>
              <a:t>valgrind</a:t>
            </a:r>
            <a:endParaRPr lang="en-US" sz="1100" dirty="0"/>
          </a:p>
          <a:p>
            <a:r>
              <a:rPr lang="en-US" sz="1100" dirty="0" err="1"/>
              <a:t>webp</a:t>
            </a:r>
            <a:endParaRPr lang="en-US" sz="1100" dirty="0"/>
          </a:p>
          <a:p>
            <a:r>
              <a:rPr lang="en-US" sz="1100" dirty="0" err="1"/>
              <a:t>webrtc</a:t>
            </a:r>
            <a:endParaRPr lang="en-US" sz="1100" dirty="0"/>
          </a:p>
          <a:p>
            <a:r>
              <a:rPr lang="en-US" sz="1100" dirty="0"/>
              <a:t>wpa_supplicant_8</a:t>
            </a:r>
          </a:p>
          <a:p>
            <a:r>
              <a:rPr lang="en-US" sz="1100" dirty="0" err="1"/>
              <a:t>xmlwriter</a:t>
            </a:r>
            <a:endParaRPr lang="en-US" sz="1100" dirty="0"/>
          </a:p>
          <a:p>
            <a:r>
              <a:rPr lang="en-US" sz="1100" dirty="0" err="1"/>
              <a:t>xmp_toolkit</a:t>
            </a:r>
            <a:endParaRPr lang="en-US" sz="1100" dirty="0"/>
          </a:p>
          <a:p>
            <a:r>
              <a:rPr lang="en-US" sz="1100" dirty="0"/>
              <a:t>yaffs2</a:t>
            </a:r>
          </a:p>
          <a:p>
            <a:r>
              <a:rPr lang="en-US" sz="1100" dirty="0" err="1"/>
              <a:t>zlib</a:t>
            </a:r>
            <a:endParaRPr lang="en-US" sz="1100" dirty="0"/>
          </a:p>
          <a:p>
            <a:r>
              <a:rPr lang="en-US" sz="1100" dirty="0" err="1"/>
              <a:t>zxing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9454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NDK </a:t>
            </a:r>
            <a:r>
              <a:rPr lang="en-US" dirty="0" err="1" smtClean="0"/>
              <a:t>wo</a:t>
            </a:r>
            <a:r>
              <a:rPr lang="en-US" dirty="0" smtClean="0"/>
              <a:t>/ADT</a:t>
            </a:r>
            <a:endParaRPr lang="en-US" dirty="0"/>
          </a:p>
          <a:p>
            <a:pPr lvl="1"/>
            <a:r>
              <a:rPr lang="en-US" dirty="0" smtClean="0"/>
              <a:t>Standard </a:t>
            </a:r>
            <a:r>
              <a:rPr lang="en-US" dirty="0"/>
              <a:t>Android Application for C/C++</a:t>
            </a:r>
          </a:p>
          <a:p>
            <a:pPr lvl="1"/>
            <a:r>
              <a:rPr lang="en-US" dirty="0" smtClean="0"/>
              <a:t>Only C/C++ on </a:t>
            </a:r>
            <a:r>
              <a:rPr lang="en-US" b="1" dirty="0" smtClean="0">
                <a:solidFill>
                  <a:srgbClr val="FF0000"/>
                </a:solidFill>
              </a:rPr>
              <a:t>Limited</a:t>
            </a:r>
            <a:r>
              <a:rPr lang="en-US" dirty="0" smtClean="0"/>
              <a:t>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 smtClean="0"/>
              <a:t>Advantage</a:t>
            </a:r>
          </a:p>
          <a:p>
            <a:pPr lvl="1"/>
            <a:r>
              <a:rPr lang="en-US" altLang="ja-JP" dirty="0" smtClean="0"/>
              <a:t>Only C/C++</a:t>
            </a:r>
          </a:p>
          <a:p>
            <a:pPr lvl="1"/>
            <a:r>
              <a:rPr lang="en-US" altLang="ja-JP" dirty="0" err="1" smtClean="0"/>
              <a:t>DirectCall</a:t>
            </a:r>
            <a:r>
              <a:rPr lang="en-US" altLang="ja-JP" dirty="0" smtClean="0"/>
              <a:t> C/C++ API</a:t>
            </a:r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Android </a:t>
            </a:r>
            <a:r>
              <a:rPr lang="en-US" dirty="0"/>
              <a:t>Tools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</a:t>
            </a:r>
            <a:r>
              <a:rPr lang="en-US" dirty="0"/>
              <a:t>Docs from Google Developer Site &amp; Blogs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(C/C++)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</a:t>
            </a:r>
            <a:r>
              <a:rPr lang="en-US" dirty="0" smtClean="0">
                <a:solidFill>
                  <a:srgbClr val="FF0000"/>
                </a:solidFill>
              </a:rPr>
              <a:t>C/C++ APIs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4996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Build </a:t>
            </a:r>
            <a:r>
              <a:rPr lang="en-US" altLang="ja-JP" sz="3600" dirty="0" err="1" smtClean="0"/>
              <a:t>OpenCV</a:t>
            </a:r>
            <a:r>
              <a:rPr lang="en-US" altLang="ja-JP" sz="3600" dirty="0" smtClean="0"/>
              <a:t> for Android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3755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  <a:r>
              <a:rPr lang="en-US" dirty="0" err="1" smtClean="0"/>
              <a:t>OpenCV</a:t>
            </a:r>
            <a:r>
              <a:rPr lang="en-US" dirty="0" smtClean="0"/>
              <a:t> &amp; NDK tool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124744"/>
            <a:ext cx="6801633" cy="17281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wget https://github.com/Itseez/opencv/archive/2.4.7.tar.gz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tar zxfv 2.4.7.tar.gz</a:t>
            </a:r>
            <a:endParaRPr lang="sv-SE" altLang="ja-JP" dirty="0" smtClean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2996952"/>
            <a:ext cx="6801633" cy="3758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mkdir ~/android/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cd ~/android/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wget http://dl.google.com/android/android-sdk_r22.3-linux.tgz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wget http://dl.google.com/android/ndk/android-ndk-r8e-linux-x86_64.tar.bz2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tar zxfv android-sdk_r22.3-linux.tgz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tar jxfv android-ndk-r8e-linux-x86_64.tar.bz2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968180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Setup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Android Source Code directory.</a:t>
            </a:r>
            <a:endParaRPr lang="en-US" dirty="0"/>
          </a:p>
          <a:p>
            <a:pPr lvl="1"/>
            <a:r>
              <a:rPr lang="sv-SE" altLang="ja-JP" dirty="0"/>
              <a:t>~/opencv-2.4.7/platforms/scripts/cmake_android_service.sh</a:t>
            </a:r>
          </a:p>
          <a:p>
            <a:pPr lvl="2"/>
            <a:r>
              <a:rPr lang="en-US" dirty="0"/>
              <a:t>-DANDROID_SOURCE_TREE=~/</a:t>
            </a:r>
            <a:r>
              <a:rPr lang="en-US" dirty="0" err="1"/>
              <a:t>nexus_work</a:t>
            </a:r>
            <a:r>
              <a:rPr lang="en-US" dirty="0"/>
              <a:t>/android/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384120" y="3068960"/>
            <a:ext cx="6801633" cy="2620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cmake -DCMAKE_TOOLCHAIN_FILE=../android/android.toolchain.cmake -DANDROID_TOOLCHAIN_NAME="arm-linux-androideabi-4.4.3" -DANDROID_STL=stlport_static -DANDROID_STL_FORCE_FEATURES=OFF -DBUILD_ANDROID_SERVICE=ON </a:t>
            </a:r>
            <a:r>
              <a:rPr lang="sv-SE" altLang="ja-JP" sz="1800" dirty="0">
                <a:solidFill>
                  <a:srgbClr val="FF0000"/>
                </a:solidFill>
              </a:rPr>
              <a:t>-DANDROID_SOURCE_TREE=~/Projects/AndroidSource/ServiceStub/ </a:t>
            </a:r>
            <a:r>
              <a:rPr lang="sv-SE" altLang="ja-JP" sz="1800" dirty="0"/>
              <a:t>$@ ../..</a:t>
            </a:r>
          </a:p>
        </p:txBody>
      </p:sp>
    </p:spTree>
    <p:extLst>
      <p:ext uri="{BB962C8B-B14F-4D97-AF65-F5344CB8AC3E}">
        <p14:creationId xmlns:p14="http://schemas.microsoft.com/office/powerpoint/2010/main" val="37141656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Path to SDK/NDK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844824"/>
            <a:ext cx="6801633" cy="1540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export ANDROID_NDK=~/android/android-ndk-r8e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export ANDROID_SDK=~/android/android-sdk-linux</a:t>
            </a:r>
          </a:p>
        </p:txBody>
      </p:sp>
    </p:spTree>
    <p:extLst>
      <p:ext uri="{BB962C8B-B14F-4D97-AF65-F5344CB8AC3E}">
        <p14:creationId xmlns:p14="http://schemas.microsoft.com/office/powerpoint/2010/main" val="36814598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Version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 “</a:t>
            </a:r>
            <a:r>
              <a:rPr lang="en-US" dirty="0" err="1" smtClean="0"/>
              <a:t>AndroidCamera</a:t>
            </a:r>
            <a:r>
              <a:rPr lang="en-US" dirty="0" smtClean="0"/>
              <a:t>” </a:t>
            </a:r>
            <a:r>
              <a:rPr lang="en-US" dirty="0" err="1" smtClean="0"/>
              <a:t>Func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Edit Version Number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844824"/>
            <a:ext cx="6801633" cy="20882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cp -v ~/nexus_work/android/development/sdk/platform_source.prop_template ~/nexus_work/android/development/sdk/platform_source.properties</a:t>
            </a:r>
          </a:p>
        </p:txBody>
      </p:sp>
      <p:sp>
        <p:nvSpPr>
          <p:cNvPr id="5" name="正方形/長方形 6"/>
          <p:cNvSpPr/>
          <p:nvPr/>
        </p:nvSpPr>
        <p:spPr>
          <a:xfrm>
            <a:off x="1384120" y="4854820"/>
            <a:ext cx="6801633" cy="734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Platform.Version=</a:t>
            </a:r>
            <a:r>
              <a:rPr lang="sv-SE" altLang="ja-JP" dirty="0" smtClean="0">
                <a:solidFill>
                  <a:srgbClr val="FF0000"/>
                </a:solidFill>
              </a:rPr>
              <a:t>4.3.1</a:t>
            </a:r>
          </a:p>
        </p:txBody>
      </p:sp>
    </p:spTree>
    <p:extLst>
      <p:ext uri="{BB962C8B-B14F-4D97-AF65-F5344CB8AC3E}">
        <p14:creationId xmlns:p14="http://schemas.microsoft.com/office/powerpoint/2010/main" val="808814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some </a:t>
            </a:r>
            <a:r>
              <a:rPr lang="en-US" dirty="0" err="1"/>
              <a:t>haeder</a:t>
            </a:r>
            <a:r>
              <a:rPr lang="en-US" dirty="0"/>
              <a:t> </a:t>
            </a:r>
            <a:r>
              <a:rPr lang="en-US" dirty="0" smtClean="0"/>
              <a:t>files &amp; so Libs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 “</a:t>
            </a:r>
            <a:r>
              <a:rPr lang="en-US" dirty="0" err="1"/>
              <a:t>AndroidCamera</a:t>
            </a:r>
            <a:r>
              <a:rPr lang="en-US" dirty="0"/>
              <a:t>” </a:t>
            </a:r>
            <a:r>
              <a:rPr lang="en-US" dirty="0" err="1"/>
              <a:t>Func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816292"/>
            <a:ext cx="6801633" cy="11806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-aR ~/android/android-ndk-r8e/platforms/android-14/arch-arm/usr/include/EGL ~/opencv-2.4.7/modules/androidcamera/include/</a:t>
            </a:r>
            <a:endParaRPr lang="sv-SE" altLang="ja-JP" sz="1800" dirty="0" smtClean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3140968"/>
            <a:ext cx="6801633" cy="35297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-v ~/nexus_work/android/out/target/product/flo/system/lib/libbinder.so $(ANDROID_NDK)/platforms/android-8/arch-arm/usr/lib/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-v ~/nexus_work/android/out/target/product/flo/system/lib/libutils.so $(ANDROID_NDK)/platforms/android-8/arch-arm/usr/lib/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-v ~/nexus_work/android/out/target/product/flo/system/lib/libandroid_runtime.so $(ANDROID_NDK)/platforms/android-8/arch-arm/usr/lib/</a:t>
            </a:r>
          </a:p>
        </p:txBody>
      </p:sp>
    </p:spTree>
    <p:extLst>
      <p:ext uri="{BB962C8B-B14F-4D97-AF65-F5344CB8AC3E}">
        <p14:creationId xmlns:p14="http://schemas.microsoft.com/office/powerpoint/2010/main" val="32311651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Modify Compile 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~/</a:t>
            </a:r>
            <a:r>
              <a:rPr lang="en-US" dirty="0"/>
              <a:t>opencv-2.4.7/modules/</a:t>
            </a:r>
            <a:r>
              <a:rPr lang="en-US" dirty="0" err="1"/>
              <a:t>androidcamera</a:t>
            </a:r>
            <a:r>
              <a:rPr lang="en-US" dirty="0"/>
              <a:t>/CMakeLists.txt</a:t>
            </a:r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060848"/>
            <a:ext cx="6801633" cy="47525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 smtClean="0"/>
              <a:t>function(replace_compiler_option </a:t>
            </a:r>
            <a:r>
              <a:rPr lang="sv-SE" altLang="ja-JP" sz="1400" dirty="0"/>
              <a:t>var old new)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# Replaces a compiler option or switch old in var by new.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# If old is not in var, appends new to var.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# Example: replace_compiler_option(CMAKE_CXX_FLAGS_RELEASE "-O3" "-O2")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# If the option already is on the variable, don't add it: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if( "${${var}}" MATCHES "(^| )${new}($| )" 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  set(n "")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else()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  set(n "${new}")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endif()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if( "${${var}}" MATCHES "(^| )${old}($| )" 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  string( REGEX REPLACE "(^| )${old}($| )" " ${n} " ${var} "${${var}}" 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else()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  set( ${var} "${${var}} ${n}" 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endif()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  set( ${var} "${${var}}" PARENT_SCOPE 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endfunction(replace_compiler_option)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endParaRPr lang="sv-SE" altLang="ja-JP" sz="1400" dirty="0"/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replace_compiler_option(CMAKE_CXX_FLAGS "-frtti" "-fno-rtti")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400" dirty="0"/>
              <a:t>status("camera_wrapper C++ flags):" ${CMAKE_CXX_FLAGS})</a:t>
            </a:r>
            <a:endParaRPr lang="sv-SE" altLang="ja-JP" sz="1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6443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new Include File </a:t>
            </a:r>
            <a:r>
              <a:rPr lang="en-US" dirty="0" err="1" smtClean="0"/>
              <a:t>Dir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4.3’s Include File </a:t>
            </a:r>
            <a:r>
              <a:rPr lang="en-US" dirty="0" err="1" smtClean="0"/>
              <a:t>Dir</a:t>
            </a:r>
            <a:r>
              <a:rPr lang="en-US" dirty="0" smtClean="0"/>
              <a:t> was separated.</a:t>
            </a:r>
          </a:p>
          <a:p>
            <a:pPr lvl="1"/>
            <a:r>
              <a:rPr lang="en-US" dirty="0"/>
              <a:t>~/opencv-2.4.7/platforms/android/service/engine/CMakeLists.txt</a:t>
            </a:r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968420"/>
            <a:ext cx="6801633" cy="2260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2000" dirty="0"/>
              <a:t>include_directories(SYSTEM "${ANDROID_SOURCE_TREE}/frameworks/base/include" "${ANDROID_SOURCE_TREE}/system/core/include") </a:t>
            </a:r>
            <a:r>
              <a:rPr lang="sv-SE" altLang="ja-JP" sz="2000" dirty="0">
                <a:solidFill>
                  <a:srgbClr val="FF0000"/>
                </a:solidFill>
              </a:rPr>
              <a:t>"${ANDROID_SOURCE_TREE}/frameworks/native/include/"</a:t>
            </a:r>
            <a:endParaRPr lang="sv-SE" altLang="ja-JP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4982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"</a:t>
            </a:r>
            <a:r>
              <a:rPr lang="en-US" dirty="0" err="1" smtClean="0"/>
              <a:t>DetectTegra</a:t>
            </a:r>
            <a:r>
              <a:rPr lang="en-US" dirty="0" smtClean="0"/>
              <a:t>“ </a:t>
            </a:r>
            <a:r>
              <a:rPr lang="en-US" dirty="0" err="1" smtClean="0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Android </a:t>
            </a:r>
            <a:r>
              <a:rPr lang="en-US" dirty="0"/>
              <a:t>System doesn't have </a:t>
            </a:r>
            <a:r>
              <a:rPr lang="en-US" dirty="0" smtClean="0"/>
              <a:t>"</a:t>
            </a:r>
            <a:r>
              <a:rPr lang="en-US" dirty="0" err="1" smtClean="0"/>
              <a:t>Tegra</a:t>
            </a:r>
            <a:r>
              <a:rPr lang="en-US" dirty="0" smtClean="0"/>
              <a:t>“.</a:t>
            </a:r>
            <a:endParaRPr lang="en-US" dirty="0"/>
          </a:p>
          <a:p>
            <a:pPr lvl="1"/>
            <a:r>
              <a:rPr lang="en-US" dirty="0"/>
              <a:t>~/opencv-2.4.7/platforms/android/service/engine/</a:t>
            </a:r>
            <a:r>
              <a:rPr lang="en-US" dirty="0" err="1"/>
              <a:t>jni</a:t>
            </a:r>
            <a:r>
              <a:rPr lang="en-US" dirty="0"/>
              <a:t>/</a:t>
            </a:r>
            <a:r>
              <a:rPr lang="en-US" dirty="0" err="1"/>
              <a:t>BinderComponent</a:t>
            </a:r>
            <a:r>
              <a:rPr lang="en-US" dirty="0"/>
              <a:t>/</a:t>
            </a:r>
            <a:r>
              <a:rPr lang="en-US" dirty="0" err="1"/>
              <a:t>TegraDetector.h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968420"/>
            <a:ext cx="6801633" cy="1540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int DetectTegra(){};</a:t>
            </a:r>
          </a:p>
          <a:p>
            <a:pPr lvl="3"/>
            <a:r>
              <a:rPr lang="ja-JP" altLang="en-US" dirty="0" smtClean="0"/>
              <a:t>　　　↓</a:t>
            </a:r>
            <a:endParaRPr lang="sv-SE" altLang="ja-JP" dirty="0"/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int DetectTegra(){</a:t>
            </a:r>
            <a:r>
              <a:rPr lang="sv-SE" altLang="ja-JP" dirty="0">
                <a:solidFill>
                  <a:srgbClr val="FF0000"/>
                </a:solidFill>
              </a:rPr>
              <a:t>return NOT_TEGRA;</a:t>
            </a:r>
            <a:r>
              <a:rPr lang="sv-SE" altLang="ja-JP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269843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Make Define Log </a:t>
            </a:r>
            <a:r>
              <a:rPr lang="en-US" altLang="ja-JP" dirty="0" err="1" smtClean="0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Logging System was Changed…</a:t>
            </a:r>
          </a:p>
          <a:p>
            <a:pPr lvl="1"/>
            <a:r>
              <a:rPr lang="en-US" dirty="0" smtClean="0"/>
              <a:t>Make 『</a:t>
            </a:r>
            <a:r>
              <a:rPr lang="en-US" dirty="0" err="1" smtClean="0"/>
              <a:t>FakeLog.h</a:t>
            </a:r>
            <a:r>
              <a:rPr lang="en-US" dirty="0" smtClean="0"/>
              <a:t>』 file</a:t>
            </a:r>
          </a:p>
          <a:p>
            <a:pPr lvl="2"/>
            <a:r>
              <a:rPr lang="en-US" dirty="0"/>
              <a:t>~/opencv-2.4.7/platform/android/service/engine/</a:t>
            </a:r>
            <a:r>
              <a:rPr lang="en-US" dirty="0" err="1"/>
              <a:t>jni</a:t>
            </a:r>
            <a:r>
              <a:rPr lang="en-US" dirty="0"/>
              <a:t>/include/</a:t>
            </a:r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924944"/>
            <a:ext cx="6801633" cy="24768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#ifndef __FAKE_LOG_H__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__FAKE_LOG_H__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LOGD ALOGD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LOGI ALOGI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LOGE ALOGE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20231583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Fake Log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~/opencv-2.4.7/platform/android/service/engine/</a:t>
            </a:r>
            <a:r>
              <a:rPr lang="en-US" dirty="0" err="1" smtClean="0"/>
              <a:t>jni</a:t>
            </a:r>
            <a:r>
              <a:rPr lang="en-US" dirty="0" smtClean="0"/>
              <a:t>/</a:t>
            </a:r>
          </a:p>
          <a:p>
            <a:pPr lvl="2"/>
            <a:r>
              <a:rPr lang="en-US" dirty="0" err="1" smtClean="0"/>
              <a:t>BinderComponent</a:t>
            </a:r>
            <a:r>
              <a:rPr lang="en-US" dirty="0" smtClean="0"/>
              <a:t>/</a:t>
            </a:r>
            <a:r>
              <a:rPr lang="en-US" dirty="0" err="1" smtClean="0"/>
              <a:t>BnOpenCVEngine.h</a:t>
            </a:r>
            <a:r>
              <a:rPr lang="en-US" dirty="0" smtClean="0"/>
              <a:t> </a:t>
            </a:r>
            <a:endParaRPr lang="en-US" dirty="0"/>
          </a:p>
          <a:p>
            <a:pPr lvl="2"/>
            <a:r>
              <a:rPr lang="en-US" dirty="0" err="1"/>
              <a:t>BinderComponent</a:t>
            </a:r>
            <a:r>
              <a:rPr lang="en-US" dirty="0"/>
              <a:t>/</a:t>
            </a:r>
            <a:r>
              <a:rPr lang="en-US" dirty="0" err="1"/>
              <a:t>HardwareDetector.h</a:t>
            </a:r>
            <a:endParaRPr lang="en-US" dirty="0"/>
          </a:p>
          <a:p>
            <a:pPr lvl="2"/>
            <a:r>
              <a:rPr lang="en-US" dirty="0" err="1"/>
              <a:t>JNIWrapper</a:t>
            </a:r>
            <a:r>
              <a:rPr lang="en-US" dirty="0"/>
              <a:t>/</a:t>
            </a:r>
            <a:r>
              <a:rPr lang="en-US" dirty="0" err="1"/>
              <a:t>JavaBasedPackageManager.h</a:t>
            </a:r>
            <a:endParaRPr lang="en-US" dirty="0"/>
          </a:p>
          <a:p>
            <a:pPr lvl="2"/>
            <a:r>
              <a:rPr lang="en-US" dirty="0" err="1"/>
              <a:t>JNIWrapper</a:t>
            </a:r>
            <a:r>
              <a:rPr lang="en-US" dirty="0"/>
              <a:t>/</a:t>
            </a:r>
            <a:r>
              <a:rPr lang="en-US" dirty="0" err="1"/>
              <a:t>OpenCVLibraryInfo.h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356992"/>
            <a:ext cx="6801633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#include "FakeLog.h"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5215241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Execute Auto </a:t>
            </a:r>
            <a:r>
              <a:rPr lang="en-US" dirty="0" err="1" smtClean="0"/>
              <a:t>Config</a:t>
            </a:r>
            <a:r>
              <a:rPr lang="en-US" dirty="0" smtClean="0"/>
              <a:t> &amp; make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Script make </a:t>
            </a:r>
            <a:r>
              <a:rPr lang="en-US" dirty="0" err="1" smtClean="0"/>
              <a:t>Makefile</a:t>
            </a:r>
            <a:r>
              <a:rPr lang="en-US" dirty="0" smtClean="0"/>
              <a:t> for </a:t>
            </a:r>
            <a:r>
              <a:rPr lang="en-US" dirty="0" err="1" smtClean="0"/>
              <a:t>OpenCV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“~/opencv-2.4.7/platforms/scripts/</a:t>
            </a:r>
            <a:r>
              <a:rPr lang="en-US" dirty="0" err="1" smtClean="0"/>
              <a:t>build_android_service</a:t>
            </a:r>
            <a:r>
              <a:rPr lang="en-US" dirty="0" smtClean="0"/>
              <a:t>”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Make !!!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608380"/>
            <a:ext cx="6801633" cy="10366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cd ~/opencv-2.4.7/platforms/scripts/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./cmake_android_service.sh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370767" y="4797152"/>
            <a:ext cx="6801633" cy="15840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cd </a:t>
            </a:r>
            <a:r>
              <a:rPr lang="sv-SE" altLang="ja-JP" dirty="0" smtClean="0"/>
              <a:t>~/</a:t>
            </a:r>
            <a:r>
              <a:rPr lang="en-US" dirty="0" smtClean="0"/>
              <a:t>opencv-2.4.7/platforms/scripts/</a:t>
            </a:r>
            <a:r>
              <a:rPr lang="en-US" dirty="0" err="1" smtClean="0"/>
              <a:t>build_android_service</a:t>
            </a:r>
            <a:r>
              <a:rPr lang="sv-SE" altLang="ja-JP" dirty="0" smtClean="0"/>
              <a:t>/</a:t>
            </a:r>
            <a:endParaRPr lang="sv-SE" altLang="ja-JP" dirty="0"/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make</a:t>
            </a:r>
            <a:endParaRPr lang="sv-SE" altLang="ja-JP" dirty="0"/>
          </a:p>
        </p:txBody>
      </p:sp>
    </p:spTree>
    <p:extLst>
      <p:ext uri="{BB962C8B-B14F-4D97-AF65-F5344CB8AC3E}">
        <p14:creationId xmlns:p14="http://schemas.microsoft.com/office/powerpoint/2010/main" val="24613018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are Made Files?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Libs.</a:t>
            </a:r>
            <a:endParaRPr lang="en-US" dirty="0"/>
          </a:p>
          <a:p>
            <a:pPr lvl="1"/>
            <a:r>
              <a:rPr lang="en-US" dirty="0"/>
              <a:t>In “~/</a:t>
            </a:r>
            <a:r>
              <a:rPr lang="en-US" dirty="0" smtClean="0"/>
              <a:t>opencv-2.4.7/platforms/</a:t>
            </a:r>
            <a:r>
              <a:rPr lang="en-US" dirty="0" err="1" smtClean="0"/>
              <a:t>build_android_service</a:t>
            </a:r>
            <a:r>
              <a:rPr lang="en-US" dirty="0" smtClean="0"/>
              <a:t>/lib”</a:t>
            </a:r>
            <a:endParaRPr lang="en-US" dirty="0"/>
          </a:p>
          <a:p>
            <a:pPr lvl="2"/>
            <a:r>
              <a:rPr lang="en-US" dirty="0" err="1" smtClean="0"/>
              <a:t>highgui</a:t>
            </a:r>
            <a:endParaRPr lang="en-US" dirty="0" smtClean="0"/>
          </a:p>
          <a:p>
            <a:pPr lvl="2"/>
            <a:r>
              <a:rPr lang="en-US" dirty="0" smtClean="0"/>
              <a:t>core</a:t>
            </a:r>
          </a:p>
          <a:p>
            <a:pPr lvl="2"/>
            <a:r>
              <a:rPr lang="en-US" dirty="0" smtClean="0"/>
              <a:t>etc...</a:t>
            </a:r>
            <a:endParaRPr lang="en-US" dirty="0"/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Libs for </a:t>
            </a:r>
            <a:r>
              <a:rPr lang="en-US" dirty="0" err="1" smtClean="0"/>
              <a:t>OpenCV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In “~/</a:t>
            </a:r>
            <a:r>
              <a:rPr lang="en-US" dirty="0" smtClean="0"/>
              <a:t>opencv-2.4.7/platforms/</a:t>
            </a:r>
            <a:r>
              <a:rPr lang="en-US" dirty="0" err="1" smtClean="0"/>
              <a:t>build_android_service</a:t>
            </a:r>
            <a:r>
              <a:rPr lang="en-US" dirty="0" smtClean="0"/>
              <a:t>/3rdparty/lib”</a:t>
            </a:r>
            <a:endParaRPr lang="en-US" dirty="0"/>
          </a:p>
          <a:p>
            <a:pPr lvl="2"/>
            <a:r>
              <a:rPr lang="en-US" dirty="0" err="1"/>
              <a:t>libIlmImf</a:t>
            </a:r>
            <a:endParaRPr lang="en-US" dirty="0"/>
          </a:p>
          <a:p>
            <a:pPr lvl="2"/>
            <a:r>
              <a:rPr lang="en-US" dirty="0" err="1"/>
              <a:t>libjasper</a:t>
            </a:r>
            <a:endParaRPr lang="en-US" dirty="0"/>
          </a:p>
          <a:p>
            <a:pPr lvl="2"/>
            <a:r>
              <a:rPr lang="en-US" dirty="0" err="1"/>
              <a:t>libjpeg</a:t>
            </a:r>
            <a:endParaRPr lang="en-US" dirty="0"/>
          </a:p>
          <a:p>
            <a:pPr lvl="2"/>
            <a:r>
              <a:rPr lang="en-US" dirty="0" err="1"/>
              <a:t>libpng</a:t>
            </a:r>
            <a:endParaRPr lang="en-US" dirty="0"/>
          </a:p>
          <a:p>
            <a:pPr lvl="2"/>
            <a:r>
              <a:rPr lang="en-US" dirty="0" err="1"/>
              <a:t>libtiff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153653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Use </a:t>
            </a:r>
            <a:r>
              <a:rPr lang="en-US" altLang="ja-JP" sz="3600" dirty="0" err="1" smtClean="0"/>
              <a:t>OpenCV</a:t>
            </a:r>
            <a:r>
              <a:rPr lang="en-US" altLang="ja-JP" sz="3600" dirty="0" smtClean="0"/>
              <a:t> for Android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4187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Native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NDK </a:t>
            </a:r>
            <a:r>
              <a:rPr lang="en-US" dirty="0" err="1" smtClean="0"/>
              <a:t>wo</a:t>
            </a:r>
            <a:r>
              <a:rPr lang="en-US" dirty="0" smtClean="0"/>
              <a:t>/ADT</a:t>
            </a:r>
            <a:endParaRPr lang="en-US" dirty="0"/>
          </a:p>
          <a:p>
            <a:pPr lvl="1"/>
            <a:r>
              <a:rPr lang="en-US" dirty="0" smtClean="0"/>
              <a:t>Standard </a:t>
            </a:r>
            <a:r>
              <a:rPr lang="en-US" dirty="0"/>
              <a:t>Android Application for C/C++</a:t>
            </a:r>
          </a:p>
          <a:p>
            <a:pPr lvl="1"/>
            <a:r>
              <a:rPr lang="en-US" dirty="0" smtClean="0"/>
              <a:t>Only C/C++ on </a:t>
            </a:r>
            <a:r>
              <a:rPr lang="en-US" b="1" dirty="0" smtClean="0">
                <a:solidFill>
                  <a:srgbClr val="FF0000"/>
                </a:solidFill>
              </a:rPr>
              <a:t>Limited</a:t>
            </a:r>
            <a:r>
              <a:rPr lang="en-US" dirty="0" smtClean="0"/>
              <a:t>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 smtClean="0"/>
              <a:t>Advantage</a:t>
            </a:r>
          </a:p>
          <a:p>
            <a:pPr lvl="1"/>
            <a:r>
              <a:rPr lang="en-US" altLang="ja-JP" dirty="0" smtClean="0"/>
              <a:t>Only C/C++</a:t>
            </a:r>
          </a:p>
          <a:p>
            <a:pPr lvl="1"/>
            <a:r>
              <a:rPr lang="en-US" altLang="ja-JP" dirty="0" err="1" smtClean="0"/>
              <a:t>DirectCall</a:t>
            </a:r>
            <a:r>
              <a:rPr lang="en-US" altLang="ja-JP" dirty="0" smtClean="0"/>
              <a:t> C/C++ API</a:t>
            </a:r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Android </a:t>
            </a:r>
            <a:r>
              <a:rPr lang="en-US" dirty="0"/>
              <a:t>Tools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 few</a:t>
            </a:r>
            <a:r>
              <a:rPr lang="en-US" dirty="0" smtClean="0"/>
              <a:t> </a:t>
            </a:r>
            <a:r>
              <a:rPr lang="en-US" dirty="0"/>
              <a:t>Docs from Google Developer Site &amp; Blogs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APK File(</a:t>
            </a:r>
            <a:r>
              <a:rPr lang="en-US" dirty="0"/>
              <a:t>Your 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(C/C++)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</a:t>
            </a:r>
            <a:r>
              <a:rPr lang="en-US" dirty="0" smtClean="0">
                <a:solidFill>
                  <a:srgbClr val="FF0000"/>
                </a:solidFill>
              </a:rPr>
              <a:t>C/C++ APIs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97738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NativeActivity</a:t>
            </a:r>
            <a:r>
              <a:rPr lang="en-US" dirty="0" smtClean="0"/>
              <a:t> of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Sample uses Only C/C++ Code.</a:t>
            </a:r>
          </a:p>
          <a:p>
            <a:pPr lvl="1"/>
            <a:r>
              <a:rPr lang="en-US" dirty="0" smtClean="0"/>
              <a:t>~/opencv-2.4.7/samples/android/native-activity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Structure of </a:t>
            </a:r>
            <a:r>
              <a:rPr lang="en-US" altLang="ja-JP" dirty="0" err="1" smtClean="0"/>
              <a:t>NativeActivity</a:t>
            </a:r>
            <a:endParaRPr lang="en-US" altLang="ja-JP" dirty="0"/>
          </a:p>
          <a:p>
            <a:pPr lvl="1"/>
            <a:r>
              <a:rPr lang="en-US" altLang="ja-JP" dirty="0" smtClean="0"/>
              <a:t>AndroidManifest.xml</a:t>
            </a:r>
            <a:r>
              <a:rPr lang="ja-JP" altLang="en-US" dirty="0" smtClean="0"/>
              <a:t> </a:t>
            </a:r>
            <a:r>
              <a:rPr lang="en-US" altLang="ja-JP" dirty="0" smtClean="0"/>
              <a:t>&lt;- Property File for Android</a:t>
            </a:r>
            <a:endParaRPr lang="ja-JP" altLang="en-US" dirty="0"/>
          </a:p>
          <a:p>
            <a:pPr lvl="1"/>
            <a:r>
              <a:rPr lang="en-US" altLang="ja-JP" dirty="0"/>
              <a:t>r</a:t>
            </a:r>
            <a:r>
              <a:rPr lang="en-US" altLang="ja-JP" dirty="0" smtClean="0"/>
              <a:t>es</a:t>
            </a:r>
            <a:r>
              <a:rPr lang="ja-JP" altLang="en-US" dirty="0" smtClean="0"/>
              <a:t> </a:t>
            </a:r>
            <a:r>
              <a:rPr lang="en-US" altLang="ja-JP" dirty="0" smtClean="0"/>
              <a:t>&lt;- Directory that has Resource file(</a:t>
            </a:r>
            <a:r>
              <a:rPr lang="en-US" altLang="ja-JP" dirty="0" err="1" smtClean="0"/>
              <a:t>Image,Voice</a:t>
            </a:r>
            <a:r>
              <a:rPr lang="en-US" altLang="ja-JP" dirty="0" smtClean="0"/>
              <a:t>)</a:t>
            </a:r>
            <a:endParaRPr lang="ja-JP" altLang="en-US" dirty="0"/>
          </a:p>
          <a:p>
            <a:pPr lvl="1"/>
            <a:r>
              <a:rPr lang="en-US" altLang="ja-JP" dirty="0" err="1"/>
              <a:t>j</a:t>
            </a:r>
            <a:r>
              <a:rPr lang="en-US" altLang="ja-JP" dirty="0" err="1" smtClean="0"/>
              <a:t>ni</a:t>
            </a:r>
            <a:r>
              <a:rPr lang="ja-JP" altLang="en-US" dirty="0" smtClean="0"/>
              <a:t> </a:t>
            </a:r>
            <a:r>
              <a:rPr lang="en-US" altLang="ja-JP" dirty="0" smtClean="0"/>
              <a:t>&lt;- Directory that has files for NDK</a:t>
            </a:r>
            <a:endParaRPr lang="ja-JP" altLang="en-US" dirty="0"/>
          </a:p>
          <a:p>
            <a:pPr lvl="2"/>
            <a:r>
              <a:rPr lang="en-US" altLang="ja-JP" dirty="0" smtClean="0"/>
              <a:t>Android.mk</a:t>
            </a:r>
            <a:r>
              <a:rPr lang="ja-JP" altLang="en-US" dirty="0"/>
              <a:t> </a:t>
            </a:r>
            <a:r>
              <a:rPr lang="en-US" altLang="ja-JP" dirty="0" smtClean="0"/>
              <a:t>&lt;- make file of NDK</a:t>
            </a:r>
            <a:endParaRPr lang="ja-JP" altLang="en-US" dirty="0"/>
          </a:p>
          <a:p>
            <a:pPr lvl="2"/>
            <a:r>
              <a:rPr lang="en-US" altLang="ja-JP" dirty="0" smtClean="0"/>
              <a:t>Application.mk</a:t>
            </a:r>
            <a:r>
              <a:rPr lang="ja-JP" altLang="en-US" dirty="0"/>
              <a:t> </a:t>
            </a:r>
            <a:r>
              <a:rPr lang="en-US" altLang="ja-JP" dirty="0"/>
              <a:t>&lt;- </a:t>
            </a:r>
            <a:r>
              <a:rPr lang="en-US" altLang="ja-JP" dirty="0" smtClean="0"/>
              <a:t>property file of NDK</a:t>
            </a:r>
            <a:endParaRPr lang="ja-JP" altLang="en-US" dirty="0"/>
          </a:p>
          <a:p>
            <a:pPr lvl="2"/>
            <a:r>
              <a:rPr lang="en-US" altLang="ja-JP" dirty="0" smtClean="0"/>
              <a:t>native.cpp</a:t>
            </a:r>
            <a:r>
              <a:rPr lang="ja-JP" altLang="en-US" dirty="0"/>
              <a:t> </a:t>
            </a:r>
            <a:r>
              <a:rPr lang="en-US" altLang="ja-JP" dirty="0" smtClean="0"/>
              <a:t>&lt;- Sample App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Other Files/</a:t>
            </a:r>
            <a:r>
              <a:rPr lang="en-US" dirty="0" err="1" smtClean="0"/>
              <a:t>Dir</a:t>
            </a:r>
            <a:r>
              <a:rPr lang="en-US" dirty="0" smtClean="0"/>
              <a:t>, don’t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464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AndroidManifest.xml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Replace “application” Section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628800"/>
            <a:ext cx="6801633" cy="51845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&lt;</a:t>
            </a:r>
            <a:r>
              <a:rPr lang="sv-SE" altLang="ja-JP" sz="1800" dirty="0"/>
              <a:t>application android:label="@string/app_name" android:hasCode="false"&gt;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&lt;</a:t>
            </a:r>
            <a:r>
              <a:rPr lang="sv-SE" altLang="ja-JP" sz="1800" dirty="0"/>
              <a:t>activity android:name="android.app.NativeActivity"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android:label="@string/app_name"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android:configChanges="orientation|keyboardHidden"&gt;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&lt;!-- Tell NativeActivity the name of or .so --&gt;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</a:t>
            </a:r>
            <a:r>
              <a:rPr lang="sv-SE" altLang="ja-JP" sz="1800" dirty="0">
                <a:solidFill>
                  <a:srgbClr val="FF0000"/>
                </a:solidFill>
              </a:rPr>
              <a:t>meta-data android:name="android.app.lib_name"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>
                <a:solidFill>
                  <a:srgbClr val="FF0000"/>
                </a:solidFill>
              </a:rPr>
              <a:t>                    android:value="native_activity"</a:t>
            </a:r>
            <a:r>
              <a:rPr lang="sv-SE" altLang="ja-JP" sz="1800" dirty="0"/>
              <a:t>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&lt;intent-filter&gt;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&lt;action android:name="android.intent.action.MAIN"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&lt;category android:name="android.intent.category.LAUNCHER"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&lt;/intent-filter&gt;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&lt;/activity&gt;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&lt;/application&gt;</a:t>
            </a:r>
          </a:p>
        </p:txBody>
      </p:sp>
    </p:spTree>
    <p:extLst>
      <p:ext uri="{BB962C8B-B14F-4D97-AF65-F5344CB8AC3E}">
        <p14:creationId xmlns:p14="http://schemas.microsoft.com/office/powerpoint/2010/main" val="7529714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API Level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Permission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772816"/>
            <a:ext cx="6801633" cy="1656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&lt;!-- This is the platform API where </a:t>
            </a:r>
            <a:r>
              <a:rPr lang="en-US" altLang="ja-JP" dirty="0" err="1"/>
              <a:t>NativeActivity</a:t>
            </a:r>
            <a:r>
              <a:rPr lang="en-US" altLang="ja-JP" dirty="0"/>
              <a:t> was introduced. --&gt;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&lt;uses-</a:t>
            </a:r>
            <a:r>
              <a:rPr lang="en-US" altLang="ja-JP" dirty="0" err="1"/>
              <a:t>sdk</a:t>
            </a:r>
            <a:r>
              <a:rPr lang="en-US" altLang="ja-JP" dirty="0"/>
              <a:t> </a:t>
            </a:r>
            <a:r>
              <a:rPr lang="en-US" altLang="ja-JP" dirty="0" err="1"/>
              <a:t>android:minSdkVersion</a:t>
            </a:r>
            <a:r>
              <a:rPr lang="en-US" altLang="ja-JP" dirty="0" smtClean="0"/>
              <a:t>=“9" </a:t>
            </a:r>
            <a:r>
              <a:rPr lang="en-US" altLang="ja-JP" dirty="0"/>
              <a:t>/&gt;</a:t>
            </a:r>
            <a:endParaRPr lang="sv-SE" altLang="ja-JP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4293096"/>
            <a:ext cx="6801633" cy="1656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&lt;uses-permission </a:t>
            </a:r>
            <a:r>
              <a:rPr lang="en-US" altLang="ja-JP" dirty="0" err="1"/>
              <a:t>android:name</a:t>
            </a:r>
            <a:r>
              <a:rPr lang="en-US" altLang="ja-JP" dirty="0"/>
              <a:t>="</a:t>
            </a:r>
            <a:r>
              <a:rPr lang="en-US" altLang="ja-JP" dirty="0" err="1"/>
              <a:t>android.permission.CAMERA</a:t>
            </a:r>
            <a:r>
              <a:rPr lang="en-US" altLang="ja-JP" dirty="0"/>
              <a:t>"/&gt;</a:t>
            </a:r>
            <a:endParaRPr lang="sv-SE" altLang="ja-JP" dirty="0"/>
          </a:p>
        </p:txBody>
      </p:sp>
    </p:spTree>
    <p:extLst>
      <p:ext uri="{BB962C8B-B14F-4D97-AF65-F5344CB8AC3E}">
        <p14:creationId xmlns:p14="http://schemas.microsoft.com/office/powerpoint/2010/main" val="25504065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</a:t>
            </a:r>
            <a:r>
              <a:rPr lang="en-US" dirty="0" err="1" smtClean="0"/>
              <a:t>jni</a:t>
            </a:r>
            <a:r>
              <a:rPr lang="en-US" dirty="0" smtClean="0"/>
              <a:t>/Application.xml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STL Lib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API Level</a:t>
            </a:r>
          </a:p>
          <a:p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772816"/>
            <a:ext cx="6801633" cy="12961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APP_STL := </a:t>
            </a:r>
            <a:r>
              <a:rPr lang="en-US" altLang="ja-JP" dirty="0" err="1" smtClean="0"/>
              <a:t>gnustl_static</a:t>
            </a:r>
            <a:endParaRPr lang="en-US" altLang="ja-JP" dirty="0" smtClean="0"/>
          </a:p>
          <a:p>
            <a:pPr lvl="1"/>
            <a:r>
              <a:rPr lang="en-US" altLang="ja-JP" dirty="0"/>
              <a:t> </a:t>
            </a:r>
            <a:r>
              <a:rPr lang="en-US" altLang="ja-JP" dirty="0" smtClean="0"/>
              <a:t>                   </a:t>
            </a:r>
            <a:r>
              <a:rPr lang="ja-JP" altLang="en-US" dirty="0" smtClean="0"/>
              <a:t>↓</a:t>
            </a:r>
            <a:endParaRPr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APP_STL </a:t>
            </a:r>
            <a:r>
              <a:rPr lang="en-US" altLang="ja-JP" dirty="0"/>
              <a:t>:= </a:t>
            </a:r>
            <a:r>
              <a:rPr lang="en-US" altLang="ja-JP" dirty="0" err="1" smtClean="0"/>
              <a:t>stlport_static</a:t>
            </a:r>
            <a:endParaRPr lang="sv-SE" altLang="ja-JP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4293096"/>
            <a:ext cx="6801633" cy="936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APP_PLATFORM := android-9</a:t>
            </a:r>
            <a:endParaRPr lang="sv-SE" altLang="ja-JP" dirty="0"/>
          </a:p>
        </p:txBody>
      </p:sp>
    </p:spTree>
    <p:extLst>
      <p:ext uri="{BB962C8B-B14F-4D97-AF65-F5344CB8AC3E}">
        <p14:creationId xmlns:p14="http://schemas.microsoft.com/office/powerpoint/2010/main" val="2160264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1/8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</a:t>
            </a:r>
            <a:r>
              <a:rPr lang="en-US" dirty="0" err="1" smtClean="0"/>
              <a:t>OpenCV</a:t>
            </a:r>
            <a:r>
              <a:rPr lang="en-US" dirty="0" smtClean="0"/>
              <a:t> Libs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772816"/>
            <a:ext cx="6801633" cy="6045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include ../../sdk/native/jni/OpenCV.mk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3400468"/>
            <a:ext cx="6801633" cy="19007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OPENCV_MODULES:=</a:t>
            </a:r>
            <a:r>
              <a:rPr lang="en-US" altLang="ja-JP" dirty="0" err="1"/>
              <a:t>contrib</a:t>
            </a:r>
            <a:r>
              <a:rPr lang="en-US" altLang="ja-JP" dirty="0"/>
              <a:t> legacy ml stitching </a:t>
            </a:r>
            <a:r>
              <a:rPr lang="en-US" altLang="ja-JP" dirty="0" err="1"/>
              <a:t>objdetect</a:t>
            </a:r>
            <a:r>
              <a:rPr lang="en-US" altLang="ja-JP" dirty="0"/>
              <a:t> </a:t>
            </a:r>
            <a:r>
              <a:rPr lang="en-US" altLang="ja-JP" dirty="0" err="1"/>
              <a:t>ts</a:t>
            </a:r>
            <a:r>
              <a:rPr lang="en-US" altLang="ja-JP" dirty="0"/>
              <a:t> </a:t>
            </a:r>
            <a:r>
              <a:rPr lang="en-US" altLang="ja-JP" dirty="0" err="1"/>
              <a:t>videostab</a:t>
            </a:r>
            <a:r>
              <a:rPr lang="en-US" altLang="ja-JP" dirty="0"/>
              <a:t> video photo calib3d features2d </a:t>
            </a:r>
            <a:r>
              <a:rPr lang="en-US" altLang="ja-JP" dirty="0" err="1"/>
              <a:t>highgui</a:t>
            </a:r>
            <a:r>
              <a:rPr lang="en-US" altLang="ja-JP" dirty="0"/>
              <a:t> </a:t>
            </a:r>
            <a:r>
              <a:rPr lang="en-US" altLang="ja-JP" dirty="0" err="1"/>
              <a:t>imgproc</a:t>
            </a:r>
            <a:r>
              <a:rPr lang="en-US" altLang="ja-JP" dirty="0"/>
              <a:t> </a:t>
            </a:r>
            <a:r>
              <a:rPr lang="en-US" altLang="ja-JP" dirty="0" err="1"/>
              <a:t>flann</a:t>
            </a:r>
            <a:r>
              <a:rPr lang="en-US" altLang="ja-JP" dirty="0"/>
              <a:t> </a:t>
            </a:r>
            <a:r>
              <a:rPr lang="en-US" altLang="ja-JP" dirty="0" smtClean="0"/>
              <a:t>core </a:t>
            </a:r>
            <a:r>
              <a:rPr lang="en-US" altLang="ja-JP" dirty="0" err="1" smtClean="0"/>
              <a:t>androidcamera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98537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2/8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OpenCV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224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module,$(OPENCV_MODULES),$(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 err="1"/>
              <a:t>add_opencv_module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define </a:t>
            </a:r>
            <a:r>
              <a:rPr lang="en-US" altLang="ja-JP" dirty="0" err="1"/>
              <a:t>add_opencv_module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LOCAL_MODULE:=opencv_$1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LOCAL_SRC_FILES:=../../opencv-2.4.7/platforms/</a:t>
            </a:r>
            <a:r>
              <a:rPr lang="en-US" altLang="ja-JP" dirty="0" err="1"/>
              <a:t>build_android_service</a:t>
            </a:r>
            <a:r>
              <a:rPr lang="en-US" altLang="ja-JP" dirty="0"/>
              <a:t>/lib/armeabi-v7a/</a:t>
            </a:r>
            <a:r>
              <a:rPr lang="en-US" altLang="ja-JP" dirty="0">
                <a:solidFill>
                  <a:srgbClr val="0080FF"/>
                </a:solidFill>
              </a:rPr>
              <a:t>lib</a:t>
            </a:r>
            <a:r>
              <a:rPr lang="en-US" altLang="ja-JP" dirty="0"/>
              <a:t>opencv_$1.a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$(PREBUILT_STATIC_LIBRARY)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/>
              <a:t>endef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251180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3/8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3</a:t>
            </a:r>
            <a:r>
              <a:rPr lang="en-US" baseline="30000" dirty="0" smtClean="0"/>
              <a:t>rd</a:t>
            </a:r>
            <a:r>
              <a:rPr lang="en-US" dirty="0" smtClean="0"/>
              <a:t> Party Libs for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3400468"/>
            <a:ext cx="6801633" cy="19007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OPENCV_3RDPARTY_COMPONENTS:=</a:t>
            </a:r>
            <a:r>
              <a:rPr lang="en-US" altLang="ja-JP" dirty="0" err="1"/>
              <a:t>libjpeg</a:t>
            </a:r>
            <a:r>
              <a:rPr lang="en-US" altLang="ja-JP" dirty="0"/>
              <a:t> </a:t>
            </a:r>
            <a:r>
              <a:rPr lang="en-US" altLang="ja-JP" dirty="0" err="1"/>
              <a:t>libpng</a:t>
            </a:r>
            <a:r>
              <a:rPr lang="en-US" altLang="ja-JP" dirty="0"/>
              <a:t> </a:t>
            </a:r>
            <a:r>
              <a:rPr lang="en-US" altLang="ja-JP" dirty="0" err="1"/>
              <a:t>libtiff</a:t>
            </a:r>
            <a:r>
              <a:rPr lang="en-US" altLang="ja-JP" dirty="0"/>
              <a:t> </a:t>
            </a:r>
            <a:r>
              <a:rPr lang="en-US" altLang="ja-JP" dirty="0" err="1"/>
              <a:t>libjasper</a:t>
            </a:r>
            <a:r>
              <a:rPr lang="en-US" altLang="ja-JP" dirty="0"/>
              <a:t> </a:t>
            </a:r>
            <a:r>
              <a:rPr lang="en-US" altLang="ja-JP" dirty="0" err="1"/>
              <a:t>IlmImf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060924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4/8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OpenCV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513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</a:t>
            </a:r>
            <a:r>
              <a:rPr lang="en-US" altLang="ja-JP" dirty="0">
                <a:solidFill>
                  <a:srgbClr val="FF0000"/>
                </a:solidFill>
              </a:rPr>
              <a:t>OPENCV_3RDPARTY_COMPONENTS</a:t>
            </a:r>
            <a:r>
              <a:rPr lang="en-US" altLang="ja-JP" dirty="0"/>
              <a:t>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>
                <a:solidFill>
                  <a:srgbClr val="FF0000"/>
                </a:solidFill>
              </a:rPr>
              <a:t>add_opencv_3rdparty_component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define </a:t>
            </a:r>
            <a:r>
              <a:rPr lang="en-US" altLang="ja-JP" dirty="0">
                <a:solidFill>
                  <a:srgbClr val="FF0000"/>
                </a:solidFill>
              </a:rPr>
              <a:t>add_opencv_3rdparty_component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LOCAL_SRC_FILES:=../../opencv-2.4.7/platforms/</a:t>
            </a:r>
            <a:r>
              <a:rPr lang="en-US" altLang="ja-JP" dirty="0" err="1"/>
              <a:t>build_android_service</a:t>
            </a:r>
            <a:r>
              <a:rPr lang="en-US" altLang="ja-JP" dirty="0"/>
              <a:t>/</a:t>
            </a:r>
            <a:r>
              <a:rPr lang="en-US" altLang="ja-JP" dirty="0">
                <a:solidFill>
                  <a:srgbClr val="FF0000"/>
                </a:solidFill>
              </a:rPr>
              <a:t>3rdparty/lib/armeabi-v7a/</a:t>
            </a:r>
            <a:r>
              <a:rPr lang="en-US" altLang="ja-JP" dirty="0">
                <a:solidFill>
                  <a:srgbClr val="0080FF"/>
                </a:solidFill>
              </a:rPr>
              <a:t>lib</a:t>
            </a:r>
            <a:r>
              <a:rPr lang="en-US" altLang="ja-JP" dirty="0">
                <a:solidFill>
                  <a:srgbClr val="FF0000"/>
                </a:solidFill>
              </a:rPr>
              <a:t>$1.a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$(PREBUILT_</a:t>
            </a:r>
            <a:r>
              <a:rPr lang="en-US" altLang="ja-JP" dirty="0">
                <a:solidFill>
                  <a:schemeClr val="bg1"/>
                </a:solidFill>
              </a:rPr>
              <a:t>STATIC_</a:t>
            </a:r>
            <a:r>
              <a:rPr lang="en-US" altLang="ja-JP" dirty="0"/>
              <a:t>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/>
              <a:t>endef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111589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5/8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</a:t>
            </a:r>
            <a:r>
              <a:rPr lang="en-US" dirty="0" err="1" smtClean="0"/>
              <a:t>AndroidCamera</a:t>
            </a:r>
            <a:r>
              <a:rPr lang="en-US" dirty="0" smtClean="0"/>
              <a:t> Libs for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3400468"/>
            <a:ext cx="6801633" cy="2044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pt-BR" altLang="ja-JP" dirty="0"/>
              <a:t>OPENCV_CAMERA_MODULES:= native_camera_r2.2.0 native_camera_r2.3.3 native_camera_r3.0.1 native_camera_r4.0.0 native_camera_r4.0.3 native_camera_r4.1.1 native_camera_r4.2.0 native_camera_r4.3.0</a:t>
            </a:r>
          </a:p>
        </p:txBody>
      </p:sp>
    </p:spTree>
    <p:extLst>
      <p:ext uri="{BB962C8B-B14F-4D97-AF65-F5344CB8AC3E}">
        <p14:creationId xmlns:p14="http://schemas.microsoft.com/office/powerpoint/2010/main" val="39661921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6/8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AndroidCamera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513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module,$(OPENCV_CAMERA_MODULES),$(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 err="1"/>
              <a:t>add_opencv_camera_module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define </a:t>
            </a:r>
            <a:r>
              <a:rPr lang="en-US" altLang="ja-JP" dirty="0" err="1"/>
              <a:t>add_opencv_camera_module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LOCAL_SRC_FILES:=../../opencv-2.4.7/platforms/build_android_service/lib/armeabi-v7a/lib$1.</a:t>
            </a:r>
            <a:r>
              <a:rPr lang="en-US" altLang="ja-JP" dirty="0">
                <a:solidFill>
                  <a:srgbClr val="FF0000"/>
                </a:solidFill>
              </a:rPr>
              <a:t>so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$(PREBUILT_</a:t>
            </a:r>
            <a:r>
              <a:rPr lang="en-US" altLang="ja-JP" dirty="0">
                <a:solidFill>
                  <a:srgbClr val="FF0000"/>
                </a:solidFill>
              </a:rPr>
              <a:t>SHARED</a:t>
            </a:r>
            <a:r>
              <a:rPr lang="en-US" altLang="ja-JP" dirty="0"/>
              <a:t>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/>
              <a:t>endef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596431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7/8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Magic Word for Reset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Include </a:t>
            </a:r>
            <a:r>
              <a:rPr lang="en-US" dirty="0" err="1" smtClean="0"/>
              <a:t>Dir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772816"/>
            <a:ext cx="6801633" cy="6045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include $(CLEAR_VARS)</a:t>
            </a:r>
            <a:endParaRPr lang="sv-SE" altLang="ja-JP" dirty="0" smtClean="0"/>
          </a:p>
        </p:txBody>
      </p:sp>
      <p:sp>
        <p:nvSpPr>
          <p:cNvPr id="5" name="正方形/長方形 6"/>
          <p:cNvSpPr/>
          <p:nvPr/>
        </p:nvSpPr>
        <p:spPr>
          <a:xfrm>
            <a:off x="1403648" y="3284984"/>
            <a:ext cx="6801633" cy="26642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200" dirty="0"/>
              <a:t>OPENCV_INCLUDE_DIR:=$(LOCAL_DIR)/../opencv-2.4.7/include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200" dirty="0"/>
              <a:t>LOCAL_C_INCLUDES+=$(OPENCV_INCLUDE_DIR)/opencv $(OPENCV_INCLUDE_DIR)/opencv2 ../opencv-2.4.7/modules/stitching/include ../opencv-2.4.7/modules/objdetect/include ../opencv-2.4.7/modules/photo/include ../opencv-2.4.7/modules/flann/include ../opencv-2.4.7/modules/core/include ../opencv-2.4.7/modules/ts/include ../opencv-2.4.7/modules/highgui/include ../opencv-2.4.7/modules/contrib/include ../opencv-2.4.7/modules/video/include ../opencv-2.4.7/modules/imgproc/include ../opencv-2.4.7/modules/legacy/include ../opencv-2.4.7/modules/ocl/include ../opencv-2.4.7/modules/features2d/include ../opencv-2.4.7/modules/calib3d/include ../opencv-2.4.7/modules/ml/include ../opencv-2.4.7/modules/videostab ../opencv-2.4.7/modules/nonfree/include ../opencv-2.4.7/modules/androidcamera/include</a:t>
            </a:r>
          </a:p>
        </p:txBody>
      </p:sp>
    </p:spTree>
    <p:extLst>
      <p:ext uri="{BB962C8B-B14F-4D97-AF65-F5344CB8AC3E}">
        <p14:creationId xmlns:p14="http://schemas.microsoft.com/office/powerpoint/2010/main" val="36501493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8/8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Loading Lib &amp; </a:t>
            </a:r>
            <a:r>
              <a:rPr lang="en-US" dirty="0" err="1" smtClean="0"/>
              <a:t>OpenCV</a:t>
            </a:r>
            <a:r>
              <a:rPr lang="en-US" dirty="0" smtClean="0"/>
              <a:t> Lib</a:t>
            </a:r>
          </a:p>
          <a:p>
            <a:pPr lvl="1"/>
            <a:r>
              <a:rPr lang="en-US" dirty="0" smtClean="0"/>
              <a:t>LOCAL_LDLIBS</a:t>
            </a:r>
          </a:p>
          <a:p>
            <a:pPr lvl="2"/>
            <a:r>
              <a:rPr lang="en-US" dirty="0" smtClean="0"/>
              <a:t>-</a:t>
            </a:r>
            <a:r>
              <a:rPr lang="en-US" dirty="0" err="1"/>
              <a:t>lc</a:t>
            </a:r>
            <a:r>
              <a:rPr lang="en-US" dirty="0"/>
              <a:t> -</a:t>
            </a:r>
            <a:r>
              <a:rPr lang="en-US" dirty="0" err="1"/>
              <a:t>ldl</a:t>
            </a:r>
            <a:r>
              <a:rPr lang="en-US" dirty="0"/>
              <a:t> -</a:t>
            </a:r>
            <a:r>
              <a:rPr lang="en-US" dirty="0" err="1"/>
              <a:t>lz</a:t>
            </a:r>
            <a:endParaRPr lang="en-US" dirty="0"/>
          </a:p>
          <a:p>
            <a:pPr lvl="1"/>
            <a:r>
              <a:rPr lang="en-US" dirty="0" smtClean="0"/>
              <a:t>LOCAL_STATIC_LIBRARIES</a:t>
            </a:r>
          </a:p>
          <a:p>
            <a:pPr lvl="2"/>
            <a:r>
              <a:rPr lang="en-US" dirty="0" smtClean="0"/>
              <a:t>$(</a:t>
            </a:r>
            <a:r>
              <a:rPr lang="en-US" dirty="0" err="1"/>
              <a:t>foreach</a:t>
            </a:r>
            <a:r>
              <a:rPr lang="en-US" dirty="0"/>
              <a:t> mod, $(OPENCV_MODULES), </a:t>
            </a:r>
            <a:r>
              <a:rPr lang="en-US" dirty="0" err="1"/>
              <a:t>opencv</a:t>
            </a:r>
            <a:r>
              <a:rPr lang="en-US" dirty="0"/>
              <a:t>_$(mod)) $(OPENCV_3RDPARTY_COMPONENTS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861048"/>
            <a:ext cx="6801633" cy="25488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LOCAL_LDLIBS    += -lm -llog -landroid </a:t>
            </a:r>
            <a:r>
              <a:rPr lang="sv-SE" altLang="ja-JP" dirty="0">
                <a:solidFill>
                  <a:srgbClr val="FF0000"/>
                </a:solidFill>
              </a:rPr>
              <a:t>-lc -ldl -lz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LOCAL_STATIC_LIBRARIES := android_native_app_glue </a:t>
            </a:r>
            <a:r>
              <a:rPr lang="sv-SE" altLang="ja-JP" dirty="0">
                <a:solidFill>
                  <a:srgbClr val="FF0000"/>
                </a:solidFill>
              </a:rPr>
              <a:t>$(foreach mod, $(OPENCV_MODULES), opencv_$(mod)) $(OPENCV_3RDPARTY_COMPONENTS)</a:t>
            </a:r>
          </a:p>
        </p:txBody>
      </p:sp>
    </p:spTree>
    <p:extLst>
      <p:ext uri="{BB962C8B-B14F-4D97-AF65-F5344CB8AC3E}">
        <p14:creationId xmlns:p14="http://schemas.microsoft.com/office/powerpoint/2010/main" val="30089596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Setup/Make Build.xml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Making Setting File for Android using ANT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Today, Development on CUI Only!!!</a:t>
            </a:r>
          </a:p>
          <a:p>
            <a:pPr lvl="2"/>
            <a:r>
              <a:rPr lang="en-US" altLang="ja-JP" dirty="0" smtClean="0"/>
              <a:t>Don’t use Eclipse!</a:t>
            </a:r>
            <a:endParaRPr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492896"/>
            <a:ext cx="6801633" cy="41044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android list </a:t>
            </a:r>
            <a:r>
              <a:rPr lang="en-US" altLang="ja-JP" sz="1800" dirty="0" smtClean="0"/>
              <a:t>target</a:t>
            </a:r>
            <a:endParaRPr lang="en-US" altLang="ja-JP" sz="1800" dirty="0">
              <a:solidFill>
                <a:srgbClr val="FF0000"/>
              </a:solidFill>
            </a:endParaRP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Available Android targets: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----------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>
                <a:solidFill>
                  <a:srgbClr val="FF0000"/>
                </a:solidFill>
              </a:rPr>
              <a:t>id: 1 or "android-9"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Name: Android 2.3.1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Type: Platform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API level: 9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Revision: 2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Skins: WQVGA400, QVGA, HVGA, WVGA800 (default), WVGA854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ABIs : </a:t>
            </a:r>
            <a:r>
              <a:rPr lang="en-US" altLang="ja-JP" sz="1200" dirty="0" err="1"/>
              <a:t>armeabi</a:t>
            </a:r>
            <a:endParaRPr lang="en-US" altLang="ja-JP" sz="1200" dirty="0"/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----------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>
                <a:solidFill>
                  <a:srgbClr val="FF0000"/>
                </a:solidFill>
              </a:rPr>
              <a:t>id: 2 or "android-18"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Name: Android 4.3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Type: Platform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API level: 18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Revision: 2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Skins: WXGA800, WQVGA400, QVGA, WQVGA432, WXGA800-7in, WVGA800 (default), HVGA, WXGA720, WSVGA, WVGA854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ABIs : armeabi-v7a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smtClean="0"/>
              <a:t>----------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164376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Setup/Make Build.xml </a:t>
            </a:r>
            <a:r>
              <a:rPr lang="en-US" altLang="ja-JP" dirty="0" smtClean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Build.xml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marL="457200" lvl="1" indent="0">
              <a:buNone/>
            </a:pP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72816"/>
            <a:ext cx="6801633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android update project --path . --target </a:t>
            </a:r>
            <a:r>
              <a:rPr lang="en-US" altLang="ja-JP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3244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Build </a:t>
            </a:r>
            <a:r>
              <a:rPr lang="en-US" altLang="ja-JP" dirty="0" err="1" smtClean="0"/>
              <a:t>NativeActivity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C/C++ Source Codes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kumimoji="1" lang="en-US" altLang="ja-JP" dirty="0" smtClean="0"/>
              <a:t>Make APK File</a:t>
            </a:r>
          </a:p>
          <a:p>
            <a:pPr lvl="1"/>
            <a:endParaRPr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ndk</a:t>
            </a:r>
            <a:r>
              <a:rPr lang="en-US" altLang="ja-JP" dirty="0" smtClean="0"/>
              <a:t>-build [clean all]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5" name="正方形/長方形 3"/>
          <p:cNvSpPr/>
          <p:nvPr/>
        </p:nvSpPr>
        <p:spPr>
          <a:xfrm>
            <a:off x="1403648" y="3789040"/>
            <a:ext cx="6801633" cy="1008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ant [</a:t>
            </a:r>
            <a:r>
              <a:rPr lang="en-US" altLang="ja-JP" dirty="0" err="1"/>
              <a:t>debug|release</a:t>
            </a:r>
            <a:r>
              <a:rPr lang="en-US" altLang="ja-JP" dirty="0"/>
              <a:t>]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09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Install </a:t>
            </a:r>
            <a:r>
              <a:rPr lang="en-US" altLang="ja-JP" dirty="0" err="1" smtClean="0"/>
              <a:t>NativeActivity.apk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Install APK File</a:t>
            </a:r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r>
              <a:rPr kumimoji="1" lang="en-US" altLang="ja-JP" dirty="0" err="1" smtClean="0"/>
              <a:t>UnInstall</a:t>
            </a:r>
            <a:r>
              <a:rPr kumimoji="1" lang="en-US" altLang="ja-JP" dirty="0" smtClean="0"/>
              <a:t> APK File</a:t>
            </a:r>
          </a:p>
          <a:p>
            <a:endParaRPr kumimoji="1"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r>
              <a:rPr lang="en-US" altLang="ja-JP" dirty="0" smtClean="0"/>
              <a:t>Show Log</a:t>
            </a:r>
          </a:p>
          <a:p>
            <a:endParaRPr lang="en-US" altLang="ja-JP" dirty="0"/>
          </a:p>
          <a:p>
            <a:endParaRPr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</a:t>
            </a:r>
            <a:r>
              <a:rPr lang="en-US" altLang="ja-JP" dirty="0"/>
              <a:t>install bin/</a:t>
            </a:r>
            <a:r>
              <a:rPr lang="en-US" altLang="ja-JP" dirty="0" err="1"/>
              <a:t>NativeActivity-debug.apk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5" name="正方形/長方形 3"/>
          <p:cNvSpPr/>
          <p:nvPr/>
        </p:nvSpPr>
        <p:spPr>
          <a:xfrm>
            <a:off x="1403648" y="5661248"/>
            <a:ext cx="6801633" cy="1008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logcat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6" name="正方形/長方形 3"/>
          <p:cNvSpPr/>
          <p:nvPr/>
        </p:nvSpPr>
        <p:spPr>
          <a:xfrm>
            <a:off x="1403648" y="386104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un</a:t>
            </a:r>
            <a:r>
              <a:rPr lang="en-US" altLang="ja-JP" dirty="0"/>
              <a:t>install </a:t>
            </a:r>
            <a:r>
              <a:rPr lang="en-US" altLang="ja-JP" dirty="0" err="1"/>
              <a:t>com.example.native_activity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62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adb</a:t>
            </a:r>
            <a:r>
              <a:rPr lang="en-US" dirty="0"/>
              <a:t>(Android Debug Bridge)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</a:p>
          <a:p>
            <a:pPr lvl="1"/>
            <a:r>
              <a:rPr lang="en-US" dirty="0" smtClean="0"/>
              <a:t>Shell on Android Device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shell</a:t>
            </a:r>
          </a:p>
          <a:p>
            <a:pPr lvl="1"/>
            <a:r>
              <a:rPr lang="en-US" dirty="0" smtClean="0"/>
              <a:t>Show Connected Android Devices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devices</a:t>
            </a:r>
          </a:p>
          <a:p>
            <a:pPr lvl="1"/>
            <a:r>
              <a:rPr lang="en-US" dirty="0" smtClean="0"/>
              <a:t>Install/Uninstall APK File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install/uninstall [App Name]/[Package Name]</a:t>
            </a:r>
          </a:p>
          <a:p>
            <a:pPr lvl="1"/>
            <a:r>
              <a:rPr lang="en-US" dirty="0" smtClean="0"/>
              <a:t>Send/Get File to/from Android Device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push/pull [from File Path] [to File Path]</a:t>
            </a:r>
            <a:endParaRPr lang="en-US" dirty="0"/>
          </a:p>
          <a:p>
            <a:pPr lvl="1"/>
            <a:r>
              <a:rPr lang="en-US" dirty="0" smtClean="0"/>
              <a:t>Show Log (DDMS)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db</a:t>
            </a:r>
            <a:r>
              <a:rPr lang="en-US" dirty="0" smtClean="0"/>
              <a:t> </a:t>
            </a:r>
            <a:r>
              <a:rPr lang="en-US" dirty="0" err="1" smtClean="0"/>
              <a:t>logcat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2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About </a:t>
            </a:r>
            <a:r>
              <a:rPr lang="en-US" altLang="ja-JP" sz="3600" dirty="0" err="1" smtClean="0"/>
              <a:t>NativeActivity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5353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Explanation to </a:t>
            </a:r>
            <a:r>
              <a:rPr lang="en-US" dirty="0" err="1" smtClean="0"/>
              <a:t>NativeActivity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Use Camera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700808"/>
            <a:ext cx="6801633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struct Engine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android_app* app;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cv::</a:t>
            </a:r>
            <a:r>
              <a:rPr lang="sv-SE" altLang="ja-JP" sz="1600" dirty="0">
                <a:solidFill>
                  <a:schemeClr val="bg1"/>
                </a:solidFill>
              </a:rPr>
              <a:t>Ptr&lt;</a:t>
            </a:r>
            <a:r>
              <a:rPr lang="sv-SE" altLang="ja-JP" sz="1600" dirty="0">
                <a:solidFill>
                  <a:srgbClr val="FF0000"/>
                </a:solidFill>
              </a:rPr>
              <a:t>cv::VideoCapture</a:t>
            </a:r>
            <a:r>
              <a:rPr lang="sv-SE" altLang="ja-JP" sz="1600" dirty="0"/>
              <a:t>&gt; capture;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};</a:t>
            </a: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sv-SE" sz="1600" dirty="0" smtClean="0"/>
              <a:t>（</a:t>
            </a:r>
            <a:r>
              <a:rPr lang="en-US" altLang="ja-JP" sz="1600" dirty="0" smtClean="0"/>
              <a:t>snip</a:t>
            </a:r>
            <a:r>
              <a:rPr lang="ja-JP" altLang="en-US" sz="1600" dirty="0" smtClean="0"/>
              <a:t>）</a:t>
            </a:r>
            <a:endParaRPr lang="en-US" altLang="ja-JP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/>
              <a:t> </a:t>
            </a:r>
            <a:r>
              <a:rPr lang="en-US" altLang="ja-JP" sz="1600" dirty="0">
                <a:solidFill>
                  <a:srgbClr val="FF0000"/>
                </a:solidFill>
              </a:rPr>
              <a:t>cv::Mat </a:t>
            </a:r>
            <a:r>
              <a:rPr lang="en-US" altLang="ja-JP" sz="1600" dirty="0" err="1"/>
              <a:t>drawing_frame</a:t>
            </a:r>
            <a:r>
              <a:rPr lang="en-US" altLang="ja-JP" sz="1600" dirty="0" smtClean="0"/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 smtClean="0"/>
              <a:t>(snip)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 smtClean="0"/>
              <a:t>                </a:t>
            </a:r>
            <a:r>
              <a:rPr lang="en-US" altLang="ja-JP" sz="1600" dirty="0" err="1" smtClean="0">
                <a:solidFill>
                  <a:srgbClr val="FF0000"/>
                </a:solidFill>
              </a:rPr>
              <a:t>engine.capture</a:t>
            </a:r>
            <a:r>
              <a:rPr lang="en-US" altLang="ja-JP" sz="1600" dirty="0" smtClean="0">
                <a:solidFill>
                  <a:srgbClr val="FF0000"/>
                </a:solidFill>
              </a:rPr>
              <a:t>-&gt;retrieve(</a:t>
            </a:r>
            <a:r>
              <a:rPr lang="en-US" altLang="ja-JP" sz="1600" dirty="0" err="1" smtClean="0">
                <a:solidFill>
                  <a:srgbClr val="FF0000"/>
                </a:solidFill>
              </a:rPr>
              <a:t>drawing_frame</a:t>
            </a:r>
            <a:r>
              <a:rPr lang="en-US" altLang="ja-JP" sz="1600" dirty="0" smtClean="0">
                <a:solidFill>
                  <a:srgbClr val="FF0000"/>
                </a:solidFill>
              </a:rPr>
              <a:t>, CV_CAP_ANDROID_COLOR_FRAME_RGBA);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/>
              <a:t>             char buffer[256];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/>
              <a:t>             </a:t>
            </a:r>
            <a:r>
              <a:rPr lang="en-US" altLang="ja-JP" sz="1600" dirty="0" err="1"/>
              <a:t>sprintf</a:t>
            </a:r>
            <a:r>
              <a:rPr lang="en-US" altLang="ja-JP" sz="1600" dirty="0"/>
              <a:t>(buffer, "Display performance: %</a:t>
            </a:r>
            <a:r>
              <a:rPr lang="en-US" altLang="ja-JP" sz="1600" dirty="0" err="1"/>
              <a:t>dx%d</a:t>
            </a:r>
            <a:r>
              <a:rPr lang="en-US" altLang="ja-JP" sz="1600" dirty="0"/>
              <a:t> @ %.3f", </a:t>
            </a:r>
            <a:r>
              <a:rPr lang="en-US" altLang="ja-JP" sz="1600" dirty="0" err="1"/>
              <a:t>drawing_frame.cols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drawing_frame.rows</a:t>
            </a:r>
            <a:r>
              <a:rPr lang="en-US" altLang="ja-JP" sz="1600" dirty="0"/>
              <a:t>, fps);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/>
              <a:t>             cv::</a:t>
            </a:r>
            <a:r>
              <a:rPr lang="en-US" altLang="ja-JP" sz="1600" dirty="0" err="1"/>
              <a:t>putText</a:t>
            </a:r>
            <a:r>
              <a:rPr lang="en-US" altLang="ja-JP" sz="1600" dirty="0"/>
              <a:t>(</a:t>
            </a:r>
            <a:r>
              <a:rPr lang="en-US" altLang="ja-JP" sz="1600" dirty="0" err="1"/>
              <a:t>drawing_frame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std</a:t>
            </a:r>
            <a:r>
              <a:rPr lang="en-US" altLang="ja-JP" sz="1600" dirty="0"/>
              <a:t>::string(buffer), cv::Point(8,64),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/>
              <a:t>                         cv::FONT_HERSHEY_COMPLEX_SMALL, 1, cv::Scalar(0,255,0,255));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/>
              <a:t>             </a:t>
            </a:r>
            <a:r>
              <a:rPr lang="en-US" altLang="ja-JP" sz="1600" dirty="0" err="1">
                <a:solidFill>
                  <a:srgbClr val="FF0000"/>
                </a:solidFill>
              </a:rPr>
              <a:t>engine_draw_frame</a:t>
            </a:r>
            <a:r>
              <a:rPr lang="en-US" altLang="ja-JP" sz="1600" dirty="0">
                <a:solidFill>
                  <a:srgbClr val="FF0000"/>
                </a:solidFill>
              </a:rPr>
              <a:t>(&amp;engine, </a:t>
            </a:r>
            <a:r>
              <a:rPr lang="en-US" altLang="ja-JP" sz="1600" dirty="0" err="1">
                <a:solidFill>
                  <a:srgbClr val="FF0000"/>
                </a:solidFill>
              </a:rPr>
              <a:t>drawing_frame</a:t>
            </a:r>
            <a:r>
              <a:rPr lang="en-US" altLang="ja-JP" sz="1600" dirty="0" smtClean="0">
                <a:solidFill>
                  <a:srgbClr val="FF0000"/>
                </a:solidFill>
              </a:rPr>
              <a:t>);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2980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Explanation to </a:t>
            </a:r>
            <a:r>
              <a:rPr lang="en-US" dirty="0" err="1" smtClean="0"/>
              <a:t>NativeActivity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 Driven Code for Android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700808"/>
            <a:ext cx="6801633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600" dirty="0" smtClean="0"/>
              <a:t>static </a:t>
            </a:r>
            <a:r>
              <a:rPr lang="sv-SE" altLang="ja-JP" sz="1600" dirty="0"/>
              <a:t>void engine_handle_cmd(</a:t>
            </a:r>
            <a:r>
              <a:rPr lang="sv-SE" altLang="ja-JP" sz="1600" dirty="0">
                <a:solidFill>
                  <a:srgbClr val="FF0000"/>
                </a:solidFill>
              </a:rPr>
              <a:t>android_app* app</a:t>
            </a:r>
            <a:r>
              <a:rPr lang="sv-SE" altLang="ja-JP" sz="1600" dirty="0"/>
              <a:t>, int32_t cmd)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Engine* engine = (Engine*)app-&gt;userData;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switch (</a:t>
            </a:r>
            <a:r>
              <a:rPr lang="sv-SE" altLang="ja-JP" sz="1600" dirty="0">
                <a:solidFill>
                  <a:srgbClr val="FF0000"/>
                </a:solidFill>
              </a:rPr>
              <a:t>cmd</a:t>
            </a:r>
            <a:r>
              <a:rPr lang="sv-SE" altLang="ja-JP" sz="160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</a:t>
            </a:r>
            <a:r>
              <a:rPr lang="sv-SE" altLang="ja-JP" sz="1600" dirty="0" smtClean="0"/>
              <a:t>{</a:t>
            </a: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sv-SE" sz="1600" dirty="0" smtClean="0"/>
              <a:t>（</a:t>
            </a:r>
            <a:r>
              <a:rPr lang="en-US" altLang="ja-JP" sz="1600" dirty="0" smtClean="0"/>
              <a:t>snip</a:t>
            </a:r>
            <a:r>
              <a:rPr lang="ja-JP" altLang="en-US" sz="1600" dirty="0" smtClean="0"/>
              <a:t>）</a:t>
            </a:r>
            <a:endParaRPr lang="ja-JP" altLang="en-US" sz="1600" dirty="0"/>
          </a:p>
          <a:p>
            <a:pPr marL="914400" lvl="1" indent="-457200">
              <a:buFont typeface="+mj-lt"/>
              <a:buAutoNum type="arabicPeriod"/>
            </a:pPr>
            <a:endParaRPr lang="ja-JP" alt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>
                <a:solidFill>
                  <a:srgbClr val="FF0000"/>
                </a:solidFill>
              </a:rPr>
              <a:t>void android_main(android_app* app)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{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</a:t>
            </a:r>
            <a:r>
              <a:rPr lang="sv-SE" altLang="ja-JP" sz="1600" dirty="0">
                <a:solidFill>
                  <a:schemeClr val="bg1"/>
                </a:solidFill>
              </a:rPr>
              <a:t>Engine engine;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// Make sure glue isn't stripped.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app_dummy();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6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size_t engine_size = sizeof(engine);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/>
              <a:t>    memset((void*)&amp;engine, 0, engine_size);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>
                <a:solidFill>
                  <a:srgbClr val="FF0000"/>
                </a:solidFill>
              </a:rPr>
              <a:t>    app-&gt;userData = &amp;engine;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>
                <a:solidFill>
                  <a:srgbClr val="FF0000"/>
                </a:solidFill>
              </a:rPr>
              <a:t>    app-&gt;onAppCmd = engine_handle_cmd;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600" dirty="0">
                <a:solidFill>
                  <a:srgbClr val="FF0000"/>
                </a:solidFill>
              </a:rPr>
              <a:t>    engine.app = app</a:t>
            </a:r>
            <a:r>
              <a:rPr lang="sv-SE" altLang="ja-JP" sz="1600" dirty="0" smtClean="0">
                <a:solidFill>
                  <a:srgbClr val="FF0000"/>
                </a:solidFill>
              </a:rPr>
              <a:t>;</a:t>
            </a:r>
            <a:endParaRPr lang="sv-SE" altLang="ja-JP" sz="16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ja-JP" altLang="sv-SE" sz="1600" dirty="0" smtClean="0"/>
              <a:t>（</a:t>
            </a:r>
            <a:r>
              <a:rPr lang="en-US" altLang="ja-JP" sz="1600" dirty="0" smtClean="0"/>
              <a:t>snip</a:t>
            </a:r>
            <a:r>
              <a:rPr lang="ja-JP" altLang="en-US" sz="1600" dirty="0" smtClean="0"/>
              <a:t>）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4533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LifeCycle</a:t>
            </a:r>
            <a:r>
              <a:rPr lang="en-US" dirty="0" smtClean="0"/>
              <a:t>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5245968" cy="5327650"/>
          </a:xfrm>
        </p:spPr>
        <p:txBody>
          <a:bodyPr/>
          <a:lstStyle/>
          <a:p>
            <a:r>
              <a:rPr lang="en-US" dirty="0" smtClean="0"/>
              <a:t>Activity is Event Driven Arch</a:t>
            </a:r>
            <a:endParaRPr lang="en-US" dirty="0"/>
          </a:p>
          <a:p>
            <a:r>
              <a:rPr lang="en-US" dirty="0" smtClean="0"/>
              <a:t>Main Event</a:t>
            </a:r>
          </a:p>
          <a:p>
            <a:pPr lvl="1"/>
            <a:r>
              <a:rPr lang="en-US" dirty="0" err="1" smtClean="0"/>
              <a:t>onCreate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Start Activity</a:t>
            </a:r>
          </a:p>
          <a:p>
            <a:pPr lvl="2"/>
            <a:r>
              <a:rPr lang="en-US" altLang="ja-JP" dirty="0" smtClean="0"/>
              <a:t>Initialize Objects</a:t>
            </a:r>
            <a:endParaRPr lang="en-US" dirty="0" smtClean="0"/>
          </a:p>
          <a:p>
            <a:pPr lvl="1"/>
            <a:r>
              <a:rPr lang="en-US" dirty="0" err="1" smtClean="0"/>
              <a:t>onStart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Finish Initialized</a:t>
            </a:r>
          </a:p>
          <a:p>
            <a:pPr lvl="1"/>
            <a:r>
              <a:rPr lang="en-US" dirty="0" err="1" smtClean="0"/>
              <a:t>onPause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Other Activity Start</a:t>
            </a:r>
          </a:p>
          <a:p>
            <a:pPr lvl="1"/>
            <a:r>
              <a:rPr lang="en-US" dirty="0" err="1"/>
              <a:t>onResume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Back from Other Activity</a:t>
            </a:r>
            <a:endParaRPr lang="en-US" dirty="0"/>
          </a:p>
          <a:p>
            <a:pPr lvl="1"/>
            <a:r>
              <a:rPr lang="en-US" dirty="0" err="1" smtClean="0"/>
              <a:t>onStop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Don’t back long time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3" y="918741"/>
            <a:ext cx="4442320" cy="574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582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Android Camera doesn’t work…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467544" y="1714232"/>
            <a:ext cx="8496944" cy="5143768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#if </a:t>
            </a:r>
            <a:r>
              <a:rPr lang="en-US" dirty="0" smtClean="0"/>
              <a:t>!</a:t>
            </a:r>
            <a:r>
              <a:rPr lang="en-US" dirty="0"/>
              <a:t>defined(ANDROID_r2_2_0) </a:t>
            </a:r>
            <a:r>
              <a:rPr lang="en-US" dirty="0" smtClean="0"/>
              <a:t>&amp;&amp;</a:t>
            </a:r>
          </a:p>
          <a:p>
            <a:r>
              <a:rPr lang="en-US" dirty="0" smtClean="0"/>
              <a:t>    !</a:t>
            </a:r>
            <a:r>
              <a:rPr lang="en-US" dirty="0"/>
              <a:t>defined(ANDROID_r2_3_3) &amp;&amp; </a:t>
            </a:r>
            <a:endParaRPr lang="en-US" dirty="0" smtClean="0"/>
          </a:p>
          <a:p>
            <a:r>
              <a:rPr lang="en-US" dirty="0" smtClean="0"/>
              <a:t>    !</a:t>
            </a:r>
            <a:r>
              <a:rPr lang="en-US" dirty="0"/>
              <a:t>defined(ANDROID_r3_0_1) </a:t>
            </a:r>
            <a:r>
              <a:rPr lang="en-US" dirty="0" smtClean="0"/>
              <a:t>&amp;&amp;</a:t>
            </a:r>
            <a:endParaRPr lang="en-US" dirty="0"/>
          </a:p>
          <a:p>
            <a:r>
              <a:rPr lang="en-US" dirty="0" smtClean="0"/>
              <a:t>    !</a:t>
            </a:r>
            <a:r>
              <a:rPr lang="en-US" dirty="0"/>
              <a:t>defined(ANDROID_r4_0_0) &amp;&amp;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!</a:t>
            </a:r>
            <a:r>
              <a:rPr lang="en-US" dirty="0"/>
              <a:t>defined(ANDROID_r4_0_3) &amp;&amp; </a:t>
            </a:r>
            <a:endParaRPr lang="en-US" dirty="0" smtClean="0"/>
          </a:p>
          <a:p>
            <a:r>
              <a:rPr lang="en-US" dirty="0" smtClean="0"/>
              <a:t>    !</a:t>
            </a:r>
            <a:r>
              <a:rPr lang="en-US" dirty="0"/>
              <a:t>defined(ANDROID_r4_1_1) </a:t>
            </a:r>
            <a:r>
              <a:rPr lang="en-US" dirty="0" smtClean="0"/>
              <a:t>&amp;&amp;</a:t>
            </a:r>
            <a:endParaRPr lang="en-US" dirty="0"/>
          </a:p>
          <a:p>
            <a:r>
              <a:rPr lang="en-US" dirty="0" smtClean="0"/>
              <a:t>    !</a:t>
            </a:r>
            <a:r>
              <a:rPr lang="en-US" dirty="0"/>
              <a:t>defined(ANDROID_r4_2_0) &amp;&amp; </a:t>
            </a:r>
            <a:endParaRPr lang="en-US" dirty="0" smtClean="0"/>
          </a:p>
          <a:p>
            <a:r>
              <a:rPr lang="en-US" dirty="0" smtClean="0"/>
              <a:t>    !</a:t>
            </a:r>
            <a:r>
              <a:rPr lang="en-US" dirty="0"/>
              <a:t>defined(ANDROID_r4_3_0)</a:t>
            </a:r>
          </a:p>
          <a:p>
            <a:r>
              <a:rPr lang="en-US" dirty="0"/>
              <a:t># </a:t>
            </a:r>
            <a:r>
              <a:rPr lang="en-US" dirty="0">
                <a:solidFill>
                  <a:srgbClr val="FF0000"/>
                </a:solidFill>
              </a:rPr>
              <a:t>error</a:t>
            </a:r>
            <a:r>
              <a:rPr lang="en-US" dirty="0"/>
              <a:t> Building camera wrapper </a:t>
            </a:r>
            <a:r>
              <a:rPr lang="en-US" dirty="0">
                <a:solidFill>
                  <a:srgbClr val="FF0000"/>
                </a:solidFill>
              </a:rPr>
              <a:t>for your version of Android is not supported by </a:t>
            </a:r>
            <a:r>
              <a:rPr lang="en-US" dirty="0" err="1">
                <a:solidFill>
                  <a:srgbClr val="FF0000"/>
                </a:solidFill>
              </a:rPr>
              <a:t>OpenCV</a:t>
            </a:r>
            <a:r>
              <a:rPr lang="en-US" dirty="0"/>
              <a:t>.\</a:t>
            </a:r>
          </a:p>
          <a:p>
            <a:r>
              <a:rPr lang="en-US" dirty="0"/>
              <a:t> You need to modify </a:t>
            </a:r>
            <a:r>
              <a:rPr lang="en-US" dirty="0" err="1"/>
              <a:t>OpenCV</a:t>
            </a:r>
            <a:r>
              <a:rPr lang="en-US" dirty="0"/>
              <a:t> sources in order to compile camera wrapper for your version of Android.</a:t>
            </a:r>
          </a:p>
          <a:p>
            <a:r>
              <a:rPr lang="en-US" dirty="0"/>
              <a:t>#</a:t>
            </a:r>
            <a:r>
              <a:rPr lang="en-US" dirty="0" err="1"/>
              <a:t>endif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480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Camera for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669904" cy="5327650"/>
          </a:xfrm>
        </p:spPr>
        <p:txBody>
          <a:bodyPr/>
          <a:lstStyle/>
          <a:p>
            <a:r>
              <a:rPr lang="en-US" dirty="0" err="1" smtClean="0"/>
              <a:t>android.hardware.Camera</a:t>
            </a:r>
            <a:endParaRPr lang="en-US" dirty="0" smtClean="0"/>
          </a:p>
          <a:p>
            <a:pPr lvl="1"/>
            <a:r>
              <a:rPr lang="en-US" dirty="0" smtClean="0"/>
              <a:t>Android Framework’s Class</a:t>
            </a:r>
          </a:p>
          <a:p>
            <a:pPr lvl="1"/>
            <a:endParaRPr lang="en-US" dirty="0"/>
          </a:p>
          <a:p>
            <a:r>
              <a:rPr lang="en-US" dirty="0" smtClean="0"/>
              <a:t>libcameraservice.so</a:t>
            </a:r>
            <a:endParaRPr lang="en-US" dirty="0"/>
          </a:p>
          <a:p>
            <a:r>
              <a:rPr lang="en-US" dirty="0" smtClean="0"/>
              <a:t>libcamera_client.so</a:t>
            </a:r>
            <a:endParaRPr lang="en-US" dirty="0"/>
          </a:p>
          <a:p>
            <a:pPr lvl="1"/>
            <a:r>
              <a:rPr lang="en-US" dirty="0"/>
              <a:t>Absorption for Camera</a:t>
            </a:r>
          </a:p>
          <a:p>
            <a:pPr lvl="1"/>
            <a:endParaRPr lang="en-US" dirty="0" smtClean="0"/>
          </a:p>
          <a:p>
            <a:r>
              <a:rPr lang="en-US" dirty="0" err="1" smtClean="0"/>
              <a:t>CameraHardwareInterface</a:t>
            </a:r>
            <a:endParaRPr lang="en-US" dirty="0"/>
          </a:p>
          <a:p>
            <a:pPr lvl="1"/>
            <a:r>
              <a:rPr lang="en-US" dirty="0"/>
              <a:t>Hardware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0208" y="1346422"/>
            <a:ext cx="3744416" cy="900833"/>
          </a:xfrm>
          <a:prstGeom prst="roundRect">
            <a:avLst/>
          </a:prstGeom>
          <a:solidFill>
            <a:srgbClr val="2860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android.hardware.Camera</a:t>
            </a:r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368654" y="2688852"/>
            <a:ext cx="3672408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libCameraService.so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330526" y="5329858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CameraHardwareInterface</a:t>
            </a:r>
            <a:endParaRPr lang="en-US" dirty="0" smtClean="0"/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6084168" y="2247255"/>
            <a:ext cx="4320480" cy="461665"/>
            <a:chOff x="2483768" y="2792142"/>
            <a:chExt cx="4320480" cy="461665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Android API</a:t>
              </a:r>
              <a:endParaRPr lang="en-US" dirty="0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5368654" y="4032448"/>
            <a:ext cx="3672408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libCamera_Client.so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6084168" y="3558530"/>
            <a:ext cx="4320480" cy="461665"/>
            <a:chOff x="2483768" y="2792142"/>
            <a:chExt cx="4320480" cy="461665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smtClean="0">
                  <a:solidFill>
                    <a:srgbClr val="FF0000"/>
                  </a:solidFill>
                </a:rPr>
                <a:t>Shared Lib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084168" y="4869160"/>
            <a:ext cx="4320480" cy="461665"/>
            <a:chOff x="2483768" y="2792142"/>
            <a:chExt cx="4320480" cy="461665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>
                  <a:solidFill>
                    <a:srgbClr val="FF0000"/>
                  </a:solidFill>
                </a:rPr>
                <a:t>ko</a:t>
              </a:r>
              <a:r>
                <a:rPr lang="en-US" dirty="0" smtClean="0">
                  <a:solidFill>
                    <a:srgbClr val="FF0000"/>
                  </a:solidFill>
                </a:rPr>
                <a:t> Lib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505119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Camera for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597896" cy="5327650"/>
          </a:xfrm>
        </p:spPr>
        <p:txBody>
          <a:bodyPr/>
          <a:lstStyle/>
          <a:p>
            <a:r>
              <a:rPr lang="en-US" dirty="0" smtClean="0"/>
              <a:t>Directly Call</a:t>
            </a:r>
          </a:p>
          <a:p>
            <a:pPr lvl="1"/>
            <a:r>
              <a:rPr lang="en-US" dirty="0" smtClean="0"/>
              <a:t>Libcamera_client.so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Maybe Because…</a:t>
            </a:r>
          </a:p>
          <a:p>
            <a:pPr lvl="1"/>
            <a:r>
              <a:rPr lang="en-US" dirty="0" smtClean="0"/>
              <a:t>They </a:t>
            </a:r>
            <a:r>
              <a:rPr lang="en-US" altLang="ja-JP" dirty="0"/>
              <a:t>avoid </a:t>
            </a:r>
            <a:r>
              <a:rPr lang="en-US" dirty="0" smtClean="0"/>
              <a:t>overhead in</a:t>
            </a:r>
          </a:p>
          <a:p>
            <a:pPr lvl="2"/>
            <a:r>
              <a:rPr lang="en-US" dirty="0" smtClean="0"/>
              <a:t>libcameraservice.so</a:t>
            </a:r>
            <a:endParaRPr lang="en-US" dirty="0"/>
          </a:p>
          <a:p>
            <a:pPr lvl="2"/>
            <a:r>
              <a:rPr lang="en-US" dirty="0"/>
              <a:t>l</a:t>
            </a:r>
            <a:r>
              <a:rPr lang="en-US" dirty="0" smtClean="0"/>
              <a:t>ibcamera_client.so</a:t>
            </a:r>
          </a:p>
          <a:p>
            <a:pPr lvl="1"/>
            <a:r>
              <a:rPr lang="en-US" dirty="0" smtClean="0"/>
              <a:t>However…</a:t>
            </a:r>
          </a:p>
          <a:p>
            <a:pPr lvl="2"/>
            <a:r>
              <a:rPr lang="en-US" dirty="0" smtClean="0"/>
              <a:t>Their Coding is original,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Some Devices don’t work. 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402216" y="2688852"/>
            <a:ext cx="3672408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native_camera_rx.x.x.so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364088" y="5329858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CameraHardwareInterface</a:t>
            </a:r>
            <a:endParaRPr lang="en-US" dirty="0" smtClean="0"/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5402216" y="4032448"/>
            <a:ext cx="3672408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libCamera_Client.so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6155858" y="3558530"/>
            <a:ext cx="4320480" cy="461665"/>
            <a:chOff x="2483768" y="2792142"/>
            <a:chExt cx="4320480" cy="461665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smtClean="0">
                  <a:solidFill>
                    <a:srgbClr val="FF0000"/>
                  </a:solidFill>
                </a:rPr>
                <a:t>Shared Lib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155858" y="4869160"/>
            <a:ext cx="4320480" cy="461665"/>
            <a:chOff x="2483768" y="2792142"/>
            <a:chExt cx="4320480" cy="461665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483768" y="2798182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627784" y="2792142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>
                  <a:solidFill>
                    <a:srgbClr val="FF0000"/>
                  </a:solidFill>
                </a:rPr>
                <a:t>ko</a:t>
              </a:r>
              <a:r>
                <a:rPr lang="en-US" dirty="0" smtClean="0">
                  <a:solidFill>
                    <a:srgbClr val="FF0000"/>
                  </a:solidFill>
                </a:rPr>
                <a:t> Lib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4132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Add New Driver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6654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Kernel/Driver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7118176" cy="5327650"/>
          </a:xfrm>
        </p:spPr>
        <p:txBody>
          <a:bodyPr/>
          <a:lstStyle/>
          <a:p>
            <a:r>
              <a:rPr lang="en-US" dirty="0" smtClean="0"/>
              <a:t>Android Source Tree</a:t>
            </a:r>
          </a:p>
          <a:p>
            <a:pPr marL="457200" lvl="1" indent="0">
              <a:buNone/>
            </a:pPr>
            <a:r>
              <a:rPr lang="en-US" dirty="0" smtClean="0"/>
              <a:t>Ex. Nexus7(2013)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lvl="1"/>
            <a:r>
              <a:rPr lang="en-US" dirty="0" smtClean="0"/>
              <a:t>Device</a:t>
            </a:r>
          </a:p>
          <a:p>
            <a:pPr lvl="2"/>
            <a:r>
              <a:rPr lang="en-US" dirty="0" smtClean="0"/>
              <a:t>Asus</a:t>
            </a:r>
          </a:p>
          <a:p>
            <a:pPr lvl="3"/>
            <a:r>
              <a:rPr lang="en-US" dirty="0" err="1"/>
              <a:t>flo</a:t>
            </a:r>
            <a:endParaRPr lang="en-US" dirty="0"/>
          </a:p>
          <a:p>
            <a:pPr lvl="3"/>
            <a:r>
              <a:rPr lang="en-US" dirty="0" err="1" smtClean="0"/>
              <a:t>flo</a:t>
            </a:r>
            <a:r>
              <a:rPr lang="en-US" dirty="0" smtClean="0"/>
              <a:t>-kernel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563888" y="1413718"/>
            <a:ext cx="3810000" cy="5327650"/>
          </a:xfrm>
        </p:spPr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/>
              <a:t>Hardware</a:t>
            </a:r>
          </a:p>
          <a:p>
            <a:pPr lvl="2"/>
            <a:r>
              <a:rPr lang="en-US" dirty="0" err="1"/>
              <a:t>Qcom</a:t>
            </a:r>
            <a:endParaRPr lang="en-US" dirty="0"/>
          </a:p>
          <a:p>
            <a:pPr lvl="3"/>
            <a:r>
              <a:rPr lang="en-US" dirty="0"/>
              <a:t>audio</a:t>
            </a:r>
          </a:p>
          <a:p>
            <a:pPr lvl="3"/>
            <a:r>
              <a:rPr lang="en-US" dirty="0" err="1"/>
              <a:t>bt</a:t>
            </a:r>
            <a:endParaRPr lang="en-US" dirty="0"/>
          </a:p>
          <a:p>
            <a:pPr lvl="3"/>
            <a:r>
              <a:rPr lang="en-US" dirty="0"/>
              <a:t>camera</a:t>
            </a:r>
          </a:p>
          <a:p>
            <a:pPr lvl="3"/>
            <a:r>
              <a:rPr lang="en-US" dirty="0"/>
              <a:t>display</a:t>
            </a:r>
          </a:p>
          <a:p>
            <a:pPr lvl="3"/>
            <a:r>
              <a:rPr lang="en-US" dirty="0" err="1"/>
              <a:t>keymaster</a:t>
            </a:r>
            <a:endParaRPr lang="en-US" dirty="0"/>
          </a:p>
          <a:p>
            <a:pPr lvl="3"/>
            <a:r>
              <a:rPr lang="en-US" dirty="0"/>
              <a:t>media</a:t>
            </a:r>
          </a:p>
          <a:p>
            <a:pPr lvl="3"/>
            <a:r>
              <a:rPr lang="en-US" dirty="0"/>
              <a:t>msm8960</a:t>
            </a:r>
          </a:p>
          <a:p>
            <a:pPr lvl="3"/>
            <a:r>
              <a:rPr lang="en-US" dirty="0"/>
              <a:t>msm8x74</a:t>
            </a:r>
          </a:p>
          <a:p>
            <a:pPr lvl="3"/>
            <a:r>
              <a:rPr lang="en-US" dirty="0"/>
              <a:t>power</a:t>
            </a:r>
          </a:p>
          <a:p>
            <a:pPr lvl="3"/>
            <a:r>
              <a:rPr lang="en-US" dirty="0"/>
              <a:t>sensors</a:t>
            </a:r>
          </a:p>
          <a:p>
            <a:pPr lvl="3"/>
            <a:r>
              <a:rPr lang="en-US" dirty="0" err="1"/>
              <a:t>wlan</a:t>
            </a: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8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Add V4L for </a:t>
            </a:r>
            <a:r>
              <a:rPr lang="en-US" altLang="ja-JP" sz="3600" dirty="0" err="1" smtClean="0"/>
              <a:t>OpenCV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6516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305800" cy="5327650"/>
          </a:xfrm>
        </p:spPr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for Android doesn’t have “V4L”.</a:t>
            </a:r>
          </a:p>
          <a:p>
            <a:pPr lvl="1"/>
            <a:r>
              <a:rPr lang="en-US" dirty="0" smtClean="0"/>
              <a:t>It use Android build-in Camera.</a:t>
            </a:r>
          </a:p>
          <a:p>
            <a:endParaRPr lang="en-US" dirty="0" smtClean="0"/>
          </a:p>
          <a:p>
            <a:r>
              <a:rPr lang="en-US" altLang="ja-JP" dirty="0"/>
              <a:t>E</a:t>
            </a:r>
            <a:r>
              <a:rPr lang="en-US" altLang="ja-JP" dirty="0" smtClean="0"/>
              <a:t>xcept </a:t>
            </a:r>
            <a:r>
              <a:rPr lang="en-US" dirty="0" smtClean="0"/>
              <a:t>Phone/Table don’t have Camera…</a:t>
            </a:r>
            <a:endParaRPr lang="en-US" dirty="0"/>
          </a:p>
          <a:p>
            <a:pPr lvl="1"/>
            <a:r>
              <a:rPr lang="en-US" dirty="0" smtClean="0"/>
              <a:t>You </a:t>
            </a:r>
            <a:r>
              <a:rPr lang="en-US" dirty="0" smtClean="0">
                <a:solidFill>
                  <a:srgbClr val="FF0000"/>
                </a:solidFill>
              </a:rPr>
              <a:t>MUST customize</a:t>
            </a:r>
            <a:r>
              <a:rPr lang="en-US" dirty="0" smtClean="0"/>
              <a:t> </a:t>
            </a:r>
            <a:r>
              <a:rPr lang="en-US" dirty="0" err="1" smtClean="0"/>
              <a:t>OpenCV</a:t>
            </a:r>
            <a:r>
              <a:rPr lang="en-US" dirty="0" smtClean="0"/>
              <a:t> for Android.</a:t>
            </a:r>
            <a:endParaRPr lang="en-US" dirty="0"/>
          </a:p>
        </p:txBody>
      </p:sp>
      <p:pic>
        <p:nvPicPr>
          <p:cNvPr id="4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94" y="3861048"/>
            <a:ext cx="4072362" cy="2628940"/>
          </a:xfrm>
          <a:prstGeom prst="rect">
            <a:avLst/>
          </a:prstGeom>
        </p:spPr>
      </p:pic>
      <p:pic>
        <p:nvPicPr>
          <p:cNvPr id="5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818676"/>
            <a:ext cx="2811194" cy="282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7910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New UVC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drivers/media/video/</a:t>
            </a:r>
            <a:r>
              <a:rPr lang="en-US" dirty="0" err="1" smtClean="0"/>
              <a:t>uvc</a:t>
            </a:r>
            <a:r>
              <a:rPr lang="en-US" dirty="0" smtClean="0"/>
              <a:t>/</a:t>
            </a:r>
            <a:r>
              <a:rPr lang="en-US" dirty="0" err="1" smtClean="0"/>
              <a:t>uvc_driver.c</a:t>
            </a:r>
            <a:endParaRPr lang="en-US" dirty="0" smtClean="0"/>
          </a:p>
          <a:p>
            <a:pPr lvl="1"/>
            <a:r>
              <a:rPr lang="en-US" dirty="0" smtClean="0"/>
              <a:t>Add after “static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usb_device_id</a:t>
            </a:r>
            <a:r>
              <a:rPr lang="en-US" dirty="0"/>
              <a:t> </a:t>
            </a:r>
            <a:r>
              <a:rPr lang="en-US" dirty="0" err="1"/>
              <a:t>uvc_ids</a:t>
            </a:r>
            <a:r>
              <a:rPr lang="en-US" dirty="0"/>
              <a:t>[] = </a:t>
            </a:r>
            <a:r>
              <a:rPr lang="en-US" dirty="0" smtClean="0"/>
              <a:t>{“</a:t>
            </a:r>
            <a:endParaRPr lang="en-US" dirty="0"/>
          </a:p>
          <a:p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292268"/>
            <a:ext cx="6801633" cy="30809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/* </a:t>
            </a:r>
            <a:r>
              <a:rPr lang="en-US" altLang="ja-JP" sz="1800" dirty="0" err="1"/>
              <a:t>Etron</a:t>
            </a:r>
            <a:r>
              <a:rPr lang="en-US" altLang="ja-JP" sz="1800" dirty="0"/>
              <a:t> Tech */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{ .</a:t>
            </a:r>
            <a:r>
              <a:rPr lang="en-US" altLang="ja-JP" sz="1800" dirty="0" err="1"/>
              <a:t>match_flags</a:t>
            </a:r>
            <a:r>
              <a:rPr lang="en-US" altLang="ja-JP" sz="1800" dirty="0"/>
              <a:t>          = USB_DEVICE_ID_MATCH_DEVICE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                      | USB_DEVICE_ID_MATCH_INT_INFO,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.</a:t>
            </a:r>
            <a:r>
              <a:rPr lang="en-US" altLang="ja-JP" sz="1800" dirty="0" err="1"/>
              <a:t>idVendor</a:t>
            </a:r>
            <a:r>
              <a:rPr lang="en-US" altLang="ja-JP" sz="1800" dirty="0"/>
              <a:t>             = 0x1e4e,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.</a:t>
            </a:r>
            <a:r>
              <a:rPr lang="en-US" altLang="ja-JP" sz="1800" dirty="0" err="1"/>
              <a:t>idProduct</a:t>
            </a:r>
            <a:r>
              <a:rPr lang="en-US" altLang="ja-JP" sz="1800" dirty="0"/>
              <a:t>            = 0x0104,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.</a:t>
            </a:r>
            <a:r>
              <a:rPr lang="en-US" altLang="ja-JP" sz="1800" dirty="0" err="1"/>
              <a:t>bInterfaceClass</a:t>
            </a:r>
            <a:r>
              <a:rPr lang="en-US" altLang="ja-JP" sz="1800" dirty="0"/>
              <a:t>      = USB_CLASS_VIDEO,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.</a:t>
            </a:r>
            <a:r>
              <a:rPr lang="en-US" altLang="ja-JP" sz="1800" dirty="0" err="1"/>
              <a:t>bInterfaceSubClass</a:t>
            </a:r>
            <a:r>
              <a:rPr lang="en-US" altLang="ja-JP" sz="1800" dirty="0"/>
              <a:t>   = 1,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.</a:t>
            </a:r>
            <a:r>
              <a:rPr lang="en-US" altLang="ja-JP" sz="1800" dirty="0" err="1"/>
              <a:t>bInterfaceProtocol</a:t>
            </a:r>
            <a:r>
              <a:rPr lang="en-US" altLang="ja-JP" sz="1800" dirty="0"/>
              <a:t>   = 0,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ja-JP" sz="1800" dirty="0"/>
              <a:t>          .</a:t>
            </a:r>
            <a:r>
              <a:rPr lang="en-US" altLang="ja-JP" sz="1800" dirty="0" err="1"/>
              <a:t>driver_info</a:t>
            </a:r>
            <a:r>
              <a:rPr lang="en-US" altLang="ja-JP" sz="1800" dirty="0"/>
              <a:t>          = UVC_QUIRK_PROBE_MINMAX },</a:t>
            </a:r>
          </a:p>
        </p:txBody>
      </p:sp>
    </p:spTree>
    <p:extLst>
      <p:ext uri="{BB962C8B-B14F-4D97-AF65-F5344CB8AC3E}">
        <p14:creationId xmlns:p14="http://schemas.microsoft.com/office/powerpoint/2010/main" val="2145654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Download &amp; Build </a:t>
            </a:r>
            <a:r>
              <a:rPr lang="en-US" altLang="ja-JP" dirty="0"/>
              <a:t>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&amp; </a:t>
            </a:r>
            <a:r>
              <a:rPr kumimoji="1" lang="en-US" altLang="ja-JP" dirty="0" smtClean="0"/>
              <a:t>Build kernel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054270"/>
            <a:ext cx="6801633" cy="46722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cd </a:t>
            </a:r>
            <a:r>
              <a:rPr lang="en-US" altLang="ja-JP" sz="2000" dirty="0" smtClean="0"/>
              <a:t>~/</a:t>
            </a:r>
            <a:r>
              <a:rPr lang="en-US" altLang="ja-JP" sz="2000" dirty="0" err="1" smtClean="0"/>
              <a:t>nexus_work</a:t>
            </a: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export ARCH=arm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export CROSS_COMPILE</a:t>
            </a:r>
            <a:r>
              <a:rPr lang="en-US" altLang="ja-JP" sz="2000" dirty="0" smtClean="0"/>
              <a:t>=~/</a:t>
            </a:r>
            <a:r>
              <a:rPr lang="en-US" altLang="ja-JP" sz="2000" dirty="0" err="1" smtClean="0"/>
              <a:t>nexus_work</a:t>
            </a:r>
            <a:r>
              <a:rPr lang="en-US" altLang="ja-JP" sz="2000" dirty="0" smtClean="0"/>
              <a:t>/android/</a:t>
            </a:r>
            <a:r>
              <a:rPr lang="en-US" altLang="ja-JP" sz="2000" dirty="0" err="1" smtClean="0"/>
              <a:t>prebuilts</a:t>
            </a:r>
            <a:r>
              <a:rPr lang="en-US" altLang="ja-JP" sz="2000" dirty="0" smtClean="0"/>
              <a:t>/</a:t>
            </a:r>
            <a:r>
              <a:rPr lang="en-US" altLang="ja-JP" sz="2000" dirty="0" err="1" smtClean="0"/>
              <a:t>gcc</a:t>
            </a:r>
            <a:r>
              <a:rPr lang="en-US" altLang="ja-JP" sz="2000" dirty="0" smtClean="0"/>
              <a:t>/linux-x86/arm/arm-eabi-4.6/bin/arm-</a:t>
            </a:r>
            <a:r>
              <a:rPr lang="en-US" altLang="ja-JP" sz="2000" dirty="0" err="1" smtClean="0"/>
              <a:t>eabi</a:t>
            </a:r>
            <a:r>
              <a:rPr lang="en-US" altLang="ja-JP" sz="2000" dirty="0" smtClean="0"/>
              <a:t>-</a:t>
            </a: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>
                <a:solidFill>
                  <a:schemeClr val="bg1">
                    <a:lumMod val="50000"/>
                  </a:schemeClr>
                </a:solidFill>
              </a:rPr>
              <a:t>git</a:t>
            </a:r>
            <a:r>
              <a:rPr lang="en-US" altLang="ja-JP" sz="2000" dirty="0">
                <a:solidFill>
                  <a:schemeClr val="bg1">
                    <a:lumMod val="50000"/>
                  </a:schemeClr>
                </a:solidFill>
              </a:rPr>
              <a:t> clone https://android.googlesource.com/kernel/msm.git -b android-msm-flo-3.4-jb-mr2 kernel/nexus72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cd kernel/nexus72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>
                <a:solidFill>
                  <a:schemeClr val="bg1">
                    <a:lumMod val="50000"/>
                  </a:schemeClr>
                </a:solidFill>
              </a:rPr>
              <a:t>make </a:t>
            </a:r>
            <a:r>
              <a:rPr lang="en-US" altLang="ja-JP" sz="2000" dirty="0" err="1" smtClean="0">
                <a:solidFill>
                  <a:schemeClr val="bg1">
                    <a:lumMod val="50000"/>
                  </a:schemeClr>
                </a:solidFill>
              </a:rPr>
              <a:t>flo_defconfig</a:t>
            </a:r>
            <a:endParaRPr lang="en-US" altLang="ja-JP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>
                <a:solidFill>
                  <a:srgbClr val="FF0000"/>
                </a:solidFill>
              </a:rPr>
              <a:t>m</a:t>
            </a:r>
            <a:r>
              <a:rPr lang="en-US" altLang="ja-JP" sz="2000" dirty="0" smtClean="0">
                <a:solidFill>
                  <a:srgbClr val="FF0000"/>
                </a:solidFill>
              </a:rPr>
              <a:t>ake </a:t>
            </a:r>
            <a:r>
              <a:rPr lang="en-US" altLang="ja-JP" sz="2000" dirty="0" err="1" smtClean="0">
                <a:solidFill>
                  <a:srgbClr val="FF0000"/>
                </a:solidFill>
              </a:rPr>
              <a:t>menuconfig</a:t>
            </a:r>
            <a:endParaRPr lang="en-US" altLang="ja-JP" sz="2000" dirty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cp</a:t>
            </a:r>
            <a:r>
              <a:rPr lang="en-US" altLang="ja-JP" sz="2000" dirty="0"/>
              <a:t> arch/arm/boot/</a:t>
            </a:r>
            <a:r>
              <a:rPr lang="en-US" altLang="ja-JP" sz="2000" dirty="0" err="1"/>
              <a:t>zImage</a:t>
            </a:r>
            <a:r>
              <a:rPr lang="en-US" altLang="ja-JP" sz="2000" dirty="0"/>
              <a:t> </a:t>
            </a:r>
            <a:r>
              <a:rPr lang="en-US" altLang="ja-JP" sz="2000" dirty="0" smtClean="0"/>
              <a:t>~/</a:t>
            </a:r>
            <a:r>
              <a:rPr lang="en-US" altLang="ja-JP" sz="2000" dirty="0" err="1" smtClean="0"/>
              <a:t>nexus_work</a:t>
            </a:r>
            <a:r>
              <a:rPr lang="en-US" altLang="ja-JP" sz="2000" dirty="0" smtClean="0"/>
              <a:t>/android/device/</a:t>
            </a:r>
            <a:r>
              <a:rPr lang="en-US" altLang="ja-JP" sz="2000" dirty="0" err="1" smtClean="0"/>
              <a:t>asus</a:t>
            </a:r>
            <a:r>
              <a:rPr lang="en-US" altLang="ja-JP" sz="2000" dirty="0" smtClean="0"/>
              <a:t>/</a:t>
            </a:r>
            <a:r>
              <a:rPr lang="en-US" altLang="ja-JP" sz="2000" dirty="0" err="1" smtClean="0"/>
              <a:t>flo</a:t>
            </a:r>
            <a:r>
              <a:rPr lang="en-US" altLang="ja-JP" sz="2000" dirty="0" smtClean="0"/>
              <a:t>-kernel/kernel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49252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Permission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ndroid/device/</a:t>
            </a:r>
            <a:r>
              <a:rPr lang="en-US" dirty="0" err="1" smtClean="0"/>
              <a:t>asus</a:t>
            </a:r>
            <a:r>
              <a:rPr lang="en-US" dirty="0" smtClean="0"/>
              <a:t>/</a:t>
            </a:r>
            <a:r>
              <a:rPr lang="en-US" dirty="0" err="1" smtClean="0"/>
              <a:t>flo</a:t>
            </a:r>
            <a:r>
              <a:rPr lang="en-US" dirty="0" smtClean="0"/>
              <a:t>/</a:t>
            </a:r>
            <a:r>
              <a:rPr lang="en-US" dirty="0" err="1" smtClean="0"/>
              <a:t>ueventd.flo.rc</a:t>
            </a:r>
            <a:endParaRPr lang="en-US" dirty="0" smtClean="0"/>
          </a:p>
          <a:p>
            <a:pPr lvl="1"/>
            <a:r>
              <a:rPr lang="en-US" dirty="0" smtClean="0"/>
              <a:t>Change “/</a:t>
            </a:r>
            <a:r>
              <a:rPr lang="en-US" dirty="0" err="1" smtClean="0"/>
              <a:t>dev</a:t>
            </a:r>
            <a:r>
              <a:rPr lang="en-US" dirty="0" smtClean="0"/>
              <a:t>/video*” Permission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292268"/>
            <a:ext cx="6801633" cy="2004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dev</a:t>
            </a:r>
            <a:r>
              <a:rPr lang="en-US" altLang="ja-JP" dirty="0"/>
              <a:t>/video*               </a:t>
            </a:r>
            <a:r>
              <a:rPr lang="en-US" altLang="ja-JP" dirty="0" smtClean="0"/>
              <a:t>066</a:t>
            </a:r>
            <a:r>
              <a:rPr lang="en-US" altLang="ja-JP" dirty="0" smtClean="0">
                <a:solidFill>
                  <a:srgbClr val="FF0000"/>
                </a:solidFill>
              </a:rPr>
              <a:t>6</a:t>
            </a:r>
            <a:r>
              <a:rPr lang="en-US" altLang="ja-JP" dirty="0" smtClean="0"/>
              <a:t>   </a:t>
            </a:r>
            <a:r>
              <a:rPr lang="en-US" altLang="ja-JP" dirty="0"/>
              <a:t>system     camera</a:t>
            </a:r>
          </a:p>
        </p:txBody>
      </p:sp>
    </p:spTree>
    <p:extLst>
      <p:ext uri="{BB962C8B-B14F-4D97-AF65-F5344CB8AC3E}">
        <p14:creationId xmlns:p14="http://schemas.microsoft.com/office/powerpoint/2010/main" val="399780922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Re-Make </a:t>
            </a:r>
            <a:r>
              <a:rPr lang="en-US" altLang="ja-JP" dirty="0"/>
              <a:t>OTA </a:t>
            </a:r>
            <a:r>
              <a:rPr lang="en-US" altLang="ja-JP" dirty="0" smtClean="0"/>
              <a:t>image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Re-Make OTA image</a:t>
            </a:r>
          </a:p>
          <a:p>
            <a:pPr lvl="1"/>
            <a:r>
              <a:rPr kumimoji="1" lang="en-US" altLang="ja-JP" dirty="0" smtClean="0"/>
              <a:t>Require “clean”, because “</a:t>
            </a:r>
            <a:r>
              <a:rPr kumimoji="1" lang="en-US" altLang="ja-JP" dirty="0" err="1" smtClean="0"/>
              <a:t>init.</a:t>
            </a:r>
            <a:r>
              <a:rPr kumimoji="1" lang="en-US" altLang="ja-JP" dirty="0" smtClean="0"/>
              <a:t>*” doesn’t update.</a:t>
            </a:r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r>
              <a:rPr lang="en-US" altLang="ja-JP" dirty="0" smtClean="0"/>
              <a:t>This </a:t>
            </a:r>
            <a:r>
              <a:rPr lang="en-US" altLang="ja-JP" dirty="0"/>
              <a:t>file name is </a:t>
            </a:r>
            <a:endParaRPr lang="en-US" altLang="ja-JP" dirty="0" smtClean="0"/>
          </a:p>
          <a:p>
            <a:pPr lvl="2"/>
            <a:r>
              <a:rPr lang="en-US" altLang="ja-JP" dirty="0" err="1" smtClean="0"/>
              <a:t>aosp_flo-ota-eng</a:t>
            </a:r>
            <a:r>
              <a:rPr lang="en-US" altLang="ja-JP" dirty="0" smtClean="0"/>
              <a:t>.[your Linux’s User name].zip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292268"/>
            <a:ext cx="6801633" cy="2004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</a:t>
            </a:r>
            <a:r>
              <a:rPr lang="en-US" altLang="ja-JP" dirty="0"/>
              <a:t>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</a:t>
            </a:r>
            <a:r>
              <a:rPr lang="en-US" altLang="ja-JP" dirty="0" err="1" smtClean="0"/>
              <a:t>aosp_flo</a:t>
            </a:r>
            <a:r>
              <a:rPr lang="en-US" altLang="ja-JP" dirty="0" smtClean="0"/>
              <a:t>-user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>
                <a:solidFill>
                  <a:srgbClr val="FF0000"/>
                </a:solidFill>
              </a:rPr>
              <a:t>m</a:t>
            </a:r>
            <a:r>
              <a:rPr lang="en-US" altLang="ja-JP" dirty="0" smtClean="0">
                <a:solidFill>
                  <a:srgbClr val="FF0000"/>
                </a:solidFill>
              </a:rPr>
              <a:t>ake clean</a:t>
            </a:r>
            <a:endParaRPr lang="en-US" altLang="ja-JP" dirty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otapackage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023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Build </a:t>
            </a:r>
            <a:r>
              <a:rPr lang="en-US" altLang="ja-JP" sz="3600" dirty="0" err="1" smtClean="0"/>
              <a:t>OpenCV</a:t>
            </a:r>
            <a:r>
              <a:rPr lang="en-US" altLang="ja-JP" sz="3600" dirty="0" smtClean="0"/>
              <a:t> for </a:t>
            </a:r>
            <a:r>
              <a:rPr lang="en-US" altLang="ja-JP" sz="4400" dirty="0"/>
              <a:t>V4L</a:t>
            </a:r>
          </a:p>
          <a:p>
            <a:pPr marL="0" indent="0" algn="ctr">
              <a:buNone/>
            </a:pPr>
            <a:r>
              <a:rPr lang="en-US" altLang="ja-JP" sz="3200" dirty="0"/>
              <a:t>Almost Same in “for Android</a:t>
            </a:r>
            <a:r>
              <a:rPr lang="en-US" altLang="ja-JP" sz="3200" dirty="0" smtClean="0"/>
              <a:t>”</a:t>
            </a:r>
          </a:p>
          <a:p>
            <a:pPr marL="0" indent="0" algn="ctr">
              <a:buNone/>
            </a:pPr>
            <a:r>
              <a:rPr lang="en-US" altLang="ja-JP" sz="3200" dirty="0"/>
              <a:t>Same Pages are Gray Out</a:t>
            </a:r>
            <a:endParaRPr lang="ja-JP" altLang="en-US" sz="3200" dirty="0"/>
          </a:p>
          <a:p>
            <a:pPr marL="0" indent="0" algn="ctr">
              <a:buNone/>
            </a:pP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6242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  <a:r>
              <a:rPr lang="en-US" dirty="0" err="1" smtClean="0"/>
              <a:t>OpenCV</a:t>
            </a:r>
            <a:r>
              <a:rPr lang="en-US" dirty="0" smtClean="0"/>
              <a:t> &amp; NDK tool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124744"/>
            <a:ext cx="6801633" cy="17281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wget https://github.com/Itseez/opencv/archive/2.4.7.tar.gz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tar zxfv 2.4.7.tar.gz</a:t>
            </a:r>
            <a:endParaRPr lang="sv-SE" altLang="ja-JP" dirty="0" smtClean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2996952"/>
            <a:ext cx="6801633" cy="3758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mkdir ~/android/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cd ~/android/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wget http://dl.google.com/android/android-sdk_r22.3-linux.tgz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wget http://dl.google.com/android/ndk/android-ndk-r8e-linux-x86_64.tar.bz2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tar zxfv android-sdk_r22.3-linux.tgz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tar jxfv android-ndk-r8e-linux-x86_64.tar.bz2</a:t>
            </a:r>
            <a:endParaRPr lang="sv-SE" altLang="ja-JP" dirty="0" smtClean="0"/>
          </a:p>
        </p:txBody>
      </p:sp>
      <p:sp>
        <p:nvSpPr>
          <p:cNvPr id="3" name="Rectangle 2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53155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Setup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Android Source Code directory.</a:t>
            </a:r>
            <a:endParaRPr lang="en-US" dirty="0"/>
          </a:p>
          <a:p>
            <a:pPr lvl="1"/>
            <a:r>
              <a:rPr lang="sv-SE" altLang="ja-JP" dirty="0"/>
              <a:t>~/opencv-2.4.7/platforms/scripts/cmake_android_service.sh</a:t>
            </a:r>
          </a:p>
          <a:p>
            <a:pPr lvl="2"/>
            <a:r>
              <a:rPr lang="en-US" dirty="0"/>
              <a:t>-DANDROID_SOURCE_TREE=~/</a:t>
            </a:r>
            <a:r>
              <a:rPr lang="en-US" dirty="0" err="1"/>
              <a:t>nexus_work</a:t>
            </a:r>
            <a:r>
              <a:rPr lang="en-US" dirty="0"/>
              <a:t>/android/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384120" y="3068960"/>
            <a:ext cx="6801633" cy="2620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cmake -DCMAKE_TOOLCHAIN_FILE=../android/android.toolchain.cmake -DANDROID_TOOLCHAIN_NAME="arm-linux-androideabi-4.4.3" -DANDROID_STL=stlport_static -DANDROID_STL_FORCE_FEATURES=OFF -DBUILD_ANDROID_SERVICE=ON </a:t>
            </a:r>
            <a:r>
              <a:rPr lang="sv-SE" altLang="ja-JP" sz="1800" dirty="0">
                <a:solidFill>
                  <a:srgbClr val="FF0000"/>
                </a:solidFill>
              </a:rPr>
              <a:t>-DANDROID_SOURCE_TREE=~/Projects/AndroidSource/ServiceStub/ </a:t>
            </a:r>
            <a:r>
              <a:rPr lang="sv-SE" altLang="ja-JP" sz="1800" dirty="0"/>
              <a:t>$@ ../..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48480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Path to SDK/NDK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844824"/>
            <a:ext cx="6801633" cy="1540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export ANDROID_NDK=~/android/android-ndk-r8e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export ANDROID_SDK=~/android/android-sdk-linux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463248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Version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 “</a:t>
            </a:r>
            <a:r>
              <a:rPr lang="en-US" dirty="0" err="1" smtClean="0"/>
              <a:t>AndroidCamera</a:t>
            </a:r>
            <a:r>
              <a:rPr lang="en-US" dirty="0" smtClean="0"/>
              <a:t>” </a:t>
            </a:r>
            <a:r>
              <a:rPr lang="en-US" dirty="0" err="1" smtClean="0"/>
              <a:t>Func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Edit Version Number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844824"/>
            <a:ext cx="6801633" cy="20882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cp -v ~/nexus_work/android/development/sdk/platform_source.prop_template ~/nexus_work/android/development/sdk/platform_source.properties</a:t>
            </a:r>
          </a:p>
        </p:txBody>
      </p:sp>
      <p:sp>
        <p:nvSpPr>
          <p:cNvPr id="5" name="正方形/長方形 6"/>
          <p:cNvSpPr/>
          <p:nvPr/>
        </p:nvSpPr>
        <p:spPr>
          <a:xfrm>
            <a:off x="1384120" y="4854820"/>
            <a:ext cx="6801633" cy="734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Platform.Version=</a:t>
            </a:r>
            <a:r>
              <a:rPr lang="sv-SE" altLang="ja-JP" dirty="0" smtClean="0">
                <a:solidFill>
                  <a:srgbClr val="FF0000"/>
                </a:solidFill>
              </a:rPr>
              <a:t>4.3.1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59402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some </a:t>
            </a:r>
            <a:r>
              <a:rPr lang="en-US" dirty="0" err="1"/>
              <a:t>haeder</a:t>
            </a:r>
            <a:r>
              <a:rPr lang="en-US" dirty="0"/>
              <a:t> </a:t>
            </a:r>
            <a:r>
              <a:rPr lang="en-US" dirty="0" smtClean="0"/>
              <a:t>files &amp; so Libs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 “</a:t>
            </a:r>
            <a:r>
              <a:rPr lang="en-US" dirty="0" err="1"/>
              <a:t>AndroidCamera</a:t>
            </a:r>
            <a:r>
              <a:rPr lang="en-US" dirty="0"/>
              <a:t>” </a:t>
            </a:r>
            <a:r>
              <a:rPr lang="en-US" dirty="0" err="1"/>
              <a:t>Func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816292"/>
            <a:ext cx="6801633" cy="11806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-aR ~/android/android-ndk-r8e/platforms/android-14/arch-arm/usr/include/EGL ~/opencv-2.4.7/modules/androidcamera/include/</a:t>
            </a:r>
            <a:endParaRPr lang="sv-SE" altLang="ja-JP" sz="1800" dirty="0" smtClean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3140968"/>
            <a:ext cx="6801633" cy="35297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-v ~/nexus_work/android/out/target/product/flo/system/lib/libbinder.so $(ANDROID_NDK)/platforms/android-8/arch-arm/usr/lib/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-v ~/nexus_work/android/out/target/product/flo/system/lib/libutils.so $(ANDROID_NDK)/platforms/android-8/arch-arm/usr/lib/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1800" dirty="0"/>
              <a:t>cp -v ~/nexus_work/android/out/target/product/flo/system/lib/libandroid_runtime.so $(ANDROID_NDK)/platforms/android-8/arch-arm/usr/lib/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932044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new Include File </a:t>
            </a:r>
            <a:r>
              <a:rPr lang="en-US" dirty="0" err="1" smtClean="0"/>
              <a:t>Dir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4.3’s Include File </a:t>
            </a:r>
            <a:r>
              <a:rPr lang="en-US" dirty="0" err="1" smtClean="0"/>
              <a:t>Dir</a:t>
            </a:r>
            <a:r>
              <a:rPr lang="en-US" dirty="0" smtClean="0"/>
              <a:t> was separated.</a:t>
            </a:r>
          </a:p>
          <a:p>
            <a:pPr lvl="1"/>
            <a:r>
              <a:rPr lang="en-US" dirty="0"/>
              <a:t>~/opencv-2.4.7/platforms/android/service/engine/CMakeLists.txt</a:t>
            </a:r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968420"/>
            <a:ext cx="6801633" cy="2260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sz="2000" dirty="0"/>
              <a:t>include_directories(SYSTEM "${ANDROID_SOURCE_TREE}/frameworks/base/include" "${ANDROID_SOURCE_TREE}/system/core/include") </a:t>
            </a:r>
            <a:r>
              <a:rPr lang="sv-SE" altLang="ja-JP" sz="2000" dirty="0">
                <a:solidFill>
                  <a:srgbClr val="FF0000"/>
                </a:solidFill>
              </a:rPr>
              <a:t>"${ANDROID_SOURCE_TREE}/frameworks/native/include/"</a:t>
            </a:r>
            <a:endParaRPr lang="sv-SE" altLang="ja-JP" sz="2000" dirty="0" smtClean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285646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"</a:t>
            </a:r>
            <a:r>
              <a:rPr lang="en-US" dirty="0" err="1" smtClean="0"/>
              <a:t>DetectTegra</a:t>
            </a:r>
            <a:r>
              <a:rPr lang="en-US" dirty="0" smtClean="0"/>
              <a:t>“ </a:t>
            </a:r>
            <a:r>
              <a:rPr lang="en-US" dirty="0" err="1" smtClean="0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Android </a:t>
            </a:r>
            <a:r>
              <a:rPr lang="en-US" dirty="0"/>
              <a:t>System doesn't have </a:t>
            </a:r>
            <a:r>
              <a:rPr lang="en-US" dirty="0" smtClean="0"/>
              <a:t>"</a:t>
            </a:r>
            <a:r>
              <a:rPr lang="en-US" dirty="0" err="1" smtClean="0"/>
              <a:t>Tegra</a:t>
            </a:r>
            <a:r>
              <a:rPr lang="en-US" dirty="0" smtClean="0"/>
              <a:t>“.</a:t>
            </a:r>
            <a:endParaRPr lang="en-US" dirty="0"/>
          </a:p>
          <a:p>
            <a:pPr lvl="1"/>
            <a:r>
              <a:rPr lang="en-US" dirty="0"/>
              <a:t>~/opencv-2.4.7/platforms/android/service/engine/</a:t>
            </a:r>
            <a:r>
              <a:rPr lang="en-US" dirty="0" err="1"/>
              <a:t>jni</a:t>
            </a:r>
            <a:r>
              <a:rPr lang="en-US" dirty="0"/>
              <a:t>/</a:t>
            </a:r>
            <a:r>
              <a:rPr lang="en-US" dirty="0" err="1"/>
              <a:t>BinderComponent</a:t>
            </a:r>
            <a:r>
              <a:rPr lang="en-US" dirty="0"/>
              <a:t>/</a:t>
            </a:r>
            <a:r>
              <a:rPr lang="en-US" dirty="0" err="1"/>
              <a:t>TegraDetector.h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968420"/>
            <a:ext cx="6801633" cy="1540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int DetectTegra(){};</a:t>
            </a:r>
          </a:p>
          <a:p>
            <a:pPr lvl="3"/>
            <a:r>
              <a:rPr lang="ja-JP" altLang="en-US" dirty="0" smtClean="0"/>
              <a:t>　　　↓</a:t>
            </a:r>
            <a:endParaRPr lang="sv-SE" altLang="ja-JP" dirty="0"/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int DetectTegra(){</a:t>
            </a:r>
            <a:r>
              <a:rPr lang="sv-SE" altLang="ja-JP" dirty="0">
                <a:solidFill>
                  <a:srgbClr val="FF0000"/>
                </a:solidFill>
              </a:rPr>
              <a:t>return NOT_TEGRA;</a:t>
            </a:r>
            <a:r>
              <a:rPr lang="sv-SE" altLang="ja-JP" dirty="0"/>
              <a:t>};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980167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Make Define Log </a:t>
            </a:r>
            <a:r>
              <a:rPr lang="en-US" altLang="ja-JP" dirty="0" err="1" smtClean="0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Logging System was Changed…</a:t>
            </a:r>
          </a:p>
          <a:p>
            <a:pPr lvl="1"/>
            <a:r>
              <a:rPr lang="en-US" dirty="0" smtClean="0"/>
              <a:t>Make 『</a:t>
            </a:r>
            <a:r>
              <a:rPr lang="en-US" dirty="0" err="1" smtClean="0"/>
              <a:t>FakeLog.h</a:t>
            </a:r>
            <a:r>
              <a:rPr lang="en-US" dirty="0" smtClean="0"/>
              <a:t>』 file</a:t>
            </a:r>
          </a:p>
          <a:p>
            <a:pPr lvl="2"/>
            <a:r>
              <a:rPr lang="en-US" dirty="0"/>
              <a:t>~/opencv-2.4.7/platform/android/service/engine/</a:t>
            </a:r>
            <a:r>
              <a:rPr lang="en-US" dirty="0" err="1"/>
              <a:t>jni</a:t>
            </a:r>
            <a:r>
              <a:rPr lang="en-US" dirty="0"/>
              <a:t>/include/</a:t>
            </a:r>
          </a:p>
          <a:p>
            <a:pPr lvl="1"/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924944"/>
            <a:ext cx="6801633" cy="24768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#ifndef __FAKE_LOG_H__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__FAKE_LOG_H__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LOGD ALOGD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LOGI ALOGI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#define LOGE ALOGE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#endif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51175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Fake Log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~/opencv-2.4.7/platform/android/service/engine/</a:t>
            </a:r>
            <a:r>
              <a:rPr lang="en-US" dirty="0" err="1" smtClean="0"/>
              <a:t>jni</a:t>
            </a:r>
            <a:r>
              <a:rPr lang="en-US" dirty="0" smtClean="0"/>
              <a:t>/</a:t>
            </a:r>
          </a:p>
          <a:p>
            <a:pPr lvl="2"/>
            <a:r>
              <a:rPr lang="en-US" dirty="0" err="1" smtClean="0"/>
              <a:t>BinderComponent</a:t>
            </a:r>
            <a:r>
              <a:rPr lang="en-US" dirty="0" smtClean="0"/>
              <a:t>/</a:t>
            </a:r>
            <a:r>
              <a:rPr lang="en-US" dirty="0" err="1" smtClean="0"/>
              <a:t>BnOpenCVEngine.h</a:t>
            </a:r>
            <a:r>
              <a:rPr lang="en-US" dirty="0" smtClean="0"/>
              <a:t> </a:t>
            </a:r>
            <a:endParaRPr lang="en-US" dirty="0"/>
          </a:p>
          <a:p>
            <a:pPr lvl="2"/>
            <a:r>
              <a:rPr lang="en-US" dirty="0" err="1"/>
              <a:t>BinderComponent</a:t>
            </a:r>
            <a:r>
              <a:rPr lang="en-US" dirty="0"/>
              <a:t>/</a:t>
            </a:r>
            <a:r>
              <a:rPr lang="en-US" dirty="0" err="1"/>
              <a:t>HardwareDetector.h</a:t>
            </a:r>
            <a:endParaRPr lang="en-US" dirty="0"/>
          </a:p>
          <a:p>
            <a:pPr lvl="2"/>
            <a:r>
              <a:rPr lang="en-US" dirty="0" err="1"/>
              <a:t>JNIWrapper</a:t>
            </a:r>
            <a:r>
              <a:rPr lang="en-US" dirty="0"/>
              <a:t>/</a:t>
            </a:r>
            <a:r>
              <a:rPr lang="en-US" dirty="0" err="1"/>
              <a:t>JavaBasedPackageManager.h</a:t>
            </a:r>
            <a:endParaRPr lang="en-US" dirty="0"/>
          </a:p>
          <a:p>
            <a:pPr lvl="2"/>
            <a:r>
              <a:rPr lang="en-US" dirty="0" err="1"/>
              <a:t>JNIWrapper</a:t>
            </a:r>
            <a:r>
              <a:rPr lang="en-US" dirty="0"/>
              <a:t>/</a:t>
            </a:r>
            <a:r>
              <a:rPr lang="en-US" dirty="0" err="1"/>
              <a:t>OpenCVLibraryInfo.h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356992"/>
            <a:ext cx="6801633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#include "FakeLog.h"</a:t>
            </a:r>
            <a:endParaRPr lang="sv-SE" altLang="ja-JP" dirty="0" smtClean="0"/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294299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 Out </a:t>
            </a:r>
            <a:r>
              <a:rPr lang="en-US" dirty="0" err="1" smtClean="0"/>
              <a:t>AndroidCamera</a:t>
            </a:r>
            <a:r>
              <a:rPr lang="en-US" dirty="0" smtClean="0"/>
              <a:t>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for Android </a:t>
            </a:r>
            <a:r>
              <a:rPr lang="en-US" dirty="0" smtClean="0">
                <a:solidFill>
                  <a:srgbClr val="FF0000"/>
                </a:solidFill>
              </a:rPr>
              <a:t>ONLY</a:t>
            </a:r>
            <a:r>
              <a:rPr lang="en-US" dirty="0" smtClean="0"/>
              <a:t> use </a:t>
            </a:r>
            <a:r>
              <a:rPr lang="en-US" dirty="0" err="1" smtClean="0"/>
              <a:t>AndroidCamera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~/opencv-2.4.7/modules/</a:t>
            </a:r>
            <a:r>
              <a:rPr lang="en-US" dirty="0" err="1" smtClean="0"/>
              <a:t>highgui</a:t>
            </a:r>
            <a:r>
              <a:rPr lang="en-US" dirty="0" smtClean="0"/>
              <a:t>/CMakeLists.txt</a:t>
            </a:r>
          </a:p>
          <a:p>
            <a:pPr lvl="2"/>
            <a:r>
              <a:rPr lang="en-US" altLang="ja-JP" dirty="0" smtClean="0"/>
              <a:t>Change: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Delete: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403648" y="2636912"/>
            <a:ext cx="6801633" cy="17281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 smtClean="0"/>
              <a:t>ocv_add_module(highgui </a:t>
            </a:r>
            <a:r>
              <a:rPr lang="sv-SE" altLang="ja-JP" dirty="0"/>
              <a:t>opencv_imgproc OPTIONAL opencv_androidcamera</a:t>
            </a:r>
            <a:r>
              <a:rPr lang="sv-SE" altLang="ja-JP" dirty="0" smtClean="0"/>
              <a:t>)</a:t>
            </a:r>
          </a:p>
          <a:p>
            <a:pPr lvl="1"/>
            <a:r>
              <a:rPr lang="sv-SE" altLang="ja-JP" dirty="0"/>
              <a:t>	</a:t>
            </a:r>
            <a:r>
              <a:rPr lang="sv-SE" altLang="ja-JP" dirty="0" smtClean="0"/>
              <a:t>		</a:t>
            </a:r>
            <a:r>
              <a:rPr lang="ja-JP" altLang="en-US" dirty="0" smtClean="0"/>
              <a:t>↓</a:t>
            </a:r>
            <a:endParaRPr lang="sv-SE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 smtClean="0"/>
              <a:t>ocv_add_module(highgui </a:t>
            </a:r>
            <a:r>
              <a:rPr lang="sv-SE" altLang="ja-JP" dirty="0"/>
              <a:t>opencv_imgproc)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5085184"/>
            <a:ext cx="6801633" cy="1224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list(APPEND highgui_srcs src/cap_android.cpp)</a:t>
            </a:r>
          </a:p>
        </p:txBody>
      </p:sp>
    </p:spTree>
    <p:extLst>
      <p:ext uri="{BB962C8B-B14F-4D97-AF65-F5344CB8AC3E}">
        <p14:creationId xmlns:p14="http://schemas.microsoft.com/office/powerpoint/2010/main" val="9379334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 Out </a:t>
            </a:r>
            <a:r>
              <a:rPr lang="en-US" dirty="0" err="1" smtClean="0"/>
              <a:t>AndroidCamera</a:t>
            </a:r>
            <a:r>
              <a:rPr lang="en-US" dirty="0" smtClean="0"/>
              <a:t> 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for Android </a:t>
            </a:r>
            <a:r>
              <a:rPr lang="en-US" dirty="0" smtClean="0">
                <a:solidFill>
                  <a:srgbClr val="FF0000"/>
                </a:solidFill>
              </a:rPr>
              <a:t>ONLY</a:t>
            </a:r>
            <a:r>
              <a:rPr lang="en-US" dirty="0" smtClean="0"/>
              <a:t> use </a:t>
            </a:r>
            <a:r>
              <a:rPr lang="en-US" dirty="0" err="1" smtClean="0"/>
              <a:t>AndroidCamera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~/</a:t>
            </a:r>
            <a:r>
              <a:rPr lang="en-US" dirty="0" smtClean="0"/>
              <a:t>opencv-2.4.7/modules/</a:t>
            </a:r>
            <a:r>
              <a:rPr lang="en-US" dirty="0" err="1" smtClean="0"/>
              <a:t>androidcamera</a:t>
            </a:r>
            <a:r>
              <a:rPr lang="en-US" dirty="0" smtClean="0"/>
              <a:t>/CMakeLists.txt</a:t>
            </a:r>
          </a:p>
          <a:p>
            <a:pPr lvl="2"/>
            <a:r>
              <a:rPr lang="en-US" dirty="0" smtClean="0"/>
              <a:t>Delete:</a:t>
            </a:r>
          </a:p>
        </p:txBody>
      </p:sp>
      <p:sp>
        <p:nvSpPr>
          <p:cNvPr id="4" name="正方形/長方形 6"/>
          <p:cNvSpPr/>
          <p:nvPr/>
        </p:nvSpPr>
        <p:spPr>
          <a:xfrm>
            <a:off x="1403648" y="2996952"/>
            <a:ext cx="6801633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ocv_module_disable(androidcamera)</a:t>
            </a:r>
          </a:p>
        </p:txBody>
      </p:sp>
    </p:spTree>
    <p:extLst>
      <p:ext uri="{BB962C8B-B14F-4D97-AF65-F5344CB8AC3E}">
        <p14:creationId xmlns:p14="http://schemas.microsoft.com/office/powerpoint/2010/main" val="63727445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 in V4L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Enabel</a:t>
            </a:r>
            <a:r>
              <a:rPr lang="en-US" dirty="0" smtClean="0"/>
              <a:t> V4L in </a:t>
            </a:r>
            <a:r>
              <a:rPr lang="en-US" dirty="0" err="1" smtClean="0"/>
              <a:t>highgui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~/</a:t>
            </a:r>
            <a:r>
              <a:rPr lang="en-US" dirty="0" smtClean="0"/>
              <a:t>opencv-2.4.7/modules/</a:t>
            </a:r>
            <a:r>
              <a:rPr lang="en-US" dirty="0" err="1" smtClean="0"/>
              <a:t>highgui</a:t>
            </a:r>
            <a:r>
              <a:rPr lang="en-US" dirty="0" smtClean="0"/>
              <a:t>/CMakeLists.txt</a:t>
            </a:r>
          </a:p>
          <a:p>
            <a:pPr lvl="2"/>
            <a:r>
              <a:rPr lang="en-US" altLang="ja-JP" dirty="0" smtClean="0"/>
              <a:t>Add: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1"/>
            <a:r>
              <a:rPr lang="en-US" dirty="0"/>
              <a:t>~/</a:t>
            </a:r>
            <a:r>
              <a:rPr lang="en-US" dirty="0" smtClean="0"/>
              <a:t>opencv-2.4.7/modules/</a:t>
            </a:r>
            <a:r>
              <a:rPr lang="en-US" dirty="0" err="1" smtClean="0"/>
              <a:t>highgui</a:t>
            </a:r>
            <a:r>
              <a:rPr lang="en-US" dirty="0" smtClean="0"/>
              <a:t>/</a:t>
            </a:r>
            <a:r>
              <a:rPr lang="en-US" dirty="0" err="1" smtClean="0"/>
              <a:t>src</a:t>
            </a:r>
            <a:r>
              <a:rPr lang="en-US" dirty="0" smtClean="0"/>
              <a:t>/cap.cpp</a:t>
            </a:r>
          </a:p>
          <a:p>
            <a:pPr lvl="2"/>
            <a:r>
              <a:rPr lang="en-US" dirty="0" smtClean="0"/>
              <a:t>Add in </a:t>
            </a:r>
            <a:r>
              <a:rPr lang="en-US" dirty="0"/>
              <a:t>under </a:t>
            </a:r>
            <a:r>
              <a:rPr lang="en-US" dirty="0" smtClean="0"/>
              <a:t>Functions:</a:t>
            </a:r>
          </a:p>
          <a:p>
            <a:pPr marL="914400" lvl="2" indent="0">
              <a:buNone/>
            </a:pPr>
            <a:r>
              <a:rPr lang="en-US" dirty="0" smtClean="0"/>
              <a:t>“</a:t>
            </a:r>
            <a:r>
              <a:rPr lang="en-US" dirty="0"/>
              <a:t>CV_IMPL </a:t>
            </a:r>
            <a:r>
              <a:rPr lang="en-US" dirty="0" err="1"/>
              <a:t>CvCapture</a:t>
            </a:r>
            <a:r>
              <a:rPr lang="en-US" dirty="0"/>
              <a:t> * </a:t>
            </a:r>
            <a:r>
              <a:rPr lang="en-US" dirty="0" err="1"/>
              <a:t>cvCreateCameraCapture</a:t>
            </a:r>
            <a:r>
              <a:rPr lang="en-US" dirty="0"/>
              <a:t> (</a:t>
            </a:r>
            <a:r>
              <a:rPr lang="en-US" dirty="0" err="1"/>
              <a:t>int</a:t>
            </a:r>
            <a:r>
              <a:rPr lang="en-US" dirty="0"/>
              <a:t> index</a:t>
            </a:r>
            <a:r>
              <a:rPr lang="en-US" dirty="0" smtClean="0"/>
              <a:t>)”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2492896"/>
            <a:ext cx="6801633" cy="936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list(APPEND highgui_srcs src/cap_libv4l.cpp)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list(APPEND highgui_srcs src/cap_v4l.cpp)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5085184"/>
            <a:ext cx="6801633" cy="936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return cvCreateCameraCapture_V4L (index);</a:t>
            </a:r>
          </a:p>
        </p:txBody>
      </p:sp>
    </p:spTree>
    <p:extLst>
      <p:ext uri="{BB962C8B-B14F-4D97-AF65-F5344CB8AC3E}">
        <p14:creationId xmlns:p14="http://schemas.microsoft.com/office/powerpoint/2010/main" val="223737200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 in V4L 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-DWITH_V4L=ON doesn't work...</a:t>
            </a:r>
          </a:p>
          <a:p>
            <a:pPr lvl="1"/>
            <a:r>
              <a:rPr lang="en-US" dirty="0"/>
              <a:t>~/opencv-2.4.7/modules/</a:t>
            </a:r>
            <a:r>
              <a:rPr lang="en-US" dirty="0" err="1"/>
              <a:t>highgui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/cap.cpp</a:t>
            </a:r>
          </a:p>
          <a:p>
            <a:pPr lvl="1"/>
            <a:r>
              <a:rPr lang="en-US" dirty="0"/>
              <a:t>~/opencv-2.4.7/modules/</a:t>
            </a:r>
            <a:r>
              <a:rPr lang="en-US" dirty="0" err="1"/>
              <a:t>highgui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/cap_libv4l.cpp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2780928"/>
            <a:ext cx="6801633" cy="13681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#define HAVE_CAMV4L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#define HAVE_CAMV4L2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#define HAVE_LIBV4L</a:t>
            </a:r>
            <a:endParaRPr lang="sv-SE" altLang="ja-JP" dirty="0"/>
          </a:p>
        </p:txBody>
      </p:sp>
    </p:spTree>
    <p:extLst>
      <p:ext uri="{BB962C8B-B14F-4D97-AF65-F5344CB8AC3E}">
        <p14:creationId xmlns:p14="http://schemas.microsoft.com/office/powerpoint/2010/main" val="94683426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V4L Header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1412776"/>
            <a:ext cx="6801633" cy="32403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-v /</a:t>
            </a:r>
            <a:r>
              <a:rPr lang="en-US" altLang="ja-JP" dirty="0" err="1"/>
              <a:t>usr</a:t>
            </a:r>
            <a:r>
              <a:rPr lang="en-US" altLang="ja-JP" dirty="0"/>
              <a:t>/include/libv4l1.h ~/opencv-2.4.7/modules/</a:t>
            </a:r>
            <a:r>
              <a:rPr lang="en-US" altLang="ja-JP" dirty="0" err="1"/>
              <a:t>highgui</a:t>
            </a:r>
            <a:r>
              <a:rPr lang="en-US" altLang="ja-JP" dirty="0"/>
              <a:t>/include/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-v /</a:t>
            </a:r>
            <a:r>
              <a:rPr lang="en-US" altLang="ja-JP" dirty="0" err="1"/>
              <a:t>usr</a:t>
            </a:r>
            <a:r>
              <a:rPr lang="en-US" altLang="ja-JP" dirty="0"/>
              <a:t>/include/libv4l2.h ~/opencv-2.4.7/modules/</a:t>
            </a:r>
            <a:r>
              <a:rPr lang="en-US" altLang="ja-JP" dirty="0" err="1"/>
              <a:t>highgui</a:t>
            </a:r>
            <a:r>
              <a:rPr lang="en-US" altLang="ja-JP" dirty="0"/>
              <a:t>/include/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-v /</a:t>
            </a:r>
            <a:r>
              <a:rPr lang="en-US" altLang="ja-JP" dirty="0" err="1"/>
              <a:t>usr</a:t>
            </a:r>
            <a:r>
              <a:rPr lang="en-US" altLang="ja-JP" dirty="0"/>
              <a:t>/include/libv4lconvert.h ~/opencv-2.4.7/modules/</a:t>
            </a:r>
            <a:r>
              <a:rPr lang="en-US" altLang="ja-JP" dirty="0" err="1"/>
              <a:t>highgui</a:t>
            </a:r>
            <a:r>
              <a:rPr lang="en-US" altLang="ja-JP" dirty="0"/>
              <a:t>/include/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-v /</a:t>
            </a:r>
            <a:r>
              <a:rPr lang="en-US" altLang="ja-JP" dirty="0" err="1"/>
              <a:t>usr</a:t>
            </a:r>
            <a:r>
              <a:rPr lang="en-US" altLang="ja-JP" dirty="0"/>
              <a:t>/include/libv4l1-videodev.h ~/opencv-2.4.7/modules/</a:t>
            </a:r>
            <a:r>
              <a:rPr lang="en-US" altLang="ja-JP" dirty="0" err="1"/>
              <a:t>highgui</a:t>
            </a:r>
            <a:r>
              <a:rPr lang="en-US" altLang="ja-JP" dirty="0"/>
              <a:t>/include/</a:t>
            </a:r>
            <a:endParaRPr lang="sv-SE" altLang="ja-JP" dirty="0"/>
          </a:p>
        </p:txBody>
      </p:sp>
    </p:spTree>
    <p:extLst>
      <p:ext uri="{BB962C8B-B14F-4D97-AF65-F5344CB8AC3E}">
        <p14:creationId xmlns:p14="http://schemas.microsoft.com/office/powerpoint/2010/main" val="33233873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Java 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Lib require </a:t>
            </a:r>
            <a:r>
              <a:rPr lang="en-US" dirty="0" err="1" smtClean="0"/>
              <a:t>AndroidCamera</a:t>
            </a:r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1844824"/>
            <a:ext cx="6801633" cy="11521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rm</a:t>
            </a:r>
            <a:r>
              <a:rPr lang="en-US" altLang="ja-JP" dirty="0"/>
              <a:t> -</a:t>
            </a:r>
            <a:r>
              <a:rPr lang="en-US" altLang="ja-JP" dirty="0" err="1"/>
              <a:t>fr</a:t>
            </a:r>
            <a:r>
              <a:rPr lang="en-US" altLang="ja-JP" dirty="0"/>
              <a:t> ~/opencv-2.4.7/modules/java/</a:t>
            </a:r>
          </a:p>
        </p:txBody>
      </p:sp>
    </p:spTree>
    <p:extLst>
      <p:ext uri="{BB962C8B-B14F-4D97-AF65-F5344CB8AC3E}">
        <p14:creationId xmlns:p14="http://schemas.microsoft.com/office/powerpoint/2010/main" val="376152990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Execute Auto </a:t>
            </a:r>
            <a:r>
              <a:rPr lang="en-US" dirty="0" err="1" smtClean="0"/>
              <a:t>Config</a:t>
            </a:r>
            <a:r>
              <a:rPr lang="en-US" dirty="0" smtClean="0"/>
              <a:t> &amp; make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Script make </a:t>
            </a:r>
            <a:r>
              <a:rPr lang="en-US" dirty="0" err="1" smtClean="0"/>
              <a:t>Makefile</a:t>
            </a:r>
            <a:r>
              <a:rPr lang="en-US" dirty="0" smtClean="0"/>
              <a:t> for </a:t>
            </a:r>
            <a:r>
              <a:rPr lang="en-US" dirty="0" err="1" smtClean="0"/>
              <a:t>OpenCV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 “~/opencv-2.4.7/platforms/scripts/</a:t>
            </a:r>
            <a:r>
              <a:rPr lang="en-US" dirty="0" err="1" smtClean="0"/>
              <a:t>build_android_service</a:t>
            </a:r>
            <a:r>
              <a:rPr lang="en-US" dirty="0" smtClean="0"/>
              <a:t>”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Make !!!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2608380"/>
            <a:ext cx="6801633" cy="10366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cd ~/opencv-2.4.7/platforms/scripts/</a:t>
            </a:r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./cmake_android_service.sh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370767" y="4797152"/>
            <a:ext cx="6801633" cy="15840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cd </a:t>
            </a:r>
            <a:r>
              <a:rPr lang="sv-SE" altLang="ja-JP" dirty="0" smtClean="0"/>
              <a:t>~/</a:t>
            </a:r>
            <a:r>
              <a:rPr lang="en-US" dirty="0" smtClean="0"/>
              <a:t>opencv-2.4.7/platforms/scripts/</a:t>
            </a:r>
            <a:r>
              <a:rPr lang="en-US" dirty="0" err="1" smtClean="0"/>
              <a:t>build_android_service</a:t>
            </a:r>
            <a:r>
              <a:rPr lang="sv-SE" altLang="ja-JP" dirty="0" smtClean="0"/>
              <a:t>/</a:t>
            </a:r>
            <a:endParaRPr lang="sv-SE" altLang="ja-JP" dirty="0"/>
          </a:p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make</a:t>
            </a:r>
            <a:endParaRPr lang="sv-SE" altLang="ja-JP" dirty="0"/>
          </a:p>
        </p:txBody>
      </p:sp>
      <p:sp>
        <p:nvSpPr>
          <p:cNvPr id="7" name="Rectangle 6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80364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are Made Files?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OpenCV</a:t>
            </a:r>
            <a:r>
              <a:rPr lang="en-US" dirty="0" smtClean="0"/>
              <a:t> Libs.</a:t>
            </a:r>
            <a:endParaRPr lang="en-US" dirty="0"/>
          </a:p>
          <a:p>
            <a:pPr lvl="1"/>
            <a:r>
              <a:rPr lang="en-US" dirty="0"/>
              <a:t>In “~/</a:t>
            </a:r>
            <a:r>
              <a:rPr lang="en-US" dirty="0" smtClean="0"/>
              <a:t>opencv-2.4.7/platforms/</a:t>
            </a:r>
            <a:r>
              <a:rPr lang="en-US" dirty="0" err="1" smtClean="0"/>
              <a:t>build_android_service</a:t>
            </a:r>
            <a:r>
              <a:rPr lang="en-US" dirty="0" smtClean="0"/>
              <a:t>/lib”</a:t>
            </a:r>
            <a:endParaRPr lang="en-US" dirty="0"/>
          </a:p>
          <a:p>
            <a:pPr lvl="2"/>
            <a:r>
              <a:rPr lang="en-US" dirty="0" err="1" smtClean="0"/>
              <a:t>highgui</a:t>
            </a:r>
            <a:endParaRPr lang="en-US" dirty="0" smtClean="0"/>
          </a:p>
          <a:p>
            <a:pPr lvl="2"/>
            <a:r>
              <a:rPr lang="en-US" dirty="0" smtClean="0"/>
              <a:t>core</a:t>
            </a:r>
          </a:p>
          <a:p>
            <a:pPr lvl="2"/>
            <a:r>
              <a:rPr lang="en-US" dirty="0" smtClean="0"/>
              <a:t>etc...</a:t>
            </a:r>
            <a:endParaRPr lang="en-US" dirty="0"/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Libs for </a:t>
            </a:r>
            <a:r>
              <a:rPr lang="en-US" dirty="0" err="1" smtClean="0"/>
              <a:t>OpenCV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In “~/</a:t>
            </a:r>
            <a:r>
              <a:rPr lang="en-US" dirty="0" smtClean="0"/>
              <a:t>opencv-2.4.7/platforms/</a:t>
            </a:r>
            <a:r>
              <a:rPr lang="en-US" dirty="0" err="1" smtClean="0"/>
              <a:t>build_android_service</a:t>
            </a:r>
            <a:r>
              <a:rPr lang="en-US" dirty="0" smtClean="0"/>
              <a:t>/3rdparty/lib”</a:t>
            </a:r>
            <a:endParaRPr lang="en-US" dirty="0"/>
          </a:p>
          <a:p>
            <a:pPr lvl="2"/>
            <a:r>
              <a:rPr lang="en-US" dirty="0" err="1"/>
              <a:t>libIlmImf</a:t>
            </a:r>
            <a:endParaRPr lang="en-US" dirty="0"/>
          </a:p>
          <a:p>
            <a:pPr lvl="2"/>
            <a:r>
              <a:rPr lang="en-US" dirty="0" err="1"/>
              <a:t>libjasper</a:t>
            </a:r>
            <a:endParaRPr lang="en-US" dirty="0"/>
          </a:p>
          <a:p>
            <a:pPr lvl="2"/>
            <a:r>
              <a:rPr lang="en-US" dirty="0" err="1"/>
              <a:t>libjpeg</a:t>
            </a:r>
            <a:endParaRPr lang="en-US" dirty="0"/>
          </a:p>
          <a:p>
            <a:pPr lvl="2"/>
            <a:r>
              <a:rPr lang="en-US" dirty="0" err="1"/>
              <a:t>libpng</a:t>
            </a:r>
            <a:endParaRPr lang="en-US" dirty="0"/>
          </a:p>
          <a:p>
            <a:pPr lvl="2"/>
            <a:r>
              <a:rPr lang="en-US" dirty="0" err="1"/>
              <a:t>libtiff</a:t>
            </a:r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Rectangle 3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70817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Use </a:t>
            </a:r>
            <a:r>
              <a:rPr lang="en-US" altLang="ja-JP" sz="3600" dirty="0" err="1" smtClean="0"/>
              <a:t>OpenCV</a:t>
            </a:r>
            <a:r>
              <a:rPr lang="en-US" altLang="ja-JP" sz="3600" dirty="0" smtClean="0"/>
              <a:t> for V4L</a:t>
            </a:r>
          </a:p>
          <a:p>
            <a:pPr marL="0" indent="0" algn="ctr">
              <a:buNone/>
            </a:pPr>
            <a:r>
              <a:rPr kumimoji="1" lang="en-US" altLang="ja-JP" dirty="0" smtClean="0"/>
              <a:t>Almost Same in “for Android”</a:t>
            </a:r>
          </a:p>
          <a:p>
            <a:pPr marL="0" indent="0" algn="ctr">
              <a:buNone/>
            </a:pPr>
            <a:r>
              <a:rPr lang="en-US" altLang="ja-JP" dirty="0" smtClean="0"/>
              <a:t>Same Pages are Gray Out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972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NativeActivity</a:t>
            </a:r>
            <a:r>
              <a:rPr lang="en-US" dirty="0" smtClean="0"/>
              <a:t> of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Sample uses Only C/C++ Code.</a:t>
            </a:r>
          </a:p>
          <a:p>
            <a:pPr lvl="1"/>
            <a:r>
              <a:rPr lang="en-US" dirty="0" smtClean="0"/>
              <a:t>~/opencv-2.4.7/samples/android/native-activity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Structure of </a:t>
            </a:r>
            <a:r>
              <a:rPr lang="en-US" altLang="ja-JP" dirty="0" err="1" smtClean="0"/>
              <a:t>NativeActivity</a:t>
            </a:r>
            <a:endParaRPr lang="en-US" altLang="ja-JP" dirty="0"/>
          </a:p>
          <a:p>
            <a:pPr lvl="1"/>
            <a:r>
              <a:rPr lang="en-US" altLang="ja-JP" dirty="0" smtClean="0"/>
              <a:t>AndroidManifest.xml</a:t>
            </a:r>
            <a:r>
              <a:rPr lang="ja-JP" altLang="en-US" dirty="0" smtClean="0"/>
              <a:t> </a:t>
            </a:r>
            <a:r>
              <a:rPr lang="en-US" altLang="ja-JP" dirty="0" smtClean="0"/>
              <a:t>&lt;- Property File for Android</a:t>
            </a:r>
            <a:endParaRPr lang="ja-JP" altLang="en-US" dirty="0"/>
          </a:p>
          <a:p>
            <a:pPr lvl="1"/>
            <a:r>
              <a:rPr lang="en-US" altLang="ja-JP" dirty="0"/>
              <a:t>r</a:t>
            </a:r>
            <a:r>
              <a:rPr lang="en-US" altLang="ja-JP" dirty="0" smtClean="0"/>
              <a:t>es</a:t>
            </a:r>
            <a:r>
              <a:rPr lang="ja-JP" altLang="en-US" dirty="0" smtClean="0"/>
              <a:t> </a:t>
            </a:r>
            <a:r>
              <a:rPr lang="en-US" altLang="ja-JP" dirty="0" smtClean="0"/>
              <a:t>&lt;- Directory that has Resource file(</a:t>
            </a:r>
            <a:r>
              <a:rPr lang="en-US" altLang="ja-JP" dirty="0" err="1" smtClean="0"/>
              <a:t>Image,Voice</a:t>
            </a:r>
            <a:r>
              <a:rPr lang="en-US" altLang="ja-JP" dirty="0" smtClean="0"/>
              <a:t>)</a:t>
            </a:r>
            <a:endParaRPr lang="ja-JP" altLang="en-US" dirty="0"/>
          </a:p>
          <a:p>
            <a:pPr lvl="1"/>
            <a:r>
              <a:rPr lang="en-US" altLang="ja-JP" dirty="0" err="1"/>
              <a:t>j</a:t>
            </a:r>
            <a:r>
              <a:rPr lang="en-US" altLang="ja-JP" dirty="0" err="1" smtClean="0"/>
              <a:t>ni</a:t>
            </a:r>
            <a:r>
              <a:rPr lang="ja-JP" altLang="en-US" dirty="0" smtClean="0"/>
              <a:t> </a:t>
            </a:r>
            <a:r>
              <a:rPr lang="en-US" altLang="ja-JP" dirty="0" smtClean="0"/>
              <a:t>&lt;- Directory that has files for NDK</a:t>
            </a:r>
            <a:endParaRPr lang="ja-JP" altLang="en-US" dirty="0"/>
          </a:p>
          <a:p>
            <a:pPr lvl="2"/>
            <a:r>
              <a:rPr lang="en-US" altLang="ja-JP" dirty="0" smtClean="0"/>
              <a:t>Android.mk</a:t>
            </a:r>
            <a:r>
              <a:rPr lang="ja-JP" altLang="en-US" dirty="0"/>
              <a:t> </a:t>
            </a:r>
            <a:r>
              <a:rPr lang="en-US" altLang="ja-JP" dirty="0" smtClean="0"/>
              <a:t>&lt;- make file of NDK</a:t>
            </a:r>
            <a:endParaRPr lang="ja-JP" altLang="en-US" dirty="0"/>
          </a:p>
          <a:p>
            <a:pPr lvl="2"/>
            <a:r>
              <a:rPr lang="en-US" altLang="ja-JP" dirty="0" smtClean="0"/>
              <a:t>Application.mk</a:t>
            </a:r>
            <a:r>
              <a:rPr lang="ja-JP" altLang="en-US" dirty="0"/>
              <a:t> </a:t>
            </a:r>
            <a:r>
              <a:rPr lang="en-US" altLang="ja-JP" dirty="0"/>
              <a:t>&lt;- </a:t>
            </a:r>
            <a:r>
              <a:rPr lang="en-US" altLang="ja-JP" dirty="0" smtClean="0"/>
              <a:t>property file of NDK</a:t>
            </a:r>
            <a:endParaRPr lang="ja-JP" altLang="en-US" dirty="0"/>
          </a:p>
          <a:p>
            <a:pPr lvl="2"/>
            <a:r>
              <a:rPr lang="en-US" altLang="ja-JP" dirty="0" smtClean="0"/>
              <a:t>native.cpp</a:t>
            </a:r>
            <a:r>
              <a:rPr lang="ja-JP" altLang="en-US" dirty="0"/>
              <a:t> </a:t>
            </a:r>
            <a:r>
              <a:rPr lang="en-US" altLang="ja-JP" dirty="0" smtClean="0"/>
              <a:t>&lt;- Sample App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Other Files/</a:t>
            </a:r>
            <a:r>
              <a:rPr lang="en-US" dirty="0" err="1" smtClean="0"/>
              <a:t>Dir</a:t>
            </a:r>
            <a:r>
              <a:rPr lang="en-US" dirty="0" smtClean="0"/>
              <a:t>, don’t use.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087212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AndroidManifest.xml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Replace “application” Section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628800"/>
            <a:ext cx="6801633" cy="51845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&lt;</a:t>
            </a:r>
            <a:r>
              <a:rPr lang="sv-SE" altLang="ja-JP" sz="1800" dirty="0"/>
              <a:t>application android:label="@string/app_name" android:hasCode="false"&gt;</a:t>
            </a:r>
          </a:p>
          <a:p>
            <a:pPr marL="914400" lvl="1" indent="-457200">
              <a:buFont typeface="+mj-lt"/>
              <a:buAutoNum type="arabicPeriod"/>
            </a:pPr>
            <a:endParaRPr lang="sv-SE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 smtClean="0"/>
              <a:t>&lt;</a:t>
            </a:r>
            <a:r>
              <a:rPr lang="sv-SE" altLang="ja-JP" sz="1800" dirty="0"/>
              <a:t>activity android:name="android.app.NativeActivity"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android:label="@string/app_name"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android:configChanges="orientation|keyboardHidden"&gt;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&lt;!-- Tell NativeActivity the name of or .so --&gt;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</a:t>
            </a:r>
            <a:r>
              <a:rPr lang="sv-SE" altLang="ja-JP" sz="1800" dirty="0">
                <a:solidFill>
                  <a:srgbClr val="FF0000"/>
                </a:solidFill>
              </a:rPr>
              <a:t>meta-data android:name="android.app.lib_name"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>
                <a:solidFill>
                  <a:srgbClr val="FF0000"/>
                </a:solidFill>
              </a:rPr>
              <a:t>                    android:value="native_activity"</a:t>
            </a:r>
            <a:r>
              <a:rPr lang="sv-SE" altLang="ja-JP" sz="1800" dirty="0"/>
              <a:t>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&lt;intent-filter&gt;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&lt;action android:name="android.intent.action.MAIN"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    &lt;category android:name="android.intent.category.LAUNCHER" /&gt;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    &lt;/intent-filter&gt;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    &lt;/activity&gt;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800" dirty="0"/>
              <a:t>    &lt;/application&gt;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772662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API Level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Permission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772816"/>
            <a:ext cx="6801633" cy="1656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&lt;!-- This is the platform API where </a:t>
            </a:r>
            <a:r>
              <a:rPr lang="en-US" altLang="ja-JP" dirty="0" err="1"/>
              <a:t>NativeActivity</a:t>
            </a:r>
            <a:r>
              <a:rPr lang="en-US" altLang="ja-JP" dirty="0"/>
              <a:t> was introduced. --&gt;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&lt;uses-</a:t>
            </a:r>
            <a:r>
              <a:rPr lang="en-US" altLang="ja-JP" dirty="0" err="1"/>
              <a:t>sdk</a:t>
            </a:r>
            <a:r>
              <a:rPr lang="en-US" altLang="ja-JP" dirty="0"/>
              <a:t> </a:t>
            </a:r>
            <a:r>
              <a:rPr lang="en-US" altLang="ja-JP" dirty="0" err="1"/>
              <a:t>android:minSdkVersion</a:t>
            </a:r>
            <a:r>
              <a:rPr lang="en-US" altLang="ja-JP" dirty="0" smtClean="0"/>
              <a:t>=“9" </a:t>
            </a:r>
            <a:r>
              <a:rPr lang="en-US" altLang="ja-JP" dirty="0"/>
              <a:t>/&gt;</a:t>
            </a:r>
            <a:endParaRPr lang="sv-SE" altLang="ja-JP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4293096"/>
            <a:ext cx="6801633" cy="1656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&lt;uses-permission </a:t>
            </a:r>
            <a:r>
              <a:rPr lang="en-US" altLang="ja-JP" dirty="0" err="1"/>
              <a:t>android:name</a:t>
            </a:r>
            <a:r>
              <a:rPr lang="en-US" altLang="ja-JP" dirty="0"/>
              <a:t>="</a:t>
            </a:r>
            <a:r>
              <a:rPr lang="en-US" altLang="ja-JP" dirty="0" err="1"/>
              <a:t>android.permission.CAMERA</a:t>
            </a:r>
            <a:r>
              <a:rPr lang="en-US" altLang="ja-JP" dirty="0"/>
              <a:t>"/&gt;</a:t>
            </a:r>
            <a:endParaRPr lang="sv-SE" altLang="ja-JP" dirty="0"/>
          </a:p>
        </p:txBody>
      </p:sp>
      <p:sp>
        <p:nvSpPr>
          <p:cNvPr id="7" name="Rectangle 6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04841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</a:t>
            </a:r>
            <a:r>
              <a:rPr lang="en-US" dirty="0" err="1" smtClean="0"/>
              <a:t>jni</a:t>
            </a:r>
            <a:r>
              <a:rPr lang="en-US" dirty="0" smtClean="0"/>
              <a:t>/Application.xml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STL Lib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API Level</a:t>
            </a:r>
          </a:p>
          <a:p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772816"/>
            <a:ext cx="6801633" cy="12961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APP_STL := </a:t>
            </a:r>
            <a:r>
              <a:rPr lang="en-US" altLang="ja-JP" dirty="0" err="1" smtClean="0"/>
              <a:t>gnustl_static</a:t>
            </a:r>
            <a:endParaRPr lang="en-US" altLang="ja-JP" dirty="0" smtClean="0"/>
          </a:p>
          <a:p>
            <a:pPr lvl="1"/>
            <a:r>
              <a:rPr lang="en-US" altLang="ja-JP" dirty="0"/>
              <a:t> </a:t>
            </a:r>
            <a:r>
              <a:rPr lang="en-US" altLang="ja-JP" dirty="0" smtClean="0"/>
              <a:t>                   </a:t>
            </a:r>
            <a:r>
              <a:rPr lang="ja-JP" altLang="en-US" dirty="0" smtClean="0"/>
              <a:t>↓</a:t>
            </a:r>
            <a:endParaRPr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APP_STL </a:t>
            </a:r>
            <a:r>
              <a:rPr lang="en-US" altLang="ja-JP" dirty="0"/>
              <a:t>:= </a:t>
            </a:r>
            <a:r>
              <a:rPr lang="en-US" altLang="ja-JP" dirty="0" err="1" smtClean="0"/>
              <a:t>stlport_static</a:t>
            </a:r>
            <a:endParaRPr lang="sv-SE" altLang="ja-JP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4293096"/>
            <a:ext cx="6801633" cy="936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APP_PLATFORM := android-9</a:t>
            </a:r>
            <a:endParaRPr lang="sv-SE" altLang="ja-JP" dirty="0"/>
          </a:p>
        </p:txBody>
      </p:sp>
      <p:sp>
        <p:nvSpPr>
          <p:cNvPr id="7" name="Rectangle 6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397055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1/8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</a:t>
            </a:r>
            <a:r>
              <a:rPr lang="en-US" dirty="0" err="1" smtClean="0"/>
              <a:t>OpenCV</a:t>
            </a:r>
            <a:r>
              <a:rPr lang="en-US" dirty="0" smtClean="0"/>
              <a:t> Libs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1772816"/>
            <a:ext cx="6801633" cy="6045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include ../../sdk/native/jni/OpenCV.mk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3400468"/>
            <a:ext cx="6801633" cy="19007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OPENCV_MODULES:=</a:t>
            </a:r>
            <a:r>
              <a:rPr lang="en-US" altLang="ja-JP" dirty="0" err="1"/>
              <a:t>contrib</a:t>
            </a:r>
            <a:r>
              <a:rPr lang="en-US" altLang="ja-JP" dirty="0"/>
              <a:t> legacy ml stitching </a:t>
            </a:r>
            <a:r>
              <a:rPr lang="en-US" altLang="ja-JP" dirty="0" err="1"/>
              <a:t>objdetect</a:t>
            </a:r>
            <a:r>
              <a:rPr lang="en-US" altLang="ja-JP" dirty="0"/>
              <a:t> </a:t>
            </a:r>
            <a:r>
              <a:rPr lang="en-US" altLang="ja-JP" dirty="0" err="1"/>
              <a:t>ts</a:t>
            </a:r>
            <a:r>
              <a:rPr lang="en-US" altLang="ja-JP" dirty="0"/>
              <a:t> </a:t>
            </a:r>
            <a:r>
              <a:rPr lang="en-US" altLang="ja-JP" dirty="0" err="1"/>
              <a:t>videostab</a:t>
            </a:r>
            <a:r>
              <a:rPr lang="en-US" altLang="ja-JP" dirty="0"/>
              <a:t> video photo calib3d features2d </a:t>
            </a:r>
            <a:r>
              <a:rPr lang="en-US" altLang="ja-JP" dirty="0" err="1"/>
              <a:t>highgui</a:t>
            </a:r>
            <a:r>
              <a:rPr lang="en-US" altLang="ja-JP" dirty="0"/>
              <a:t> </a:t>
            </a:r>
            <a:r>
              <a:rPr lang="en-US" altLang="ja-JP" dirty="0" err="1"/>
              <a:t>imgproc</a:t>
            </a:r>
            <a:r>
              <a:rPr lang="en-US" altLang="ja-JP" dirty="0"/>
              <a:t> </a:t>
            </a:r>
            <a:r>
              <a:rPr lang="en-US" altLang="ja-JP" dirty="0" err="1"/>
              <a:t>flann</a:t>
            </a:r>
            <a:r>
              <a:rPr lang="en-US" altLang="ja-JP" dirty="0"/>
              <a:t> </a:t>
            </a:r>
            <a:r>
              <a:rPr lang="en-US" altLang="ja-JP" dirty="0" smtClean="0"/>
              <a:t>core </a:t>
            </a:r>
            <a:r>
              <a:rPr lang="en-US" altLang="ja-JP" dirty="0" err="1" smtClean="0"/>
              <a:t>androidcamera</a:t>
            </a:r>
            <a:endParaRPr lang="en-US" altLang="ja-JP" dirty="0"/>
          </a:p>
        </p:txBody>
      </p:sp>
      <p:sp>
        <p:nvSpPr>
          <p:cNvPr id="7" name="Rectangle 6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170764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2/8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OpenCV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2241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module,$(OPENCV_MODULES),$(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 err="1"/>
              <a:t>add_opencv_module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define </a:t>
            </a:r>
            <a:r>
              <a:rPr lang="en-US" altLang="ja-JP" dirty="0" err="1"/>
              <a:t>add_opencv_module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LOCAL_MODULE:=opencv_$1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LOCAL_SRC_FILES:=../../opencv-2.4.7/platforms/</a:t>
            </a:r>
            <a:r>
              <a:rPr lang="en-US" altLang="ja-JP" dirty="0" err="1"/>
              <a:t>build_android_service</a:t>
            </a:r>
            <a:r>
              <a:rPr lang="en-US" altLang="ja-JP" dirty="0"/>
              <a:t>/lib/armeabi-v7a/</a:t>
            </a:r>
            <a:r>
              <a:rPr lang="en-US" altLang="ja-JP" dirty="0">
                <a:solidFill>
                  <a:srgbClr val="0080FF"/>
                </a:solidFill>
              </a:rPr>
              <a:t>lib</a:t>
            </a:r>
            <a:r>
              <a:rPr lang="en-US" altLang="ja-JP" dirty="0"/>
              <a:t>opencv_$1.a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$(PREBUILT_STATIC_LIBRARY)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/>
              <a:t>endef</a:t>
            </a:r>
            <a:endParaRPr lang="en-US" altLang="ja-JP" dirty="0"/>
          </a:p>
        </p:txBody>
      </p:sp>
      <p:sp>
        <p:nvSpPr>
          <p:cNvPr id="7" name="Rectangle 6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00898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3/8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3</a:t>
            </a:r>
            <a:r>
              <a:rPr lang="en-US" baseline="30000" dirty="0" smtClean="0"/>
              <a:t>rd</a:t>
            </a:r>
            <a:r>
              <a:rPr lang="en-US" dirty="0" smtClean="0"/>
              <a:t> Party Libs for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3400468"/>
            <a:ext cx="6801633" cy="19007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OPENCV_3RDPARTY_COMPONENTS:=</a:t>
            </a:r>
            <a:r>
              <a:rPr lang="en-US" altLang="ja-JP" dirty="0" err="1"/>
              <a:t>libjpeg</a:t>
            </a:r>
            <a:r>
              <a:rPr lang="en-US" altLang="ja-JP" dirty="0"/>
              <a:t> </a:t>
            </a:r>
            <a:r>
              <a:rPr lang="en-US" altLang="ja-JP" dirty="0" err="1"/>
              <a:t>libpng</a:t>
            </a:r>
            <a:r>
              <a:rPr lang="en-US" altLang="ja-JP" dirty="0"/>
              <a:t> </a:t>
            </a:r>
            <a:r>
              <a:rPr lang="en-US" altLang="ja-JP" dirty="0" err="1"/>
              <a:t>libtiff</a:t>
            </a:r>
            <a:r>
              <a:rPr lang="en-US" altLang="ja-JP" dirty="0"/>
              <a:t> </a:t>
            </a:r>
            <a:r>
              <a:rPr lang="en-US" altLang="ja-JP" dirty="0" err="1"/>
              <a:t>libjasper</a:t>
            </a:r>
            <a:r>
              <a:rPr lang="en-US" altLang="ja-JP" dirty="0"/>
              <a:t> </a:t>
            </a:r>
            <a:r>
              <a:rPr lang="en-US" altLang="ja-JP" dirty="0" err="1"/>
              <a:t>IlmImf</a:t>
            </a:r>
            <a:endParaRPr lang="en-US" altLang="ja-JP" dirty="0"/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86874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smtClean="0"/>
              <a:t>jni/Android.mk 4/8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Loading </a:t>
            </a:r>
            <a:r>
              <a:rPr lang="en-US" dirty="0" err="1" smtClean="0"/>
              <a:t>OpenCV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513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</a:t>
            </a:r>
            <a:r>
              <a:rPr lang="en-US" altLang="ja-JP" dirty="0">
                <a:solidFill>
                  <a:srgbClr val="FF0000"/>
                </a:solidFill>
              </a:rPr>
              <a:t>OPENCV_3RDPARTY_COMPONENTS</a:t>
            </a:r>
            <a:r>
              <a:rPr lang="en-US" altLang="ja-JP" dirty="0"/>
              <a:t>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>
                <a:solidFill>
                  <a:srgbClr val="FF0000"/>
                </a:solidFill>
              </a:rPr>
              <a:t>add_opencv_3rdparty_component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define </a:t>
            </a:r>
            <a:r>
              <a:rPr lang="en-US" altLang="ja-JP" dirty="0">
                <a:solidFill>
                  <a:srgbClr val="FF0000"/>
                </a:solidFill>
              </a:rPr>
              <a:t>add_opencv_3rdparty_component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LOCAL_SRC_FILES:=../../opencv-2.4.7/platforms/</a:t>
            </a:r>
            <a:r>
              <a:rPr lang="en-US" altLang="ja-JP" dirty="0" err="1"/>
              <a:t>build_android_service</a:t>
            </a:r>
            <a:r>
              <a:rPr lang="en-US" altLang="ja-JP" dirty="0"/>
              <a:t>/</a:t>
            </a:r>
            <a:r>
              <a:rPr lang="en-US" altLang="ja-JP" dirty="0">
                <a:solidFill>
                  <a:srgbClr val="FF0000"/>
                </a:solidFill>
              </a:rPr>
              <a:t>3rdparty/lib/armeabi-v7a/</a:t>
            </a:r>
            <a:r>
              <a:rPr lang="en-US" altLang="ja-JP" dirty="0">
                <a:solidFill>
                  <a:srgbClr val="0080FF"/>
                </a:solidFill>
              </a:rPr>
              <a:t>lib</a:t>
            </a:r>
            <a:r>
              <a:rPr lang="en-US" altLang="ja-JP" dirty="0">
                <a:solidFill>
                  <a:srgbClr val="FF0000"/>
                </a:solidFill>
              </a:rPr>
              <a:t>$1.a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    include $(PREBUILT_</a:t>
            </a:r>
            <a:r>
              <a:rPr lang="en-US" altLang="ja-JP" dirty="0">
                <a:solidFill>
                  <a:schemeClr val="bg1"/>
                </a:solidFill>
              </a:rPr>
              <a:t>STATIC_</a:t>
            </a:r>
            <a:r>
              <a:rPr lang="en-US" altLang="ja-JP" dirty="0"/>
              <a:t>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/>
              <a:t>endef</a:t>
            </a:r>
            <a:endParaRPr lang="en-US" altLang="ja-JP" dirty="0"/>
          </a:p>
        </p:txBody>
      </p:sp>
      <p:sp>
        <p:nvSpPr>
          <p:cNvPr id="7" name="Rectangle 6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243050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7/8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Magic Word for Reset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Set Include </a:t>
            </a:r>
            <a:r>
              <a:rPr lang="en-US" dirty="0" err="1" smtClean="0"/>
              <a:t>Dir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1772816"/>
            <a:ext cx="6801633" cy="6045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include $(CLEAR_VARS)</a:t>
            </a:r>
            <a:endParaRPr lang="sv-SE" altLang="ja-JP" dirty="0" smtClean="0"/>
          </a:p>
        </p:txBody>
      </p:sp>
      <p:sp>
        <p:nvSpPr>
          <p:cNvPr id="5" name="正方形/長方形 6"/>
          <p:cNvSpPr/>
          <p:nvPr/>
        </p:nvSpPr>
        <p:spPr>
          <a:xfrm>
            <a:off x="1403648" y="3284984"/>
            <a:ext cx="6801633" cy="26642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sz="1200" dirty="0"/>
              <a:t>OPENCV_INCLUDE_DIR:=$(LOCAL_DIR)/../opencv-2.4.7/include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sz="1200" dirty="0"/>
              <a:t>LOCAL_C_INCLUDES+=$(OPENCV_INCLUDE_DIR)/opencv $(OPENCV_INCLUDE_DIR)/opencv2 ../opencv-2.4.7/modules/stitching/include ../opencv-2.4.7/modules/objdetect/include ../opencv-2.4.7/modules/photo/include ../opencv-2.4.7/modules/flann/include ../opencv-2.4.7/modules/core/include ../opencv-2.4.7/modules/ts/include ../opencv-2.4.7/modules/highgui/include ../opencv-2.4.7/modules/contrib/include ../opencv-2.4.7/modules/video/include ../opencv-2.4.7/modules/imgproc/include ../opencv-2.4.7/modules/legacy/include ../opencv-2.4.7/modules/ocl/include ../opencv-2.4.7/modules/features2d/include ../opencv-2.4.7/modules/calib3d/include ../opencv-2.4.7/modules/ml/include ../opencv-2.4.7/modules/videostab ../opencv-2.4.7/modules/nonfree/include ../opencv-2.4.7/modules/androidcamera/include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67014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8/8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Loading Lib &amp; </a:t>
            </a:r>
            <a:r>
              <a:rPr lang="en-US" dirty="0" err="1" smtClean="0"/>
              <a:t>OpenCV</a:t>
            </a:r>
            <a:r>
              <a:rPr lang="en-US" dirty="0" smtClean="0"/>
              <a:t> Lib</a:t>
            </a:r>
          </a:p>
          <a:p>
            <a:pPr lvl="1"/>
            <a:r>
              <a:rPr lang="en-US" dirty="0" smtClean="0"/>
              <a:t>LOCAL_LDLIBS</a:t>
            </a:r>
          </a:p>
          <a:p>
            <a:pPr lvl="2"/>
            <a:r>
              <a:rPr lang="en-US" dirty="0" smtClean="0"/>
              <a:t>-</a:t>
            </a:r>
            <a:r>
              <a:rPr lang="en-US" dirty="0" err="1"/>
              <a:t>lc</a:t>
            </a:r>
            <a:r>
              <a:rPr lang="en-US" dirty="0"/>
              <a:t> -</a:t>
            </a:r>
            <a:r>
              <a:rPr lang="en-US" dirty="0" err="1"/>
              <a:t>ldl</a:t>
            </a:r>
            <a:r>
              <a:rPr lang="en-US" dirty="0"/>
              <a:t> -</a:t>
            </a:r>
            <a:r>
              <a:rPr lang="en-US" dirty="0" err="1"/>
              <a:t>lz</a:t>
            </a:r>
            <a:endParaRPr lang="en-US" dirty="0"/>
          </a:p>
          <a:p>
            <a:pPr lvl="1"/>
            <a:r>
              <a:rPr lang="en-US" dirty="0" smtClean="0"/>
              <a:t>LOCAL_STATIC_LIBRARIES</a:t>
            </a:r>
          </a:p>
          <a:p>
            <a:pPr lvl="2"/>
            <a:r>
              <a:rPr lang="en-US" dirty="0" smtClean="0"/>
              <a:t>$(</a:t>
            </a:r>
            <a:r>
              <a:rPr lang="en-US" dirty="0" err="1"/>
              <a:t>foreach</a:t>
            </a:r>
            <a:r>
              <a:rPr lang="en-US" dirty="0"/>
              <a:t> mod, $(OPENCV_MODULES), </a:t>
            </a:r>
            <a:r>
              <a:rPr lang="en-US" dirty="0" err="1"/>
              <a:t>opencv</a:t>
            </a:r>
            <a:r>
              <a:rPr lang="en-US" dirty="0"/>
              <a:t>_$(mod)) $(OPENCV_3RDPARTY_COMPONENTS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384120" y="3861048"/>
            <a:ext cx="6801633" cy="25488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LOCAL_LDLIBS    += -lm -llog -landroid </a:t>
            </a:r>
            <a:r>
              <a:rPr lang="sv-SE" altLang="ja-JP" dirty="0">
                <a:solidFill>
                  <a:srgbClr val="FF0000"/>
                </a:solidFill>
              </a:rPr>
              <a:t>-lc -ldl -lz</a:t>
            </a:r>
          </a:p>
          <a:p>
            <a:pPr marL="914400" lvl="1" indent="-457200">
              <a:buFont typeface="+mj-lt"/>
              <a:buAutoNum type="arabicPeriod"/>
            </a:pPr>
            <a:r>
              <a:rPr lang="sv-SE" altLang="ja-JP" dirty="0"/>
              <a:t>LOCAL_STATIC_LIBRARIES := android_native_app_glue </a:t>
            </a:r>
            <a:r>
              <a:rPr lang="sv-SE" altLang="ja-JP" dirty="0">
                <a:solidFill>
                  <a:srgbClr val="FF0000"/>
                </a:solidFill>
              </a:rPr>
              <a:t>$(foreach mod, $(OPENCV_MODULES), opencv_$(mod)) $(OPENCV_3RDPARTY_COMPONENTS)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029924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libv4l for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libv4l Lib for Android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Set libv4l Lib to NDK</a:t>
            </a:r>
          </a:p>
          <a:p>
            <a:pPr lvl="1"/>
            <a:r>
              <a:rPr lang="en-US" dirty="0" err="1" smtClean="0"/>
              <a:t>UnPacked</a:t>
            </a:r>
            <a:r>
              <a:rPr lang="en-US" dirty="0" smtClean="0"/>
              <a:t> &amp; Copy to: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4509120"/>
            <a:ext cx="6801633" cy="936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$(ANDROID_NDK)/source/</a:t>
            </a:r>
            <a:r>
              <a:rPr lang="en-US" altLang="ja-JP" dirty="0" err="1" smtClean="0"/>
              <a:t>opencv</a:t>
            </a:r>
            <a:r>
              <a:rPr lang="en-US" altLang="ja-JP" dirty="0" smtClean="0"/>
              <a:t>/</a:t>
            </a:r>
            <a:endParaRPr lang="en-US" altLang="ja-JP" dirty="0"/>
          </a:p>
        </p:txBody>
      </p:sp>
      <p:sp>
        <p:nvSpPr>
          <p:cNvPr id="8" name="正方形/長方形 6"/>
          <p:cNvSpPr/>
          <p:nvPr/>
        </p:nvSpPr>
        <p:spPr>
          <a:xfrm>
            <a:off x="1403648" y="1700808"/>
            <a:ext cx="6801633" cy="11521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http://www.noritsuna.com/download/libv4l_for_android.tar.gz</a:t>
            </a:r>
          </a:p>
        </p:txBody>
      </p:sp>
    </p:spTree>
    <p:extLst>
      <p:ext uri="{BB962C8B-B14F-4D97-AF65-F5344CB8AC3E}">
        <p14:creationId xmlns:p14="http://schemas.microsoft.com/office/powerpoint/2010/main" val="257967497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Ext-1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libv4l Lib in: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Add import-module </a:t>
            </a:r>
            <a:r>
              <a:rPr lang="en-US" dirty="0" err="1" smtClean="0"/>
              <a:t>Func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 Last Line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6" name="正方形/長方形 6"/>
          <p:cNvSpPr/>
          <p:nvPr/>
        </p:nvSpPr>
        <p:spPr>
          <a:xfrm>
            <a:off x="1403648" y="1772816"/>
            <a:ext cx="6801633" cy="19442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LOCAL_STATIC_LIBRARIES := </a:t>
            </a:r>
            <a:r>
              <a:rPr lang="en-US" altLang="ja-JP" dirty="0" err="1"/>
              <a:t>android_native_app_glue</a:t>
            </a:r>
            <a:r>
              <a:rPr lang="en-US" altLang="ja-JP" dirty="0"/>
              <a:t> </a:t>
            </a:r>
            <a:r>
              <a:rPr lang="en-US" altLang="ja-JP" dirty="0" smtClean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mod, $(OPENCV_MODULES), </a:t>
            </a:r>
            <a:r>
              <a:rPr lang="en-US" altLang="ja-JP" dirty="0" err="1"/>
              <a:t>opencv</a:t>
            </a:r>
            <a:r>
              <a:rPr lang="en-US" altLang="ja-JP" dirty="0"/>
              <a:t>_$(mod)) $(OPENCV_3RDPARTY_COMPONENTS) </a:t>
            </a:r>
            <a:r>
              <a:rPr lang="en-US" altLang="ja-JP" dirty="0">
                <a:solidFill>
                  <a:srgbClr val="FF0000"/>
                </a:solidFill>
              </a:rPr>
              <a:t>opencv_libv4l</a:t>
            </a:r>
            <a:endParaRPr lang="en-US" altLang="ja-JP" dirty="0"/>
          </a:p>
        </p:txBody>
      </p:sp>
      <p:sp>
        <p:nvSpPr>
          <p:cNvPr id="9" name="正方形/長方形 6"/>
          <p:cNvSpPr/>
          <p:nvPr/>
        </p:nvSpPr>
        <p:spPr>
          <a:xfrm>
            <a:off x="1384120" y="4797152"/>
            <a:ext cx="6801633" cy="6480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$(call import-</a:t>
            </a:r>
            <a:r>
              <a:rPr lang="en-US" altLang="ja-JP" dirty="0" err="1"/>
              <a:t>module,opencv</a:t>
            </a:r>
            <a:r>
              <a:rPr lang="en-US" altLang="ja-JP" dirty="0"/>
              <a:t>/libv4l)</a:t>
            </a:r>
          </a:p>
        </p:txBody>
      </p:sp>
    </p:spTree>
    <p:extLst>
      <p:ext uri="{BB962C8B-B14F-4D97-AF65-F5344CB8AC3E}">
        <p14:creationId xmlns:p14="http://schemas.microsoft.com/office/powerpoint/2010/main" val="33551487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Ext-2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edited about “</a:t>
            </a:r>
            <a:r>
              <a:rPr lang="en-US" dirty="0" err="1" smtClean="0"/>
              <a:t>AndroidCamera</a:t>
            </a:r>
            <a:r>
              <a:rPr lang="en-US" dirty="0" smtClean="0"/>
              <a:t>” Libs,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Please Delete it!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Delete </a:t>
            </a:r>
            <a:r>
              <a:rPr lang="en-US" dirty="0" err="1" smtClean="0"/>
              <a:t>AndroidCamera</a:t>
            </a:r>
            <a:r>
              <a:rPr lang="en-US" dirty="0" smtClean="0"/>
              <a:t> Libs for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6" name="正方形/長方形 6"/>
          <p:cNvSpPr/>
          <p:nvPr/>
        </p:nvSpPr>
        <p:spPr>
          <a:xfrm>
            <a:off x="1403648" y="3400468"/>
            <a:ext cx="6801633" cy="2044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pt-BR" altLang="ja-JP" dirty="0"/>
              <a:t>OPENCV_CAMERA_MODULES:= native_camera_r2.2.0 native_camera_r2.3.3 native_camera_r3.0.1 native_camera_r4.0.0 native_camera_r4.0.3 native_camera_r4.1.1 native_camera_r4.2.0 native_camera_r4.3.0</a:t>
            </a:r>
          </a:p>
        </p:txBody>
      </p:sp>
    </p:spTree>
    <p:extLst>
      <p:ext uri="{BB962C8B-B14F-4D97-AF65-F5344CB8AC3E}">
        <p14:creationId xmlns:p14="http://schemas.microsoft.com/office/powerpoint/2010/main" val="237092768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jni/Android.mk </a:t>
            </a:r>
            <a:r>
              <a:rPr lang="en-US" dirty="0" smtClean="0"/>
              <a:t>Ext-3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 Loading </a:t>
            </a:r>
            <a:r>
              <a:rPr lang="en-US" dirty="0" err="1" smtClean="0"/>
              <a:t>AndroidCamera</a:t>
            </a:r>
            <a:r>
              <a:rPr lang="en-US" dirty="0" smtClean="0"/>
              <a:t> Libs Function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384120" y="5157192"/>
            <a:ext cx="6801633" cy="1513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$(</a:t>
            </a:r>
            <a:r>
              <a:rPr lang="en-US" altLang="ja-JP" dirty="0" err="1"/>
              <a:t>foreach</a:t>
            </a:r>
            <a:r>
              <a:rPr lang="en-US" altLang="ja-JP" dirty="0"/>
              <a:t> module,$(OPENCV_CAMERA_MODULES),$(</a:t>
            </a:r>
            <a:r>
              <a:rPr lang="en-US" altLang="ja-JP" dirty="0" err="1"/>
              <a:t>eval</a:t>
            </a:r>
            <a:r>
              <a:rPr lang="en-US" altLang="ja-JP" dirty="0"/>
              <a:t> $(call </a:t>
            </a:r>
            <a:r>
              <a:rPr lang="en-US" altLang="ja-JP" dirty="0" err="1"/>
              <a:t>add_opencv_camera_module</a:t>
            </a:r>
            <a:r>
              <a:rPr lang="en-US" altLang="ja-JP" dirty="0"/>
              <a:t>,$(module))))</a:t>
            </a:r>
          </a:p>
        </p:txBody>
      </p:sp>
      <p:sp>
        <p:nvSpPr>
          <p:cNvPr id="6" name="正方形/長方形 6"/>
          <p:cNvSpPr/>
          <p:nvPr/>
        </p:nvSpPr>
        <p:spPr>
          <a:xfrm>
            <a:off x="1403648" y="1816440"/>
            <a:ext cx="6801633" cy="30527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define </a:t>
            </a:r>
            <a:r>
              <a:rPr lang="en-US" altLang="ja-JP" dirty="0" err="1">
                <a:solidFill>
                  <a:schemeClr val="bg1"/>
                </a:solidFill>
              </a:rPr>
              <a:t>add_opencv_camera_module</a:t>
            </a: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include $(CLEAR_VARS)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LOCAL_MODULE:=$1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LOCAL_SRC_FILES:=../../opencv-2.4.7/platforms/build_android_service/lib/armeabi-v7a/lib$1.so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    include $(PREBUILT_SHARED_LIBRARY)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>
                <a:solidFill>
                  <a:schemeClr val="bg1"/>
                </a:solidFill>
              </a:rPr>
              <a:t>endef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07301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Setup/Make Build.xml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Making Setting File for Android using ANT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Today, Development on CUI Only!!!</a:t>
            </a:r>
          </a:p>
          <a:p>
            <a:pPr lvl="2"/>
            <a:r>
              <a:rPr lang="en-US" altLang="ja-JP" dirty="0" smtClean="0"/>
              <a:t>Don’t use Eclipse!</a:t>
            </a:r>
            <a:endParaRPr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492896"/>
            <a:ext cx="6801633" cy="41044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android list </a:t>
            </a:r>
            <a:r>
              <a:rPr lang="en-US" altLang="ja-JP" sz="1800" dirty="0" smtClean="0"/>
              <a:t>target</a:t>
            </a:r>
            <a:endParaRPr lang="en-US" altLang="ja-JP" sz="1800" dirty="0">
              <a:solidFill>
                <a:srgbClr val="FF0000"/>
              </a:solidFill>
            </a:endParaRP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Available Android targets: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----------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>
                <a:solidFill>
                  <a:srgbClr val="FF0000"/>
                </a:solidFill>
              </a:rPr>
              <a:t>id: 1 or "android-9"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Name: Android 2.3.1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Type: Platform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API level: 9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Revision: 2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Skins: WQVGA400, QVGA, HVGA, WVGA800 (default), WVGA854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ABIs : </a:t>
            </a:r>
            <a:r>
              <a:rPr lang="en-US" altLang="ja-JP" sz="1200" dirty="0" err="1"/>
              <a:t>armeabi</a:t>
            </a:r>
            <a:endParaRPr lang="en-US" altLang="ja-JP" sz="1200" dirty="0"/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----------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>
                <a:solidFill>
                  <a:srgbClr val="FF0000"/>
                </a:solidFill>
              </a:rPr>
              <a:t>id: 2 or "android-18"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Name: Android 4.3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Type: Platform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API level: 18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Revision: 2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Skins: WXGA800, WQVGA400, QVGA, WQVGA432, WXGA800-7in, WVGA800 (default), HVGA, WXGA720, WSVGA, WVGA854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     ABIs : armeabi-v7a</a:t>
            </a:r>
          </a:p>
          <a:p>
            <a:pPr marL="1257300" lvl="2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smtClean="0"/>
              <a:t>----------</a:t>
            </a:r>
            <a:endParaRPr lang="en-US" altLang="ja-JP" sz="1200" dirty="0"/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062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Setup/Make Build.xml </a:t>
            </a:r>
            <a:r>
              <a:rPr lang="en-US" altLang="ja-JP" dirty="0" smtClean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Build.xml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marL="457200" lvl="1" indent="0">
              <a:buNone/>
            </a:pP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72816"/>
            <a:ext cx="6801633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android update project --path . --target </a:t>
            </a:r>
            <a:r>
              <a:rPr lang="en-US" altLang="ja-JP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25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Build </a:t>
            </a:r>
            <a:r>
              <a:rPr lang="en-US" altLang="ja-JP" dirty="0" err="1" smtClean="0"/>
              <a:t>NativeActivity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C/C++ Source Codes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kumimoji="1" lang="en-US" altLang="ja-JP" dirty="0" smtClean="0"/>
              <a:t>Make APK File</a:t>
            </a:r>
          </a:p>
          <a:p>
            <a:pPr lvl="1"/>
            <a:endParaRPr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ndk</a:t>
            </a:r>
            <a:r>
              <a:rPr lang="en-US" altLang="ja-JP" dirty="0" smtClean="0"/>
              <a:t>-build [clean all]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5" name="正方形/長方形 3"/>
          <p:cNvSpPr/>
          <p:nvPr/>
        </p:nvSpPr>
        <p:spPr>
          <a:xfrm>
            <a:off x="1403648" y="3789040"/>
            <a:ext cx="6801633" cy="1008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ant [</a:t>
            </a:r>
            <a:r>
              <a:rPr lang="en-US" altLang="ja-JP" dirty="0" err="1"/>
              <a:t>debug|release</a:t>
            </a:r>
            <a:r>
              <a:rPr lang="en-US" altLang="ja-JP" dirty="0"/>
              <a:t>]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95536" y="0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333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Install </a:t>
            </a:r>
            <a:r>
              <a:rPr lang="en-US" altLang="ja-JP" dirty="0" err="1" smtClean="0"/>
              <a:t>NativeActivity.apk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Install APK File</a:t>
            </a:r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r>
              <a:rPr kumimoji="1" lang="en-US" altLang="ja-JP" dirty="0" err="1" smtClean="0"/>
              <a:t>UnInstall</a:t>
            </a:r>
            <a:r>
              <a:rPr kumimoji="1" lang="en-US" altLang="ja-JP" dirty="0" smtClean="0"/>
              <a:t> APK File</a:t>
            </a:r>
          </a:p>
          <a:p>
            <a:endParaRPr kumimoji="1"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r>
              <a:rPr lang="en-US" altLang="ja-JP" dirty="0" smtClean="0"/>
              <a:t>Show Log</a:t>
            </a:r>
          </a:p>
          <a:p>
            <a:endParaRPr lang="en-US" altLang="ja-JP" dirty="0"/>
          </a:p>
          <a:p>
            <a:endParaRPr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</a:t>
            </a:r>
            <a:r>
              <a:rPr lang="en-US" altLang="ja-JP" dirty="0"/>
              <a:t>install bin/</a:t>
            </a:r>
            <a:r>
              <a:rPr lang="en-US" altLang="ja-JP" dirty="0" err="1"/>
              <a:t>NativeActivity-debug.apk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5" name="正方形/長方形 3"/>
          <p:cNvSpPr/>
          <p:nvPr/>
        </p:nvSpPr>
        <p:spPr>
          <a:xfrm>
            <a:off x="1403648" y="5661248"/>
            <a:ext cx="6801633" cy="1008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logcat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6" name="正方形/長方形 3"/>
          <p:cNvSpPr/>
          <p:nvPr/>
        </p:nvSpPr>
        <p:spPr>
          <a:xfrm>
            <a:off x="1403648" y="386104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un</a:t>
            </a:r>
            <a:r>
              <a:rPr lang="en-US" altLang="ja-JP" dirty="0"/>
              <a:t>install </a:t>
            </a:r>
            <a:r>
              <a:rPr lang="en-US" altLang="ja-JP" dirty="0" err="1"/>
              <a:t>com.example.native_activity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95536" y="-27384"/>
            <a:ext cx="8748464" cy="6858000"/>
          </a:xfrm>
          <a:prstGeom prst="rect">
            <a:avLst/>
          </a:prstGeom>
          <a:solidFill>
            <a:srgbClr val="E5DEDB">
              <a:alpha val="67059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040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Add New Native App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519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Develop?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4237857" cy="5660454"/>
          </a:xfrm>
        </p:spPr>
        <p:txBody>
          <a:bodyPr/>
          <a:lstStyle/>
          <a:p>
            <a:r>
              <a:rPr lang="en-US" dirty="0" smtClean="0"/>
              <a:t>As Linux Application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Non-</a:t>
            </a:r>
            <a:r>
              <a:rPr lang="en-US" dirty="0" smtClean="0"/>
              <a:t>Standard </a:t>
            </a:r>
            <a:r>
              <a:rPr lang="en-US" dirty="0"/>
              <a:t>Android </a:t>
            </a:r>
            <a:r>
              <a:rPr lang="en-US" dirty="0" smtClean="0"/>
              <a:t>Application</a:t>
            </a:r>
            <a:endParaRPr lang="en-US" dirty="0"/>
          </a:p>
          <a:p>
            <a:pPr lvl="1"/>
            <a:r>
              <a:rPr lang="en-US" dirty="0" smtClean="0"/>
              <a:t>Full Linux C/C++ on Library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ja-JP" dirty="0" smtClean="0"/>
              <a:t>Advantage</a:t>
            </a:r>
          </a:p>
          <a:p>
            <a:pPr lvl="1"/>
            <a:r>
              <a:rPr lang="en-US" altLang="ja-JP" dirty="0" smtClean="0"/>
              <a:t>Use Other Linux Libs</a:t>
            </a:r>
          </a:p>
          <a:p>
            <a:r>
              <a:rPr lang="en-US" altLang="ja-JP" dirty="0" smtClean="0"/>
              <a:t>Dis-Advantage</a:t>
            </a:r>
            <a:endParaRPr lang="en-US" dirty="0"/>
          </a:p>
          <a:p>
            <a:pPr lvl="1"/>
            <a:r>
              <a:rPr lang="en-US" dirty="0" smtClean="0"/>
              <a:t>Must Modify Android System</a:t>
            </a:r>
            <a:endParaRPr lang="en-US" dirty="0"/>
          </a:p>
          <a:p>
            <a:pPr lvl="2"/>
            <a:r>
              <a:rPr lang="en-US" dirty="0" smtClean="0"/>
              <a:t>How to Modify on next Lecture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439954" y="44624"/>
            <a:ext cx="1668550" cy="115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48064" y="1844824"/>
            <a:ext cx="3744416" cy="953839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ELF</a:t>
            </a:r>
            <a:r>
              <a:rPr lang="en-US" dirty="0" smtClean="0"/>
              <a:t> File(Your </a:t>
            </a:r>
            <a:r>
              <a:rPr lang="en-US" dirty="0"/>
              <a:t>Application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(C/C++)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148064" y="4581128"/>
            <a:ext cx="3744416" cy="864096"/>
          </a:xfrm>
          <a:prstGeom prst="roundRect">
            <a:avLst/>
          </a:prstGeom>
          <a:solidFill>
            <a:srgbClr val="5BA1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Library</a:t>
            </a:r>
            <a:r>
              <a:rPr lang="en-US" altLang="ja-JP" dirty="0"/>
              <a:t> </a:t>
            </a:r>
            <a:r>
              <a:rPr lang="en-US" dirty="0" smtClean="0"/>
              <a:t>Layer + </a:t>
            </a:r>
            <a:r>
              <a:rPr lang="en-US" dirty="0" smtClean="0">
                <a:solidFill>
                  <a:srgbClr val="FF0000"/>
                </a:solidFill>
              </a:rPr>
              <a:t>Linux Libs </a:t>
            </a:r>
          </a:p>
          <a:p>
            <a:pPr algn="ctr"/>
            <a:r>
              <a:rPr lang="en-US" dirty="0" smtClean="0"/>
              <a:t>(</a:t>
            </a:r>
            <a:r>
              <a:rPr lang="en-US" altLang="ja-JP" dirty="0" smtClean="0"/>
              <a:t>C/C++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114502" y="5877272"/>
            <a:ext cx="3744416" cy="908720"/>
          </a:xfrm>
          <a:prstGeom prst="roundRect">
            <a:avLst/>
          </a:prstGeom>
          <a:solidFill>
            <a:srgbClr val="A52E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Kernel/Driver Layer</a:t>
            </a:r>
          </a:p>
          <a:p>
            <a:pPr algn="ctr"/>
            <a:r>
              <a:rPr lang="en-US" dirty="0" smtClean="0"/>
              <a:t>(C/ASM)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36096" y="2798663"/>
            <a:ext cx="0" cy="17644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41490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as </a:t>
            </a:r>
            <a:r>
              <a:rPr lang="en-US" dirty="0" smtClean="0">
                <a:solidFill>
                  <a:srgbClr val="FF0000"/>
                </a:solidFill>
              </a:rPr>
              <a:t>C/C++ APIs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940152" y="5431232"/>
            <a:ext cx="4320480" cy="467319"/>
            <a:chOff x="2843808" y="2780928"/>
            <a:chExt cx="4320480" cy="467319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43808" y="2798663"/>
              <a:ext cx="0" cy="4495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987824" y="2780928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Call as </a:t>
              </a:r>
              <a:r>
                <a:rPr lang="en-US" dirty="0" err="1" smtClean="0"/>
                <a:t>SysCall</a:t>
              </a:r>
              <a:r>
                <a:rPr lang="en-US" dirty="0" smtClean="0"/>
                <a:t>(C/ASM)</a:t>
              </a:r>
              <a:endParaRPr lang="en-US" dirty="0"/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5162" y="1125538"/>
            <a:ext cx="2725688" cy="70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Call Stack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17533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Execute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</a:t>
            </a:r>
            <a:r>
              <a:rPr lang="en-US" dirty="0" err="1" smtClean="0"/>
              <a:t>Dir</a:t>
            </a:r>
            <a:endParaRPr lang="en-US" dirty="0" smtClean="0"/>
          </a:p>
          <a:p>
            <a:pPr lvl="1"/>
            <a:r>
              <a:rPr lang="en-US" dirty="0" smtClean="0"/>
              <a:t>hello-exe/</a:t>
            </a:r>
          </a:p>
          <a:p>
            <a:pPr lvl="1"/>
            <a:r>
              <a:rPr lang="en-US" dirty="0"/>
              <a:t>h</a:t>
            </a:r>
            <a:r>
              <a:rPr lang="en-US" dirty="0" smtClean="0"/>
              <a:t>ello-exe/</a:t>
            </a:r>
            <a:r>
              <a:rPr lang="en-US" dirty="0" err="1" smtClean="0"/>
              <a:t>jni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Make Source Code: hello-exe/</a:t>
            </a:r>
            <a:r>
              <a:rPr lang="en-US" dirty="0" err="1" smtClean="0"/>
              <a:t>jni</a:t>
            </a:r>
            <a:r>
              <a:rPr lang="en-US" dirty="0" smtClean="0"/>
              <a:t>/hello-</a:t>
            </a:r>
            <a:r>
              <a:rPr lang="en-US" dirty="0" err="1" smtClean="0"/>
              <a:t>exe.c</a:t>
            </a:r>
            <a:endParaRPr lang="en-US" dirty="0"/>
          </a:p>
        </p:txBody>
      </p:sp>
      <p:sp>
        <p:nvSpPr>
          <p:cNvPr id="4" name="正方形/長方形 6"/>
          <p:cNvSpPr/>
          <p:nvPr/>
        </p:nvSpPr>
        <p:spPr>
          <a:xfrm>
            <a:off x="1403648" y="3789040"/>
            <a:ext cx="6801633" cy="20446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#include &lt;</a:t>
            </a:r>
            <a:r>
              <a:rPr lang="en-US" altLang="ja-JP" dirty="0" err="1">
                <a:solidFill>
                  <a:schemeClr val="bg1"/>
                </a:solidFill>
              </a:rPr>
              <a:t>stdio.h</a:t>
            </a:r>
            <a:r>
              <a:rPr lang="en-US" altLang="ja-JP" dirty="0">
                <a:solidFill>
                  <a:schemeClr val="bg1"/>
                </a:solidFill>
              </a:rPr>
              <a:t>&gt;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err="1">
                <a:solidFill>
                  <a:schemeClr val="bg1"/>
                </a:solidFill>
              </a:rPr>
              <a:t>int</a:t>
            </a:r>
            <a:r>
              <a:rPr lang="en-US" altLang="ja-JP" dirty="0">
                <a:solidFill>
                  <a:schemeClr val="bg1"/>
                </a:solidFill>
              </a:rPr>
              <a:t> main(</a:t>
            </a:r>
            <a:r>
              <a:rPr lang="en-US" altLang="ja-JP" dirty="0" err="1">
                <a:solidFill>
                  <a:schemeClr val="bg1"/>
                </a:solidFill>
              </a:rPr>
              <a:t>int</a:t>
            </a:r>
            <a:r>
              <a:rPr lang="en-US" altLang="ja-JP" dirty="0">
                <a:solidFill>
                  <a:schemeClr val="bg1"/>
                </a:solidFill>
              </a:rPr>
              <a:t> </a:t>
            </a:r>
            <a:r>
              <a:rPr lang="en-US" altLang="ja-JP" dirty="0" err="1">
                <a:solidFill>
                  <a:schemeClr val="bg1"/>
                </a:solidFill>
              </a:rPr>
              <a:t>argc</a:t>
            </a:r>
            <a:r>
              <a:rPr lang="en-US" altLang="ja-JP" dirty="0">
                <a:solidFill>
                  <a:schemeClr val="bg1"/>
                </a:solidFill>
              </a:rPr>
              <a:t>, char ** </a:t>
            </a:r>
            <a:r>
              <a:rPr lang="en-US" altLang="ja-JP" dirty="0" err="1">
                <a:solidFill>
                  <a:schemeClr val="bg1"/>
                </a:solidFill>
              </a:rPr>
              <a:t>argv</a:t>
            </a:r>
            <a:r>
              <a:rPr lang="en-US" altLang="ja-JP" dirty="0">
                <a:solidFill>
                  <a:schemeClr val="bg1"/>
                </a:solidFill>
              </a:rPr>
              <a:t>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	</a:t>
            </a:r>
            <a:r>
              <a:rPr lang="en-US" altLang="ja-JP" dirty="0" err="1">
                <a:solidFill>
                  <a:schemeClr val="bg1"/>
                </a:solidFill>
              </a:rPr>
              <a:t>printf</a:t>
            </a:r>
            <a:r>
              <a:rPr lang="en-US" altLang="ja-JP" dirty="0">
                <a:solidFill>
                  <a:schemeClr val="bg1"/>
                </a:solidFill>
              </a:rPr>
              <a:t>("Hello, world!\n");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	return 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629668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Execute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Android.mk</a:t>
            </a:r>
            <a:endParaRPr lang="en-US" dirty="0"/>
          </a:p>
        </p:txBody>
      </p:sp>
      <p:sp>
        <p:nvSpPr>
          <p:cNvPr id="5" name="正方形/長方形 6"/>
          <p:cNvSpPr/>
          <p:nvPr/>
        </p:nvSpPr>
        <p:spPr>
          <a:xfrm>
            <a:off x="1403648" y="1772816"/>
            <a:ext cx="6801633" cy="37444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jni/Android.mk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LOCAL_PATH := $(call my-</a:t>
            </a:r>
            <a:r>
              <a:rPr lang="en-US" altLang="ja-JP" dirty="0" err="1">
                <a:solidFill>
                  <a:schemeClr val="bg1"/>
                </a:solidFill>
              </a:rPr>
              <a:t>dir</a:t>
            </a:r>
            <a:r>
              <a:rPr lang="en-US" altLang="ja-JP" dirty="0">
                <a:solidFill>
                  <a:schemeClr val="bg1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include $(CLEAR_VARS)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LOCAL_MODULE    := hello-exe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LOCAL_SRC_FILES := hello-</a:t>
            </a:r>
            <a:r>
              <a:rPr lang="en-US" altLang="ja-JP" dirty="0" err="1">
                <a:solidFill>
                  <a:schemeClr val="bg1"/>
                </a:solidFill>
              </a:rPr>
              <a:t>exe.c</a:t>
            </a: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US" altLang="ja-JP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chemeClr val="bg1"/>
                </a:solidFill>
              </a:rPr>
              <a:t>include $(BUILD_EXECUTABLE)</a:t>
            </a:r>
          </a:p>
        </p:txBody>
      </p:sp>
    </p:spTree>
    <p:extLst>
      <p:ext uri="{BB962C8B-B14F-4D97-AF65-F5344CB8AC3E}">
        <p14:creationId xmlns:p14="http://schemas.microsoft.com/office/powerpoint/2010/main" val="233476422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Build Execute File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C/C++ Source Codes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Setup</a:t>
            </a:r>
            <a:r>
              <a:rPr kumimoji="1" lang="en-US" altLang="ja-JP" dirty="0" smtClean="0"/>
              <a:t> &amp; Execute </a:t>
            </a:r>
            <a:r>
              <a:rPr kumimoji="1" lang="en-US" altLang="ja-JP" dirty="0" err="1" smtClean="0"/>
              <a:t>Execute</a:t>
            </a:r>
            <a:r>
              <a:rPr kumimoji="1" lang="en-US" altLang="ja-JP" dirty="0" smtClean="0"/>
              <a:t> File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pPr marL="1371600" lvl="3" indent="0">
              <a:buNone/>
            </a:pPr>
            <a:endParaRPr lang="en-US" altLang="ja-JP" dirty="0"/>
          </a:p>
          <a:p>
            <a:pPr marL="1371600" lvl="3" indent="0">
              <a:buNone/>
            </a:pPr>
            <a:endParaRPr lang="en-US" altLang="ja-JP" dirty="0" smtClean="0"/>
          </a:p>
          <a:p>
            <a:pPr lvl="3" algn="r"/>
            <a:r>
              <a:rPr kumimoji="1" lang="en-US" altLang="ja-JP" dirty="0" smtClean="0"/>
              <a:t>Required “root permission”</a:t>
            </a:r>
          </a:p>
          <a:p>
            <a:pPr lvl="1"/>
            <a:endParaRPr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801633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ndk</a:t>
            </a:r>
            <a:r>
              <a:rPr lang="en-US" altLang="ja-JP" dirty="0" smtClean="0"/>
              <a:t>-build [clean all]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5" name="正方形/長方形 3"/>
          <p:cNvSpPr/>
          <p:nvPr/>
        </p:nvSpPr>
        <p:spPr>
          <a:xfrm>
            <a:off x="1384121" y="3789363"/>
            <a:ext cx="6801633" cy="20162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 smtClean="0"/>
              <a:t> push </a:t>
            </a:r>
            <a:r>
              <a:rPr lang="en-US" altLang="ja-JP" dirty="0" err="1" smtClean="0"/>
              <a:t>obj</a:t>
            </a:r>
            <a:r>
              <a:rPr lang="en-US" altLang="ja-JP" dirty="0" smtClean="0"/>
              <a:t>/local/</a:t>
            </a:r>
            <a:r>
              <a:rPr lang="en-US" altLang="ja-JP" dirty="0" err="1" smtClean="0"/>
              <a:t>armeabi</a:t>
            </a:r>
            <a:r>
              <a:rPr lang="en-US" altLang="ja-JP" dirty="0" smtClean="0"/>
              <a:t>/hello-exe </a:t>
            </a:r>
            <a:r>
              <a:rPr lang="en-US" altLang="ja-JP" dirty="0" smtClean="0">
                <a:solidFill>
                  <a:schemeClr val="bg1"/>
                </a:solidFill>
              </a:rPr>
              <a:t>/bin/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>
                <a:solidFill>
                  <a:schemeClr val="bg1"/>
                </a:solidFill>
              </a:rPr>
              <a:t>a</a:t>
            </a:r>
            <a:r>
              <a:rPr lang="en-US" altLang="ja-JP" dirty="0" err="1" smtClean="0">
                <a:solidFill>
                  <a:schemeClr val="bg1"/>
                </a:solidFill>
              </a:rPr>
              <a:t>db</a:t>
            </a:r>
            <a:r>
              <a:rPr lang="en-US" altLang="ja-JP" dirty="0" smtClean="0">
                <a:solidFill>
                  <a:schemeClr val="bg1"/>
                </a:solidFill>
              </a:rPr>
              <a:t> shell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>
                <a:solidFill>
                  <a:schemeClr val="bg1"/>
                </a:solidFill>
              </a:rPr>
              <a:t>$ cd bin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>
                <a:solidFill>
                  <a:schemeClr val="bg1"/>
                </a:solidFill>
              </a:rPr>
              <a:t>$ </a:t>
            </a:r>
            <a:r>
              <a:rPr lang="en-US" altLang="ja-JP" dirty="0" err="1" smtClean="0">
                <a:solidFill>
                  <a:schemeClr val="bg1"/>
                </a:solidFill>
              </a:rPr>
              <a:t>chmod</a:t>
            </a:r>
            <a:r>
              <a:rPr lang="en-US" altLang="ja-JP" dirty="0" smtClean="0">
                <a:solidFill>
                  <a:schemeClr val="bg1"/>
                </a:solidFill>
              </a:rPr>
              <a:t> +x hello-exe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>
                <a:solidFill>
                  <a:schemeClr val="bg1"/>
                </a:solidFill>
              </a:rPr>
              <a:t>./hello-exe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98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Exe File with OTA-Build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init.</a:t>
            </a:r>
            <a:r>
              <a:rPr lang="en-US" dirty="0" smtClean="0"/>
              <a:t>*.</a:t>
            </a:r>
            <a:r>
              <a:rPr lang="en-US" dirty="0" err="1" smtClean="0"/>
              <a:t>rc</a:t>
            </a:r>
            <a:r>
              <a:rPr lang="en-US" dirty="0" smtClean="0"/>
              <a:t> in Nexus7(2013)</a:t>
            </a:r>
          </a:p>
          <a:p>
            <a:pPr lvl="1"/>
            <a:r>
              <a:rPr lang="en-US" dirty="0" smtClean="0"/>
              <a:t>~/</a:t>
            </a:r>
            <a:r>
              <a:rPr lang="en-US" dirty="0" err="1" smtClean="0"/>
              <a:t>nexus_work</a:t>
            </a:r>
            <a:r>
              <a:rPr lang="en-US" dirty="0" smtClean="0"/>
              <a:t>/android/device/</a:t>
            </a:r>
            <a:r>
              <a:rPr lang="en-US" dirty="0" err="1" smtClean="0"/>
              <a:t>asus</a:t>
            </a:r>
            <a:r>
              <a:rPr lang="en-US" dirty="0" smtClean="0"/>
              <a:t>/</a:t>
            </a:r>
            <a:r>
              <a:rPr lang="en-US" dirty="0" err="1" smtClean="0"/>
              <a:t>flo</a:t>
            </a:r>
            <a:r>
              <a:rPr lang="en-US" dirty="0" smtClean="0"/>
              <a:t>/</a:t>
            </a:r>
            <a:r>
              <a:rPr lang="en-US" dirty="0" err="1" smtClean="0"/>
              <a:t>init.flo.rc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Copy your program to OTA-Package</a:t>
            </a:r>
          </a:p>
          <a:p>
            <a:pPr lvl="1"/>
            <a:r>
              <a:rPr lang="en-US" dirty="0" smtClean="0"/>
              <a:t>~/nexus_work/android/build/target/product/mini.mk</a:t>
            </a:r>
          </a:p>
          <a:p>
            <a:pPr lvl="2"/>
            <a:r>
              <a:rPr lang="en-US" dirty="0"/>
              <a:t>PRODUCT_COPY_FILES += </a:t>
            </a:r>
            <a:r>
              <a:rPr lang="en-US" dirty="0" smtClean="0"/>
              <a:t>\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[local program path]:[system path]</a:t>
            </a:r>
            <a:endParaRPr lang="en-US" dirty="0"/>
          </a:p>
          <a:p>
            <a:pPr lvl="1"/>
            <a:r>
              <a:rPr lang="en-US" dirty="0" smtClean="0"/>
              <a:t>Ex.</a:t>
            </a:r>
            <a:endParaRPr lang="en-US" dirty="0"/>
          </a:p>
          <a:p>
            <a:pPr lvl="2"/>
            <a:r>
              <a:rPr lang="en-US" dirty="0"/>
              <a:t>PRODUCT_COPY_FILES += \</a:t>
            </a:r>
          </a:p>
          <a:p>
            <a:pPr marL="914400" lvl="2" indent="0">
              <a:buNone/>
            </a:pPr>
            <a:r>
              <a:rPr lang="en-US" dirty="0" smtClean="0"/>
              <a:t>	external/</a:t>
            </a:r>
            <a:r>
              <a:rPr lang="en-US" dirty="0" err="1" smtClean="0"/>
              <a:t>myapp</a:t>
            </a:r>
            <a:r>
              <a:rPr lang="en-US" dirty="0" smtClean="0"/>
              <a:t>/bin/</a:t>
            </a:r>
            <a:r>
              <a:rPr lang="en-US" dirty="0" err="1" smtClean="0"/>
              <a:t>myapp:system</a:t>
            </a:r>
            <a:r>
              <a:rPr lang="en-US" dirty="0" smtClean="0"/>
              <a:t>/</a:t>
            </a:r>
            <a:r>
              <a:rPr lang="en-US" dirty="0" err="1" smtClean="0"/>
              <a:t>usr</a:t>
            </a:r>
            <a:r>
              <a:rPr lang="en-US" dirty="0" smtClean="0"/>
              <a:t>/bin/</a:t>
            </a:r>
            <a:r>
              <a:rPr lang="en-US" dirty="0" err="1" smtClean="0"/>
              <a:t>myapp</a:t>
            </a:r>
            <a:endParaRPr lang="en-US" dirty="0" smtClean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8439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Script on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 err="1" smtClean="0"/>
              <a:t>nit.</a:t>
            </a:r>
            <a:r>
              <a:rPr lang="en-US" dirty="0" smtClean="0"/>
              <a:t>*.</a:t>
            </a:r>
            <a:r>
              <a:rPr lang="en-US" dirty="0" err="1" smtClean="0"/>
              <a:t>rc</a:t>
            </a:r>
            <a:endParaRPr lang="en-US" dirty="0" smtClean="0"/>
          </a:p>
          <a:p>
            <a:pPr lvl="1"/>
            <a:r>
              <a:rPr lang="en-US" dirty="0" smtClean="0"/>
              <a:t>Auto Run on Boot Format: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ervice [program name] [program path] [program option]…</a:t>
            </a:r>
          </a:p>
          <a:p>
            <a:pPr lvl="3"/>
            <a:r>
              <a:rPr lang="en-US" dirty="0" smtClean="0"/>
              <a:t>[service option]</a:t>
            </a:r>
          </a:p>
          <a:p>
            <a:pPr lvl="3"/>
            <a:r>
              <a:rPr lang="en-US" dirty="0"/>
              <a:t>.</a:t>
            </a:r>
          </a:p>
          <a:p>
            <a:pPr lvl="2"/>
            <a:r>
              <a:rPr lang="en-US" dirty="0" smtClean="0"/>
              <a:t>Ex:</a:t>
            </a:r>
          </a:p>
          <a:p>
            <a:pPr lvl="3"/>
            <a:r>
              <a:rPr lang="en-US" dirty="0" smtClean="0"/>
              <a:t>service </a:t>
            </a:r>
            <a:r>
              <a:rPr lang="en-US" dirty="0" err="1"/>
              <a:t>irsc_util</a:t>
            </a:r>
            <a:r>
              <a:rPr lang="en-US" dirty="0"/>
              <a:t> /system/bin/</a:t>
            </a:r>
            <a:r>
              <a:rPr lang="en-US" dirty="0" err="1"/>
              <a:t>logwrapper</a:t>
            </a:r>
            <a:r>
              <a:rPr lang="en-US" dirty="0"/>
              <a:t> /system/bin/</a:t>
            </a:r>
            <a:r>
              <a:rPr lang="en-US" dirty="0" err="1"/>
              <a:t>irsc_util</a:t>
            </a:r>
            <a:r>
              <a:rPr lang="en-US" dirty="0"/>
              <a:t> "/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sec_config</a:t>
            </a:r>
            <a:r>
              <a:rPr lang="en-US" dirty="0"/>
              <a:t>"</a:t>
            </a:r>
          </a:p>
          <a:p>
            <a:pPr lvl="4"/>
            <a:r>
              <a:rPr lang="en-US" dirty="0" smtClean="0"/>
              <a:t>class main &lt;- service group</a:t>
            </a:r>
            <a:endParaRPr lang="en-US" dirty="0"/>
          </a:p>
          <a:p>
            <a:pPr lvl="4"/>
            <a:r>
              <a:rPr lang="en-US" dirty="0" smtClean="0"/>
              <a:t>user root &lt;- run user or [group xxx]</a:t>
            </a:r>
            <a:endParaRPr lang="en-US" dirty="0"/>
          </a:p>
          <a:p>
            <a:pPr lvl="4"/>
            <a:r>
              <a:rPr lang="en-US" dirty="0" err="1" smtClean="0"/>
              <a:t>oneshot</a:t>
            </a:r>
            <a:r>
              <a:rPr lang="en-US" dirty="0" smtClean="0"/>
              <a:t> &lt;- </a:t>
            </a:r>
            <a:r>
              <a:rPr lang="en-US" dirty="0"/>
              <a:t>r</a:t>
            </a:r>
            <a:r>
              <a:rPr lang="en-US" dirty="0" smtClean="0"/>
              <a:t>un once</a:t>
            </a:r>
          </a:p>
          <a:p>
            <a:pPr lvl="4"/>
            <a:endParaRPr lang="en-US" dirty="0" smtClean="0"/>
          </a:p>
          <a:p>
            <a:pPr lvl="1"/>
            <a:r>
              <a:rPr lang="en-US" dirty="0" smtClean="0"/>
              <a:t>Change user/group/permission</a:t>
            </a:r>
          </a:p>
          <a:p>
            <a:pPr lvl="2"/>
            <a:r>
              <a:rPr lang="en-US" dirty="0" err="1" smtClean="0"/>
              <a:t>chown</a:t>
            </a:r>
            <a:r>
              <a:rPr lang="en-US" dirty="0" smtClean="0"/>
              <a:t>/</a:t>
            </a:r>
            <a:r>
              <a:rPr lang="en-US" dirty="0" err="1" smtClean="0"/>
              <a:t>chmod</a:t>
            </a:r>
            <a:endParaRPr lang="en-US" dirty="0"/>
          </a:p>
          <a:p>
            <a:pPr lvl="2"/>
            <a:r>
              <a:rPr lang="en-US" dirty="0" smtClean="0"/>
              <a:t>Ex:</a:t>
            </a:r>
          </a:p>
          <a:p>
            <a:pPr lvl="3"/>
            <a:r>
              <a:rPr lang="en-US" dirty="0" err="1"/>
              <a:t>c</a:t>
            </a:r>
            <a:r>
              <a:rPr lang="en-US" dirty="0" err="1" smtClean="0"/>
              <a:t>hmod</a:t>
            </a:r>
            <a:r>
              <a:rPr lang="en-US" dirty="0" smtClean="0"/>
              <a:t> 0777 /bin/</a:t>
            </a:r>
            <a:r>
              <a:rPr lang="en-US" dirty="0" err="1" smtClean="0"/>
              <a:t>myapp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60827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 Up Flow </a:t>
            </a:r>
            <a:r>
              <a:rPr lang="en-US" altLang="ja-JP" dirty="0" smtClean="0"/>
              <a:t>Kernel</a:t>
            </a:r>
            <a:r>
              <a:rPr lang="ja-JP" altLang="en-US" dirty="0" smtClean="0"/>
              <a:t>～</a:t>
            </a:r>
            <a:r>
              <a:rPr lang="en-US" altLang="ja-JP" dirty="0" smtClean="0"/>
              <a:t>Android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8"/>
            <a:ext cx="3013720" cy="5615830"/>
          </a:xfrm>
        </p:spPr>
        <p:txBody>
          <a:bodyPr/>
          <a:lstStyle/>
          <a:p>
            <a:r>
              <a:rPr lang="en-US" dirty="0" err="1" smtClean="0"/>
              <a:t>Init</a:t>
            </a:r>
            <a:endParaRPr lang="en-US" dirty="0" smtClean="0"/>
          </a:p>
          <a:p>
            <a:pPr lvl="1"/>
            <a:r>
              <a:rPr lang="en-US" dirty="0" smtClean="0"/>
              <a:t>Set </a:t>
            </a:r>
            <a:r>
              <a:rPr lang="en-US" altLang="ja-JP" dirty="0" smtClean="0"/>
              <a:t>Permission</a:t>
            </a:r>
          </a:p>
          <a:p>
            <a:pPr lvl="1"/>
            <a:r>
              <a:rPr lang="en-US" altLang="ja-JP" dirty="0" smtClean="0"/>
              <a:t>Mount Disks</a:t>
            </a:r>
          </a:p>
          <a:p>
            <a:pPr lvl="1"/>
            <a:r>
              <a:rPr lang="en-US" dirty="0" smtClean="0"/>
              <a:t>Load Driver</a:t>
            </a:r>
            <a:endParaRPr lang="en-US" dirty="0"/>
          </a:p>
          <a:p>
            <a:r>
              <a:rPr lang="en-US" dirty="0" smtClean="0"/>
              <a:t>Demons</a:t>
            </a:r>
          </a:p>
          <a:p>
            <a:pPr lvl="1"/>
            <a:r>
              <a:rPr lang="en-US" dirty="0" smtClean="0"/>
              <a:t>Linux App</a:t>
            </a:r>
          </a:p>
          <a:p>
            <a:r>
              <a:rPr lang="en-US" dirty="0" smtClean="0"/>
              <a:t>Zygote</a:t>
            </a:r>
          </a:p>
          <a:p>
            <a:pPr lvl="1"/>
            <a:r>
              <a:rPr lang="en-US" altLang="ja-JP" dirty="0"/>
              <a:t>Sharing </a:t>
            </a:r>
            <a:r>
              <a:rPr lang="en-US" altLang="ja-JP" dirty="0" err="1" smtClean="0"/>
              <a:t>JavaResource</a:t>
            </a:r>
            <a:r>
              <a:rPr lang="en-US" altLang="ja-JP" dirty="0" smtClean="0"/>
              <a:t> Manager</a:t>
            </a:r>
            <a:endParaRPr lang="en-US" dirty="0" smtClean="0"/>
          </a:p>
          <a:p>
            <a:r>
              <a:rPr lang="en-US" dirty="0" smtClean="0"/>
              <a:t>Runtime</a:t>
            </a:r>
          </a:p>
          <a:p>
            <a:pPr lvl="1"/>
            <a:r>
              <a:rPr lang="en-US" dirty="0" smtClean="0"/>
              <a:t>Linux SO</a:t>
            </a:r>
          </a:p>
          <a:p>
            <a:pPr lvl="1"/>
            <a:r>
              <a:rPr lang="en-US" dirty="0" smtClean="0"/>
              <a:t>Driver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148574"/>
            <a:ext cx="5438095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2288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Appendix: How to Setup so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want to use your so file.</a:t>
            </a:r>
          </a:p>
          <a:p>
            <a:endParaRPr lang="en-US" dirty="0" smtClean="0"/>
          </a:p>
          <a:p>
            <a:r>
              <a:rPr lang="en-US" dirty="0" smtClean="0"/>
              <a:t>How to Setup:</a:t>
            </a:r>
            <a:endParaRPr lang="en-US" dirty="0"/>
          </a:p>
          <a:p>
            <a:pPr lvl="1"/>
            <a:r>
              <a:rPr lang="en-US" dirty="0" smtClean="0"/>
              <a:t>Copy so file to:</a:t>
            </a:r>
            <a:endParaRPr lang="en-US" dirty="0"/>
          </a:p>
          <a:p>
            <a:pPr lvl="2"/>
            <a:r>
              <a:rPr lang="en-US" dirty="0"/>
              <a:t>PRODUCT_COPY_FILES += \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smtClean="0"/>
              <a:t>external/</a:t>
            </a:r>
            <a:r>
              <a:rPr lang="en-US" dirty="0" err="1" smtClean="0"/>
              <a:t>myso</a:t>
            </a:r>
            <a:r>
              <a:rPr lang="en-US" dirty="0" smtClean="0"/>
              <a:t>/bin/</a:t>
            </a:r>
            <a:r>
              <a:rPr lang="en-US" dirty="0" err="1" smtClean="0">
                <a:solidFill>
                  <a:srgbClr val="FF0000"/>
                </a:solidFill>
              </a:rPr>
              <a:t>lib</a:t>
            </a:r>
            <a:r>
              <a:rPr lang="en-US" dirty="0" err="1" smtClean="0"/>
              <a:t>myso.so:system</a:t>
            </a:r>
            <a:r>
              <a:rPr lang="en-US" dirty="0" smtClean="0"/>
              <a:t>/lib/</a:t>
            </a:r>
            <a:r>
              <a:rPr lang="en-US" dirty="0" smtClean="0">
                <a:solidFill>
                  <a:srgbClr val="FF0000"/>
                </a:solidFill>
              </a:rPr>
              <a:t>lib</a:t>
            </a:r>
            <a:r>
              <a:rPr lang="en-US" dirty="0" smtClean="0"/>
              <a:t>myso.so</a:t>
            </a:r>
          </a:p>
          <a:p>
            <a:r>
              <a:rPr lang="en-US" dirty="0" smtClean="0"/>
              <a:t>How to Use:</a:t>
            </a:r>
          </a:p>
          <a:p>
            <a:pPr lvl="1"/>
            <a:r>
              <a:rPr lang="en-US" dirty="0" smtClean="0"/>
              <a:t>With NDK. In “Android.mk”:</a:t>
            </a:r>
            <a:endParaRPr lang="en-US" dirty="0"/>
          </a:p>
          <a:p>
            <a:pPr lvl="2"/>
            <a:r>
              <a:rPr lang="en-US" dirty="0"/>
              <a:t>LOCAL_LDLIBS := </a:t>
            </a:r>
            <a:r>
              <a:rPr lang="en-US" dirty="0" smtClean="0"/>
              <a:t>-</a:t>
            </a:r>
            <a:r>
              <a:rPr lang="en-US" dirty="0" err="1" smtClean="0"/>
              <a:t>lmyso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74044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940</TotalTime>
  <Words>6194</Words>
  <Application>Microsoft Office PowerPoint</Application>
  <PresentationFormat>On-screen Show (4:3)</PresentationFormat>
  <Paragraphs>2002</Paragraphs>
  <Slides>155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1" baseType="lpstr">
      <vt:lpstr>ＭＳ Ｐゴシック</vt:lpstr>
      <vt:lpstr>メイリオ</vt:lpstr>
      <vt:lpstr>Arial</vt:lpstr>
      <vt:lpstr>Times</vt:lpstr>
      <vt:lpstr>Times New Roman</vt:lpstr>
      <vt:lpstr>siprop</vt:lpstr>
      <vt:lpstr>Quick Explanation of Pandaboard</vt:lpstr>
      <vt:lpstr>Today’s Topic</vt:lpstr>
      <vt:lpstr>Agenda</vt:lpstr>
      <vt:lpstr>PowerPoint Presentation</vt:lpstr>
      <vt:lpstr>What’s Pandaboard?</vt:lpstr>
      <vt:lpstr>How to Use Peripherals?</vt:lpstr>
      <vt:lpstr>How to Use Peripherals?</vt:lpstr>
      <vt:lpstr>Download &amp; Build u-boot</vt:lpstr>
      <vt:lpstr>About boot.scr</vt:lpstr>
      <vt:lpstr>About boot.scr</vt:lpstr>
      <vt:lpstr>Common Setup 1/2</vt:lpstr>
      <vt:lpstr>But……… TI support until 4.2</vt:lpstr>
      <vt:lpstr>PowerPoint Presentation</vt:lpstr>
      <vt:lpstr>Debugging by ICE(In Circuit Emulator)</vt:lpstr>
      <vt:lpstr>Why Need?</vt:lpstr>
      <vt:lpstr>PowerPoint Presentation</vt:lpstr>
      <vt:lpstr>Flyswatter2 Pandaboard</vt:lpstr>
      <vt:lpstr>Add Debug Information to Source Code</vt:lpstr>
      <vt:lpstr>Change KGDB Config</vt:lpstr>
      <vt:lpstr>Change KGDB Config</vt:lpstr>
      <vt:lpstr>Change u-boot</vt:lpstr>
      <vt:lpstr>Setup Debugging Software</vt:lpstr>
      <vt:lpstr>Setup Debugging Software</vt:lpstr>
      <vt:lpstr>JTAG Commands</vt:lpstr>
      <vt:lpstr>Ex. Break Point</vt:lpstr>
      <vt:lpstr>Customize Android System with NDK</vt:lpstr>
      <vt:lpstr>About Android</vt:lpstr>
      <vt:lpstr>Structure of out dir</vt:lpstr>
      <vt:lpstr>What’s Fastboot?</vt:lpstr>
      <vt:lpstr>About Android Source Code</vt:lpstr>
      <vt:lpstr>About Android Source Code</vt:lpstr>
      <vt:lpstr>PowerPoint Presentation</vt:lpstr>
      <vt:lpstr>What’s Nexus7?</vt:lpstr>
      <vt:lpstr>Customized UI/UX</vt:lpstr>
      <vt:lpstr>Application Framework Layer</vt:lpstr>
      <vt:lpstr>How to Develop?</vt:lpstr>
      <vt:lpstr>How to Develop?</vt:lpstr>
      <vt:lpstr>PowerPoint Presentation</vt:lpstr>
      <vt:lpstr>Application Framework Layer</vt:lpstr>
      <vt:lpstr>Goal</vt:lpstr>
      <vt:lpstr>Source Code of MyAPI</vt:lpstr>
      <vt:lpstr>Makefile of MyAPI</vt:lpstr>
      <vt:lpstr>Makefile of MyAPI</vt:lpstr>
      <vt:lpstr>build/envsetup.sh</vt:lpstr>
      <vt:lpstr>Setup Source Code of MyAPI</vt:lpstr>
      <vt:lpstr>Application Framework Layer</vt:lpstr>
      <vt:lpstr>Add MyAPI’s Source Code Path</vt:lpstr>
      <vt:lpstr>Set Target Product</vt:lpstr>
      <vt:lpstr>Set Class Path</vt:lpstr>
      <vt:lpstr>Make OTA image</vt:lpstr>
      <vt:lpstr>What’s Android OTA-Package</vt:lpstr>
      <vt:lpstr>PowerPoint Presentation</vt:lpstr>
      <vt:lpstr>No API on SDK…</vt:lpstr>
      <vt:lpstr>Setup API Version for MyAPI 1/2</vt:lpstr>
      <vt:lpstr>Setup API Version for MyAPI 2/2</vt:lpstr>
      <vt:lpstr>Setup JavaDoc</vt:lpstr>
      <vt:lpstr>Make MySDK</vt:lpstr>
      <vt:lpstr>PowerPoint Presentation</vt:lpstr>
      <vt:lpstr>Copy SDK to your Environment</vt:lpstr>
      <vt:lpstr>PowerPoint Presentation</vt:lpstr>
      <vt:lpstr>Library Layer</vt:lpstr>
      <vt:lpstr>How to Develop?</vt:lpstr>
      <vt:lpstr>PowerPoint Presentation</vt:lpstr>
      <vt:lpstr>Download OpenCV &amp; NDK tool</vt:lpstr>
      <vt:lpstr>Edit Setup File</vt:lpstr>
      <vt:lpstr>Set Path to SDK/NDK</vt:lpstr>
      <vt:lpstr>Make Version File</vt:lpstr>
      <vt:lpstr>Copy some haeder files &amp; so Libs</vt:lpstr>
      <vt:lpstr>Modify Compile Option</vt:lpstr>
      <vt:lpstr>Include new Include File Dir</vt:lpstr>
      <vt:lpstr>Delete "DetectTegra“ Func</vt:lpstr>
      <vt:lpstr>Make Define Log Func</vt:lpstr>
      <vt:lpstr>Include Fake Log Header</vt:lpstr>
      <vt:lpstr>Execute Auto Config &amp; make</vt:lpstr>
      <vt:lpstr>Where are Made Files?</vt:lpstr>
      <vt:lpstr>PowerPoint Presentation</vt:lpstr>
      <vt:lpstr>Native Application</vt:lpstr>
      <vt:lpstr>Use NativeActivity of OpenCV</vt:lpstr>
      <vt:lpstr>Edit AndroidManifest.xml</vt:lpstr>
      <vt:lpstr>About AndroidManifest.xml</vt:lpstr>
      <vt:lpstr>Edit jni/Application.xml</vt:lpstr>
      <vt:lpstr>Edit jni/Android.mk 1/8</vt:lpstr>
      <vt:lpstr>Edit jni/Android.mk 2/8</vt:lpstr>
      <vt:lpstr>Edit jni/Android.mk 3/8</vt:lpstr>
      <vt:lpstr>Edit jni/Android.mk 4/8</vt:lpstr>
      <vt:lpstr>Edit jni/Android.mk 5/8</vt:lpstr>
      <vt:lpstr>Edit jni/Android.mk 6/8</vt:lpstr>
      <vt:lpstr>Edit jni/Android.mk 7/8</vt:lpstr>
      <vt:lpstr>Edit jni/Android.mk 8/8</vt:lpstr>
      <vt:lpstr>Setup/Make Build.xml 1/2</vt:lpstr>
      <vt:lpstr>Setup/Make Build.xml 2/2</vt:lpstr>
      <vt:lpstr>Build NativeActivity</vt:lpstr>
      <vt:lpstr>Install NativeActivity.apk</vt:lpstr>
      <vt:lpstr>adb(Android Debug Bridge)</vt:lpstr>
      <vt:lpstr>PowerPoint Presentation</vt:lpstr>
      <vt:lpstr>Quick Explanation to NativeActivity</vt:lpstr>
      <vt:lpstr>Quick Explanation to NativeActivity</vt:lpstr>
      <vt:lpstr>LifeCycle Diagram</vt:lpstr>
      <vt:lpstr>But…</vt:lpstr>
      <vt:lpstr>Android Camera for Java</vt:lpstr>
      <vt:lpstr>Android Camera for OpenCV</vt:lpstr>
      <vt:lpstr>PowerPoint Presentation</vt:lpstr>
      <vt:lpstr>Kernel/Driver Layer</vt:lpstr>
      <vt:lpstr>PowerPoint Presentation</vt:lpstr>
      <vt:lpstr>Why?</vt:lpstr>
      <vt:lpstr>Add New UVC Driver</vt:lpstr>
      <vt:lpstr>Download &amp; Build kernel</vt:lpstr>
      <vt:lpstr>Change Permission</vt:lpstr>
      <vt:lpstr>Re-Make OTA image</vt:lpstr>
      <vt:lpstr>PowerPoint Presentation</vt:lpstr>
      <vt:lpstr>Download OpenCV &amp; NDK tool</vt:lpstr>
      <vt:lpstr>Edit Setup File</vt:lpstr>
      <vt:lpstr>Set Path to SDK/NDK</vt:lpstr>
      <vt:lpstr>Make Version File</vt:lpstr>
      <vt:lpstr>Copy some haeder files &amp; so Libs</vt:lpstr>
      <vt:lpstr>Include new Include File Dir</vt:lpstr>
      <vt:lpstr>Delete "DetectTegra“ Func</vt:lpstr>
      <vt:lpstr>Make Define Log Func</vt:lpstr>
      <vt:lpstr>Include Fake Log Header</vt:lpstr>
      <vt:lpstr>Comment Out AndroidCamera 1/2</vt:lpstr>
      <vt:lpstr>Comment Out AndroidCamera 2/2</vt:lpstr>
      <vt:lpstr>Comment in V4L 1/2</vt:lpstr>
      <vt:lpstr>Comment in V4L 2/2</vt:lpstr>
      <vt:lpstr>Copy V4L Header Files</vt:lpstr>
      <vt:lpstr>Delete Java Lib</vt:lpstr>
      <vt:lpstr>Execute Auto Config &amp; make</vt:lpstr>
      <vt:lpstr>Where are Made Files?</vt:lpstr>
      <vt:lpstr>PowerPoint Presentation</vt:lpstr>
      <vt:lpstr>Use NativeActivity of OpenCV</vt:lpstr>
      <vt:lpstr>Edit AndroidManifest.xml</vt:lpstr>
      <vt:lpstr>About AndroidManifest.xml</vt:lpstr>
      <vt:lpstr>Edit jni/Application.xml</vt:lpstr>
      <vt:lpstr>Edit jni/Android.mk 1/8</vt:lpstr>
      <vt:lpstr>Edit jni/Android.mk 2/8</vt:lpstr>
      <vt:lpstr>Edit jni/Android.mk 3/8</vt:lpstr>
      <vt:lpstr>Edit jni/Android.mk 4/8</vt:lpstr>
      <vt:lpstr>Edit jni/Android.mk 7/8</vt:lpstr>
      <vt:lpstr>Edit jni/Android.mk 8/8</vt:lpstr>
      <vt:lpstr>Setup libv4l for Android</vt:lpstr>
      <vt:lpstr>Edit jni/Android.mk Ext-1</vt:lpstr>
      <vt:lpstr>Edit jni/Android.mk Ext-2</vt:lpstr>
      <vt:lpstr>Edit jni/Android.mk Ext-3</vt:lpstr>
      <vt:lpstr>Setup/Make Build.xml 1/2</vt:lpstr>
      <vt:lpstr>Setup/Make Build.xml 2/2</vt:lpstr>
      <vt:lpstr>Build NativeActivity</vt:lpstr>
      <vt:lpstr>Install NativeActivity.apk</vt:lpstr>
      <vt:lpstr>PowerPoint Presentation</vt:lpstr>
      <vt:lpstr>How to Develop?</vt:lpstr>
      <vt:lpstr>Make Execute File</vt:lpstr>
      <vt:lpstr>Make Execute File</vt:lpstr>
      <vt:lpstr>Build Execute File</vt:lpstr>
      <vt:lpstr>Setup Exe File with OTA-Build</vt:lpstr>
      <vt:lpstr>Init Script on Android</vt:lpstr>
      <vt:lpstr>Boot Up Flow Kernel～Android System</vt:lpstr>
      <vt:lpstr>Appendix: How to Setup so File</vt:lpstr>
    </vt:vector>
  </TitlesOfParts>
  <Company>self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 Imamura</cp:lastModifiedBy>
  <cp:revision>329</cp:revision>
  <dcterms:created xsi:type="dcterms:W3CDTF">2013-12-05T12:17:56Z</dcterms:created>
  <dcterms:modified xsi:type="dcterms:W3CDTF">2013-12-13T04:43:08Z</dcterms:modified>
</cp:coreProperties>
</file>