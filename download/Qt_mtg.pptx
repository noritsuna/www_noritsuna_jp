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9" r:id="rId4"/>
    <p:sldId id="310" r:id="rId5"/>
    <p:sldId id="294" r:id="rId6"/>
    <p:sldId id="279" r:id="rId7"/>
    <p:sldId id="281" r:id="rId8"/>
    <p:sldId id="278" r:id="rId9"/>
    <p:sldId id="303" r:id="rId10"/>
    <p:sldId id="300" r:id="rId11"/>
    <p:sldId id="304" r:id="rId12"/>
    <p:sldId id="305" r:id="rId13"/>
    <p:sldId id="309" r:id="rId14"/>
    <p:sldId id="298" r:id="rId15"/>
    <p:sldId id="308" r:id="rId16"/>
    <p:sldId id="266" r:id="rId17"/>
    <p:sldId id="283" r:id="rId18"/>
    <p:sldId id="284" r:id="rId19"/>
    <p:sldId id="285" r:id="rId20"/>
    <p:sldId id="286" r:id="rId21"/>
    <p:sldId id="287" r:id="rId22"/>
    <p:sldId id="288" r:id="rId23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0318" autoAdjust="0"/>
  </p:normalViewPr>
  <p:slideViewPr>
    <p:cSldViewPr>
      <p:cViewPr varScale="1">
        <p:scale>
          <a:sx n="119" d="100"/>
          <a:sy n="119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61191-934C-4702-966D-E39BD0C944D7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AABAF497-55F0-4DAE-B65B-767D77E74469}">
      <dgm:prSet phldrT="[テキスト]"/>
      <dgm:spPr/>
      <dgm:t>
        <a:bodyPr/>
        <a:lstStyle/>
        <a:p>
          <a:r>
            <a:rPr kumimoji="1" lang="ja-JP" altLang="en-US" dirty="0"/>
            <a:t>出力</a:t>
          </a:r>
          <a:r>
            <a:rPr kumimoji="1" lang="en-US" altLang="ja-JP" dirty="0"/>
            <a:t>[W]</a:t>
          </a:r>
          <a:r>
            <a:rPr kumimoji="1" lang="ja-JP" altLang="en-US" dirty="0"/>
            <a:t>を　上げる</a:t>
          </a:r>
        </a:p>
      </dgm:t>
    </dgm:pt>
    <dgm:pt modelId="{061AAA35-9989-4A8B-8270-CD057483FC2C}" type="parTrans" cxnId="{4FCF4677-4298-421E-ADF9-C92A0FD31F11}">
      <dgm:prSet/>
      <dgm:spPr/>
      <dgm:t>
        <a:bodyPr/>
        <a:lstStyle/>
        <a:p>
          <a:endParaRPr kumimoji="1" lang="ja-JP" altLang="en-US"/>
        </a:p>
      </dgm:t>
    </dgm:pt>
    <dgm:pt modelId="{9186491D-2C35-478E-A5F0-1107D425E4EF}" type="sibTrans" cxnId="{4FCF4677-4298-421E-ADF9-C92A0FD31F11}">
      <dgm:prSet/>
      <dgm:spPr/>
      <dgm:t>
        <a:bodyPr/>
        <a:lstStyle/>
        <a:p>
          <a:endParaRPr kumimoji="1" lang="ja-JP" altLang="en-US"/>
        </a:p>
      </dgm:t>
    </dgm:pt>
    <dgm:pt modelId="{AEA1CA4C-0E1E-466F-BCFB-BAC4A52E05A9}">
      <dgm:prSet phldrT="[テキスト]"/>
      <dgm:spPr/>
      <dgm:t>
        <a:bodyPr/>
        <a:lstStyle/>
        <a:p>
          <a:r>
            <a:rPr kumimoji="1" lang="ja-JP" altLang="en-US" dirty="0"/>
            <a:t>利用可能な電力が少なく、出力増は困難</a:t>
          </a:r>
        </a:p>
      </dgm:t>
    </dgm:pt>
    <dgm:pt modelId="{AFBD3268-6DAC-4876-B28E-B76F7F85DC7A}" type="parTrans" cxnId="{89F24E26-135A-4184-97CD-80737378375F}">
      <dgm:prSet/>
      <dgm:spPr/>
      <dgm:t>
        <a:bodyPr/>
        <a:lstStyle/>
        <a:p>
          <a:endParaRPr kumimoji="1" lang="ja-JP" altLang="en-US"/>
        </a:p>
      </dgm:t>
    </dgm:pt>
    <dgm:pt modelId="{668534A4-A8E9-4C3E-A479-3AE1A0880327}" type="sibTrans" cxnId="{89F24E26-135A-4184-97CD-80737378375F}">
      <dgm:prSet/>
      <dgm:spPr/>
      <dgm:t>
        <a:bodyPr/>
        <a:lstStyle/>
        <a:p>
          <a:endParaRPr kumimoji="1" lang="ja-JP" altLang="en-US"/>
        </a:p>
      </dgm:t>
    </dgm:pt>
    <dgm:pt modelId="{23A7FCB8-94BB-4A7B-866A-1C4B55F585E7}">
      <dgm:prSet phldrT="[テキスト]"/>
      <dgm:spPr/>
      <dgm:t>
        <a:bodyPr/>
        <a:lstStyle/>
        <a:p>
          <a:r>
            <a:rPr kumimoji="1" lang="en-US" altLang="ja-JP" dirty="0"/>
            <a:t>JAMSAT</a:t>
          </a:r>
          <a:r>
            <a:rPr kumimoji="1" lang="ja-JP" altLang="en-US" dirty="0"/>
            <a:t>開発の省電力な無線機により</a:t>
          </a:r>
          <a:r>
            <a:rPr kumimoji="1" lang="en-US" altLang="ja-JP" dirty="0"/>
            <a:t>5V-&gt;3.3V</a:t>
          </a:r>
          <a:r>
            <a:rPr kumimoji="1" lang="ja-JP" altLang="en-US" dirty="0" err="1"/>
            <a:t>へと</a:t>
          </a:r>
          <a:r>
            <a:rPr kumimoji="1" lang="ja-JP" altLang="en-US" dirty="0"/>
            <a:t>電力効率化</a:t>
          </a:r>
        </a:p>
      </dgm:t>
    </dgm:pt>
    <dgm:pt modelId="{CB53BD29-8A26-470E-B88B-C80B55E1AC48}" type="parTrans" cxnId="{D3F8E20E-19C9-487A-A425-688DCEE36AE3}">
      <dgm:prSet/>
      <dgm:spPr/>
      <dgm:t>
        <a:bodyPr/>
        <a:lstStyle/>
        <a:p>
          <a:endParaRPr kumimoji="1" lang="ja-JP" altLang="en-US"/>
        </a:p>
      </dgm:t>
    </dgm:pt>
    <dgm:pt modelId="{878DF165-4CD7-40A9-BDB8-F7C77317A067}" type="sibTrans" cxnId="{D3F8E20E-19C9-487A-A425-688DCEE36AE3}">
      <dgm:prSet/>
      <dgm:spPr/>
      <dgm:t>
        <a:bodyPr/>
        <a:lstStyle/>
        <a:p>
          <a:endParaRPr kumimoji="1" lang="ja-JP" altLang="en-US"/>
        </a:p>
      </dgm:t>
    </dgm:pt>
    <dgm:pt modelId="{ACCE8762-0B48-42DE-8ABA-CE83436C284A}">
      <dgm:prSet phldrT="[テキスト]"/>
      <dgm:spPr/>
      <dgm:t>
        <a:bodyPr/>
        <a:lstStyle/>
        <a:p>
          <a:r>
            <a:rPr kumimoji="1" lang="ja-JP" altLang="en-US" dirty="0"/>
            <a:t>誤り訂正による　　　　利得向上</a:t>
          </a:r>
          <a:endParaRPr kumimoji="1" lang="en-US" altLang="ja-JP" dirty="0"/>
        </a:p>
      </dgm:t>
    </dgm:pt>
    <dgm:pt modelId="{214CDF01-43DF-4159-82F8-5121369259A4}" type="parTrans" cxnId="{D0279A01-CD65-4B06-B3AC-A4E5C8A13D96}">
      <dgm:prSet/>
      <dgm:spPr/>
      <dgm:t>
        <a:bodyPr/>
        <a:lstStyle/>
        <a:p>
          <a:endParaRPr kumimoji="1" lang="ja-JP" altLang="en-US"/>
        </a:p>
      </dgm:t>
    </dgm:pt>
    <dgm:pt modelId="{FF5D46DE-47B9-4CE9-8730-77D40564802F}" type="sibTrans" cxnId="{D0279A01-CD65-4B06-B3AC-A4E5C8A13D96}">
      <dgm:prSet/>
      <dgm:spPr/>
      <dgm:t>
        <a:bodyPr/>
        <a:lstStyle/>
        <a:p>
          <a:endParaRPr kumimoji="1" lang="ja-JP" altLang="en-US"/>
        </a:p>
      </dgm:t>
    </dgm:pt>
    <dgm:pt modelId="{AA4DFA53-5CA8-43A8-92FA-272585FB55CD}">
      <dgm:prSet phldrT="[テキスト]"/>
      <dgm:spPr/>
      <dgm:t>
        <a:bodyPr/>
        <a:lstStyle/>
        <a:p>
          <a:r>
            <a:rPr kumimoji="1" lang="en-US" altLang="ja-JP" dirty="0"/>
            <a:t>OSS</a:t>
          </a:r>
          <a:r>
            <a:rPr kumimoji="1" lang="ja-JP" altLang="en-US" dirty="0"/>
            <a:t>コミュニティーとの連携による第三世代誤り訂正</a:t>
          </a:r>
          <a:r>
            <a:rPr kumimoji="1" lang="en-US" altLang="ja-JP" dirty="0"/>
            <a:t>(LDPC)</a:t>
          </a:r>
          <a:r>
            <a:rPr kumimoji="1" lang="ja-JP" altLang="en-US" dirty="0"/>
            <a:t>の実装</a:t>
          </a:r>
          <a:endParaRPr kumimoji="1" lang="en-US" altLang="ja-JP" dirty="0"/>
        </a:p>
      </dgm:t>
    </dgm:pt>
    <dgm:pt modelId="{29873A59-F148-4B1A-A089-3C0D5645C19C}" type="parTrans" cxnId="{2FC0ED18-EBA3-4046-A61A-1A47191165B6}">
      <dgm:prSet/>
      <dgm:spPr/>
      <dgm:t>
        <a:bodyPr/>
        <a:lstStyle/>
        <a:p>
          <a:endParaRPr kumimoji="1" lang="ja-JP" altLang="en-US"/>
        </a:p>
      </dgm:t>
    </dgm:pt>
    <dgm:pt modelId="{B4A944C1-C304-4C6C-89A4-C3242DF8520B}" type="sibTrans" cxnId="{2FC0ED18-EBA3-4046-A61A-1A47191165B6}">
      <dgm:prSet/>
      <dgm:spPr/>
      <dgm:t>
        <a:bodyPr/>
        <a:lstStyle/>
        <a:p>
          <a:endParaRPr kumimoji="1" lang="ja-JP" altLang="en-US"/>
        </a:p>
      </dgm:t>
    </dgm:pt>
    <dgm:pt modelId="{A7FD4019-1C1C-49BA-B771-6F5787CE6FBB}">
      <dgm:prSet phldrT="[テキスト]"/>
      <dgm:spPr/>
      <dgm:t>
        <a:bodyPr/>
        <a:lstStyle/>
        <a:p>
          <a:r>
            <a:rPr kumimoji="1" lang="ja-JP" altLang="en-US" dirty="0"/>
            <a:t>専門家不在により第一世代誤り訂正</a:t>
          </a:r>
          <a:r>
            <a:rPr kumimoji="1" lang="en-US" altLang="ja-JP" dirty="0"/>
            <a:t>(RS)</a:t>
          </a:r>
          <a:r>
            <a:rPr kumimoji="1" lang="ja-JP" altLang="en-US" dirty="0"/>
            <a:t>を利用</a:t>
          </a:r>
          <a:endParaRPr kumimoji="1" lang="en-US" altLang="ja-JP" dirty="0"/>
        </a:p>
      </dgm:t>
    </dgm:pt>
    <dgm:pt modelId="{43B27DA4-57B4-40C8-BA85-C4FE9DB60DE2}" type="parTrans" cxnId="{D919F6BF-3DC4-4731-B6DA-32A8A2BDDE67}">
      <dgm:prSet/>
      <dgm:spPr/>
      <dgm:t>
        <a:bodyPr/>
        <a:lstStyle/>
        <a:p>
          <a:endParaRPr kumimoji="1" lang="ja-JP" altLang="en-US"/>
        </a:p>
      </dgm:t>
    </dgm:pt>
    <dgm:pt modelId="{618819FF-EE68-4273-AFFA-83294AF34F32}" type="sibTrans" cxnId="{D919F6BF-3DC4-4731-B6DA-32A8A2BDDE67}">
      <dgm:prSet/>
      <dgm:spPr/>
      <dgm:t>
        <a:bodyPr/>
        <a:lstStyle/>
        <a:p>
          <a:endParaRPr kumimoji="1" lang="ja-JP" altLang="en-US"/>
        </a:p>
      </dgm:t>
    </dgm:pt>
    <dgm:pt modelId="{6F4E0298-B042-4AEC-A307-02E858A5D7A6}">
      <dgm:prSet phldrT="[テキスト]"/>
      <dgm:spPr/>
      <dgm:t>
        <a:bodyPr/>
        <a:lstStyle/>
        <a:p>
          <a:r>
            <a:rPr kumimoji="1" lang="ja-JP" altLang="en-US" dirty="0"/>
            <a:t>高周波数帯を利用する</a:t>
          </a:r>
        </a:p>
      </dgm:t>
    </dgm:pt>
    <dgm:pt modelId="{B4619450-830C-4A4A-AB0F-EE3C2011A5AB}" type="parTrans" cxnId="{95D4D90D-4EAF-4FB2-B1EB-F8DBC51DCEFC}">
      <dgm:prSet/>
      <dgm:spPr/>
      <dgm:t>
        <a:bodyPr/>
        <a:lstStyle/>
        <a:p>
          <a:endParaRPr kumimoji="1" lang="ja-JP" altLang="en-US"/>
        </a:p>
      </dgm:t>
    </dgm:pt>
    <dgm:pt modelId="{7876B12A-894F-417D-B05F-5231AEF94785}" type="sibTrans" cxnId="{95D4D90D-4EAF-4FB2-B1EB-F8DBC51DCEFC}">
      <dgm:prSet/>
      <dgm:spPr/>
      <dgm:t>
        <a:bodyPr/>
        <a:lstStyle/>
        <a:p>
          <a:endParaRPr kumimoji="1" lang="ja-JP" altLang="en-US"/>
        </a:p>
      </dgm:t>
    </dgm:pt>
    <dgm:pt modelId="{E9F35368-E7F9-4585-AACC-3B688C2E01E8}">
      <dgm:prSet phldrT="[テキスト]"/>
      <dgm:spPr/>
      <dgm:t>
        <a:bodyPr/>
        <a:lstStyle/>
        <a:p>
          <a:r>
            <a:rPr kumimoji="1" lang="en-US" altLang="ja-JP" dirty="0"/>
            <a:t>5GHz</a:t>
          </a:r>
          <a:r>
            <a:rPr kumimoji="1" lang="ja-JP" altLang="en-US" dirty="0"/>
            <a:t>帯ではパラボラアンテナや追尾装置などが高価</a:t>
          </a:r>
        </a:p>
      </dgm:t>
    </dgm:pt>
    <dgm:pt modelId="{F3AD9735-6BF6-4761-8092-96633BA11479}" type="parTrans" cxnId="{08FD79E9-565A-45C7-96F0-DA0BDCAAD5AB}">
      <dgm:prSet/>
      <dgm:spPr/>
      <dgm:t>
        <a:bodyPr/>
        <a:lstStyle/>
        <a:p>
          <a:endParaRPr kumimoji="1" lang="ja-JP" altLang="en-US"/>
        </a:p>
      </dgm:t>
    </dgm:pt>
    <dgm:pt modelId="{4EEC8AFF-AD5F-4067-B8CB-0270FCBD614E}" type="sibTrans" cxnId="{08FD79E9-565A-45C7-96F0-DA0BDCAAD5AB}">
      <dgm:prSet/>
      <dgm:spPr/>
      <dgm:t>
        <a:bodyPr/>
        <a:lstStyle/>
        <a:p>
          <a:endParaRPr kumimoji="1" lang="ja-JP" altLang="en-US"/>
        </a:p>
      </dgm:t>
    </dgm:pt>
    <dgm:pt modelId="{49E0AE0C-4DBF-4221-BB06-CD501E66656D}">
      <dgm:prSet phldrT="[テキスト]"/>
      <dgm:spPr/>
      <dgm:t>
        <a:bodyPr/>
        <a:lstStyle/>
        <a:p>
          <a:r>
            <a:rPr kumimoji="1" lang="ja-JP" altLang="en-US" dirty="0"/>
            <a:t>従来の</a:t>
          </a:r>
          <a:r>
            <a:rPr kumimoji="1" lang="en-US" altLang="ja-JP" dirty="0"/>
            <a:t>430MHz</a:t>
          </a:r>
          <a:r>
            <a:rPr kumimoji="1" lang="ja-JP" altLang="en-US" dirty="0"/>
            <a:t>帯＋八木アンテナ＋</a:t>
          </a:r>
          <a:r>
            <a:rPr kumimoji="1" lang="ja-JP" altLang="en-US" dirty="0">
              <a:solidFill>
                <a:srgbClr val="FF0000"/>
              </a:solidFill>
            </a:rPr>
            <a:t>多受信局によるデータ統合</a:t>
          </a:r>
          <a:endParaRPr kumimoji="1" lang="en-US" altLang="ja-JP" dirty="0">
            <a:solidFill>
              <a:srgbClr val="FF0000"/>
            </a:solidFill>
          </a:endParaRPr>
        </a:p>
      </dgm:t>
    </dgm:pt>
    <dgm:pt modelId="{AA529278-7880-42EE-BF79-38CEAB52FC76}" type="parTrans" cxnId="{123C7D93-4DAA-4573-94BD-DD7B49AF2D31}">
      <dgm:prSet/>
      <dgm:spPr/>
      <dgm:t>
        <a:bodyPr/>
        <a:lstStyle/>
        <a:p>
          <a:endParaRPr kumimoji="1" lang="ja-JP" altLang="en-US"/>
        </a:p>
      </dgm:t>
    </dgm:pt>
    <dgm:pt modelId="{3DF86E49-0CB3-4FAE-9612-D8569F378914}" type="sibTrans" cxnId="{123C7D93-4DAA-4573-94BD-DD7B49AF2D31}">
      <dgm:prSet/>
      <dgm:spPr/>
      <dgm:t>
        <a:bodyPr/>
        <a:lstStyle/>
        <a:p>
          <a:endParaRPr kumimoji="1" lang="ja-JP" altLang="en-US"/>
        </a:p>
      </dgm:t>
    </dgm:pt>
    <dgm:pt modelId="{8E90B7B5-4BC6-491D-B6AA-1EF28FA26FDD}">
      <dgm:prSet phldrT="[テキスト]"/>
      <dgm:spPr/>
      <dgm:t>
        <a:bodyPr/>
        <a:lstStyle/>
        <a:p>
          <a:r>
            <a:rPr kumimoji="1" lang="ja-JP" altLang="en-US" dirty="0"/>
            <a:t>広い帯域を利用する</a:t>
          </a:r>
        </a:p>
      </dgm:t>
    </dgm:pt>
    <dgm:pt modelId="{A250BE01-733A-4F37-9DAD-C677E099349B}" type="parTrans" cxnId="{ADA40B6B-9B8A-49D4-884F-948401C91339}">
      <dgm:prSet/>
      <dgm:spPr/>
      <dgm:t>
        <a:bodyPr/>
        <a:lstStyle/>
        <a:p>
          <a:endParaRPr kumimoji="1" lang="ja-JP" altLang="en-US"/>
        </a:p>
      </dgm:t>
    </dgm:pt>
    <dgm:pt modelId="{AA5A07BA-2687-4D95-917E-FAEA2461380B}" type="sibTrans" cxnId="{ADA40B6B-9B8A-49D4-884F-948401C91339}">
      <dgm:prSet/>
      <dgm:spPr/>
      <dgm:t>
        <a:bodyPr/>
        <a:lstStyle/>
        <a:p>
          <a:endParaRPr kumimoji="1" lang="ja-JP" altLang="en-US"/>
        </a:p>
      </dgm:t>
    </dgm:pt>
    <dgm:pt modelId="{E39C0254-C450-4CCD-8338-95A5DFA40E1E}">
      <dgm:prSet phldrT="[テキスト]"/>
      <dgm:spPr/>
      <dgm:t>
        <a:bodyPr/>
        <a:lstStyle/>
        <a:p>
          <a:r>
            <a:rPr kumimoji="1" lang="ja-JP" altLang="en-US" dirty="0"/>
            <a:t>市販の無線機では</a:t>
          </a:r>
          <a:r>
            <a:rPr kumimoji="1" lang="en-US" altLang="ja-JP" dirty="0"/>
            <a:t>30kHz</a:t>
          </a:r>
          <a:r>
            <a:rPr kumimoji="1" lang="ja-JP" altLang="en-US" dirty="0"/>
            <a:t>幅までしか対応していない</a:t>
          </a:r>
        </a:p>
      </dgm:t>
    </dgm:pt>
    <dgm:pt modelId="{FF187632-59BE-402D-BE0E-DF117C79D1D0}" type="parTrans" cxnId="{6A0118C0-BCA0-4401-9343-F386B7A6B02C}">
      <dgm:prSet/>
      <dgm:spPr/>
      <dgm:t>
        <a:bodyPr/>
        <a:lstStyle/>
        <a:p>
          <a:endParaRPr kumimoji="1" lang="ja-JP" altLang="en-US"/>
        </a:p>
      </dgm:t>
    </dgm:pt>
    <dgm:pt modelId="{2E6D4921-D3C9-4617-A0D7-CD4CF02B3CC2}" type="sibTrans" cxnId="{6A0118C0-BCA0-4401-9343-F386B7A6B02C}">
      <dgm:prSet/>
      <dgm:spPr/>
      <dgm:t>
        <a:bodyPr/>
        <a:lstStyle/>
        <a:p>
          <a:endParaRPr kumimoji="1" lang="ja-JP" altLang="en-US"/>
        </a:p>
      </dgm:t>
    </dgm:pt>
    <dgm:pt modelId="{75BC76B4-ECFD-4655-BC5E-436E9DA4F793}">
      <dgm:prSet phldrT="[テキスト]"/>
      <dgm:spPr/>
      <dgm:t>
        <a:bodyPr/>
        <a:lstStyle/>
        <a:p>
          <a:r>
            <a:rPr kumimoji="1" lang="ja-JP" altLang="en-US" dirty="0"/>
            <a:t>ソフトウェア無線機</a:t>
          </a:r>
          <a:r>
            <a:rPr kumimoji="1" lang="en-US" altLang="ja-JP" dirty="0"/>
            <a:t>(SDR)</a:t>
          </a:r>
          <a:r>
            <a:rPr kumimoji="1" lang="ja-JP" altLang="en-US" dirty="0"/>
            <a:t>の利用により約</a:t>
          </a:r>
          <a:r>
            <a:rPr kumimoji="1" lang="en-US" altLang="ja-JP" dirty="0"/>
            <a:t>3</a:t>
          </a:r>
          <a:r>
            <a:rPr kumimoji="1" lang="ja-JP" altLang="en-US" dirty="0"/>
            <a:t>倍の帯域利用</a:t>
          </a:r>
        </a:p>
      </dgm:t>
    </dgm:pt>
    <dgm:pt modelId="{D59086F2-C5D7-4CD0-835B-BBD5C87732A9}" type="parTrans" cxnId="{7A767BB6-01A2-4780-8963-AA607AA97756}">
      <dgm:prSet/>
      <dgm:spPr/>
      <dgm:t>
        <a:bodyPr/>
        <a:lstStyle/>
        <a:p>
          <a:endParaRPr kumimoji="1" lang="ja-JP" altLang="en-US"/>
        </a:p>
      </dgm:t>
    </dgm:pt>
    <dgm:pt modelId="{B646DF6E-3C11-4AD4-9CCC-848F2DCE7E0D}" type="sibTrans" cxnId="{7A767BB6-01A2-4780-8963-AA607AA97756}">
      <dgm:prSet/>
      <dgm:spPr/>
      <dgm:t>
        <a:bodyPr/>
        <a:lstStyle/>
        <a:p>
          <a:endParaRPr kumimoji="1" lang="ja-JP" altLang="en-US"/>
        </a:p>
      </dgm:t>
    </dgm:pt>
    <dgm:pt modelId="{80F2C743-81D7-4EC7-A1B7-32AA0D39A681}" type="pres">
      <dgm:prSet presAssocID="{8A061191-934C-4702-966D-E39BD0C944D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5D726A1-0325-431C-B130-6E659A719860}" type="pres">
      <dgm:prSet presAssocID="{AABAF497-55F0-4DAE-B65B-767D77E74469}" presName="horFlow" presStyleCnt="0"/>
      <dgm:spPr/>
    </dgm:pt>
    <dgm:pt modelId="{C8EC01F2-9B31-407C-B93A-97FEF10D0BC6}" type="pres">
      <dgm:prSet presAssocID="{AABAF497-55F0-4DAE-B65B-767D77E74469}" presName="bigChev" presStyleLbl="node1" presStyleIdx="0" presStyleCnt="4" custLinFactNeighborY="-6433"/>
      <dgm:spPr/>
    </dgm:pt>
    <dgm:pt modelId="{348FDF38-ED5B-4CA3-9AC3-61556A3AD875}" type="pres">
      <dgm:prSet presAssocID="{AFBD3268-6DAC-4876-B28E-B76F7F85DC7A}" presName="parTrans" presStyleCnt="0"/>
      <dgm:spPr/>
    </dgm:pt>
    <dgm:pt modelId="{96B24E7B-A46C-435C-A541-21E094A50974}" type="pres">
      <dgm:prSet presAssocID="{AEA1CA4C-0E1E-466F-BCFB-BAC4A52E05A9}" presName="node" presStyleLbl="alignAccFollowNode1" presStyleIdx="0" presStyleCnt="8">
        <dgm:presLayoutVars>
          <dgm:bulletEnabled val="1"/>
        </dgm:presLayoutVars>
      </dgm:prSet>
      <dgm:spPr/>
    </dgm:pt>
    <dgm:pt modelId="{9D9D3FC8-4E20-4088-9C1E-9031A5923A75}" type="pres">
      <dgm:prSet presAssocID="{668534A4-A8E9-4C3E-A479-3AE1A0880327}" presName="sibTrans" presStyleCnt="0"/>
      <dgm:spPr/>
    </dgm:pt>
    <dgm:pt modelId="{7482A423-4989-4D04-90C2-F597640C6C87}" type="pres">
      <dgm:prSet presAssocID="{23A7FCB8-94BB-4A7B-866A-1C4B55F585E7}" presName="node" presStyleLbl="alignAccFollowNode1" presStyleIdx="1" presStyleCnt="8">
        <dgm:presLayoutVars>
          <dgm:bulletEnabled val="1"/>
        </dgm:presLayoutVars>
      </dgm:prSet>
      <dgm:spPr/>
    </dgm:pt>
    <dgm:pt modelId="{3F7DE534-86DC-4DF5-A4E2-7792333225AB}" type="pres">
      <dgm:prSet presAssocID="{AABAF497-55F0-4DAE-B65B-767D77E74469}" presName="vSp" presStyleCnt="0"/>
      <dgm:spPr/>
    </dgm:pt>
    <dgm:pt modelId="{A7B5095E-EB16-43FA-B4A5-3C89D1E5DB6F}" type="pres">
      <dgm:prSet presAssocID="{8E90B7B5-4BC6-491D-B6AA-1EF28FA26FDD}" presName="horFlow" presStyleCnt="0"/>
      <dgm:spPr/>
    </dgm:pt>
    <dgm:pt modelId="{15A2BAC1-6898-4C58-A01D-789C48BC5DC4}" type="pres">
      <dgm:prSet presAssocID="{8E90B7B5-4BC6-491D-B6AA-1EF28FA26FDD}" presName="bigChev" presStyleLbl="node1" presStyleIdx="1" presStyleCnt="4"/>
      <dgm:spPr/>
    </dgm:pt>
    <dgm:pt modelId="{DB360E57-C356-4DF2-B58F-D0B213A74F90}" type="pres">
      <dgm:prSet presAssocID="{FF187632-59BE-402D-BE0E-DF117C79D1D0}" presName="parTrans" presStyleCnt="0"/>
      <dgm:spPr/>
    </dgm:pt>
    <dgm:pt modelId="{0D7B6DAF-435C-45D4-A593-F6E4EF0B7CA7}" type="pres">
      <dgm:prSet presAssocID="{E39C0254-C450-4CCD-8338-95A5DFA40E1E}" presName="node" presStyleLbl="alignAccFollowNode1" presStyleIdx="2" presStyleCnt="8">
        <dgm:presLayoutVars>
          <dgm:bulletEnabled val="1"/>
        </dgm:presLayoutVars>
      </dgm:prSet>
      <dgm:spPr/>
    </dgm:pt>
    <dgm:pt modelId="{12AD0679-4A38-4004-AD60-4927AE5AE428}" type="pres">
      <dgm:prSet presAssocID="{2E6D4921-D3C9-4617-A0D7-CD4CF02B3CC2}" presName="sibTrans" presStyleCnt="0"/>
      <dgm:spPr/>
    </dgm:pt>
    <dgm:pt modelId="{04BE8117-CBE8-4080-AEF9-6CDEB17EB4E6}" type="pres">
      <dgm:prSet presAssocID="{75BC76B4-ECFD-4655-BC5E-436E9DA4F793}" presName="node" presStyleLbl="alignAccFollowNode1" presStyleIdx="3" presStyleCnt="8">
        <dgm:presLayoutVars>
          <dgm:bulletEnabled val="1"/>
        </dgm:presLayoutVars>
      </dgm:prSet>
      <dgm:spPr/>
    </dgm:pt>
    <dgm:pt modelId="{8A344ED8-2013-455C-8158-A1689711DF0E}" type="pres">
      <dgm:prSet presAssocID="{8E90B7B5-4BC6-491D-B6AA-1EF28FA26FDD}" presName="vSp" presStyleCnt="0"/>
      <dgm:spPr/>
    </dgm:pt>
    <dgm:pt modelId="{39EC3060-322C-4721-A3B0-9A2A52660F5F}" type="pres">
      <dgm:prSet presAssocID="{ACCE8762-0B48-42DE-8ABA-CE83436C284A}" presName="horFlow" presStyleCnt="0"/>
      <dgm:spPr/>
    </dgm:pt>
    <dgm:pt modelId="{F2563766-047E-400E-867A-6AC3BD44DBDF}" type="pres">
      <dgm:prSet presAssocID="{ACCE8762-0B48-42DE-8ABA-CE83436C284A}" presName="bigChev" presStyleLbl="node1" presStyleIdx="2" presStyleCnt="4"/>
      <dgm:spPr/>
    </dgm:pt>
    <dgm:pt modelId="{B1EB75B2-1823-4A21-9828-AC3D09DA7464}" type="pres">
      <dgm:prSet presAssocID="{43B27DA4-57B4-40C8-BA85-C4FE9DB60DE2}" presName="parTrans" presStyleCnt="0"/>
      <dgm:spPr/>
    </dgm:pt>
    <dgm:pt modelId="{C41ED973-ACBE-402D-BE2D-BF470DDA74F1}" type="pres">
      <dgm:prSet presAssocID="{A7FD4019-1C1C-49BA-B771-6F5787CE6FBB}" presName="node" presStyleLbl="alignAccFollowNode1" presStyleIdx="4" presStyleCnt="8">
        <dgm:presLayoutVars>
          <dgm:bulletEnabled val="1"/>
        </dgm:presLayoutVars>
      </dgm:prSet>
      <dgm:spPr/>
    </dgm:pt>
    <dgm:pt modelId="{79722411-37CD-48F9-A565-A0289AE03AC9}" type="pres">
      <dgm:prSet presAssocID="{618819FF-EE68-4273-AFFA-83294AF34F32}" presName="sibTrans" presStyleCnt="0"/>
      <dgm:spPr/>
    </dgm:pt>
    <dgm:pt modelId="{EB29148A-A356-4781-912E-4EDCA0C0CD77}" type="pres">
      <dgm:prSet presAssocID="{AA4DFA53-5CA8-43A8-92FA-272585FB55CD}" presName="node" presStyleLbl="alignAccFollowNode1" presStyleIdx="5" presStyleCnt="8">
        <dgm:presLayoutVars>
          <dgm:bulletEnabled val="1"/>
        </dgm:presLayoutVars>
      </dgm:prSet>
      <dgm:spPr/>
    </dgm:pt>
    <dgm:pt modelId="{6E23D65E-8F0F-4E94-8078-A241E5FA9F65}" type="pres">
      <dgm:prSet presAssocID="{ACCE8762-0B48-42DE-8ABA-CE83436C284A}" presName="vSp" presStyleCnt="0"/>
      <dgm:spPr/>
    </dgm:pt>
    <dgm:pt modelId="{9110F9ED-DBC5-4744-83B7-FC68789CB8F9}" type="pres">
      <dgm:prSet presAssocID="{6F4E0298-B042-4AEC-A307-02E858A5D7A6}" presName="horFlow" presStyleCnt="0"/>
      <dgm:spPr/>
    </dgm:pt>
    <dgm:pt modelId="{74EDC820-5E0A-47AC-B8D0-96C9C4004EE4}" type="pres">
      <dgm:prSet presAssocID="{6F4E0298-B042-4AEC-A307-02E858A5D7A6}" presName="bigChev" presStyleLbl="node1" presStyleIdx="3" presStyleCnt="4"/>
      <dgm:spPr/>
    </dgm:pt>
    <dgm:pt modelId="{401D16CE-EC05-409C-A8F2-89EC4325C73C}" type="pres">
      <dgm:prSet presAssocID="{F3AD9735-6BF6-4761-8092-96633BA11479}" presName="parTrans" presStyleCnt="0"/>
      <dgm:spPr/>
    </dgm:pt>
    <dgm:pt modelId="{5B2FCE31-9233-4172-AB29-F80E270B777F}" type="pres">
      <dgm:prSet presAssocID="{E9F35368-E7F9-4585-AACC-3B688C2E01E8}" presName="node" presStyleLbl="alignAccFollowNode1" presStyleIdx="6" presStyleCnt="8">
        <dgm:presLayoutVars>
          <dgm:bulletEnabled val="1"/>
        </dgm:presLayoutVars>
      </dgm:prSet>
      <dgm:spPr/>
    </dgm:pt>
    <dgm:pt modelId="{B1DC5D03-0DC6-4D9B-8DEB-8187C45C4FC6}" type="pres">
      <dgm:prSet presAssocID="{4EEC8AFF-AD5F-4067-B8CB-0270FCBD614E}" presName="sibTrans" presStyleCnt="0"/>
      <dgm:spPr/>
    </dgm:pt>
    <dgm:pt modelId="{DF04FF45-5530-499C-B824-CAC102DEE97A}" type="pres">
      <dgm:prSet presAssocID="{49E0AE0C-4DBF-4221-BB06-CD501E66656D}" presName="node" presStyleLbl="alignAccFollowNode1" presStyleIdx="7" presStyleCnt="8">
        <dgm:presLayoutVars>
          <dgm:bulletEnabled val="1"/>
        </dgm:presLayoutVars>
      </dgm:prSet>
      <dgm:spPr/>
    </dgm:pt>
  </dgm:ptLst>
  <dgm:cxnLst>
    <dgm:cxn modelId="{D0279A01-CD65-4B06-B3AC-A4E5C8A13D96}" srcId="{8A061191-934C-4702-966D-E39BD0C944D7}" destId="{ACCE8762-0B48-42DE-8ABA-CE83436C284A}" srcOrd="2" destOrd="0" parTransId="{214CDF01-43DF-4159-82F8-5121369259A4}" sibTransId="{FF5D46DE-47B9-4CE9-8730-77D40564802F}"/>
    <dgm:cxn modelId="{95D4D90D-4EAF-4FB2-B1EB-F8DBC51DCEFC}" srcId="{8A061191-934C-4702-966D-E39BD0C944D7}" destId="{6F4E0298-B042-4AEC-A307-02E858A5D7A6}" srcOrd="3" destOrd="0" parTransId="{B4619450-830C-4A4A-AB0F-EE3C2011A5AB}" sibTransId="{7876B12A-894F-417D-B05F-5231AEF94785}"/>
    <dgm:cxn modelId="{D3F8E20E-19C9-487A-A425-688DCEE36AE3}" srcId="{AABAF497-55F0-4DAE-B65B-767D77E74469}" destId="{23A7FCB8-94BB-4A7B-866A-1C4B55F585E7}" srcOrd="1" destOrd="0" parTransId="{CB53BD29-8A26-470E-B88B-C80B55E1AC48}" sibTransId="{878DF165-4CD7-40A9-BDB8-F7C77317A067}"/>
    <dgm:cxn modelId="{2FC0ED18-EBA3-4046-A61A-1A47191165B6}" srcId="{ACCE8762-0B48-42DE-8ABA-CE83436C284A}" destId="{AA4DFA53-5CA8-43A8-92FA-272585FB55CD}" srcOrd="1" destOrd="0" parTransId="{29873A59-F148-4B1A-A089-3C0D5645C19C}" sibTransId="{B4A944C1-C304-4C6C-89A4-C3242DF8520B}"/>
    <dgm:cxn modelId="{7EC9EF1A-E062-445A-91DF-BA8C18672D69}" type="presOf" srcId="{E9F35368-E7F9-4585-AACC-3B688C2E01E8}" destId="{5B2FCE31-9233-4172-AB29-F80E270B777F}" srcOrd="0" destOrd="0" presId="urn:microsoft.com/office/officeart/2005/8/layout/lProcess3"/>
    <dgm:cxn modelId="{58062022-8012-41EC-8C06-66B512B1C23F}" type="presOf" srcId="{AABAF497-55F0-4DAE-B65B-767D77E74469}" destId="{C8EC01F2-9B31-407C-B93A-97FEF10D0BC6}" srcOrd="0" destOrd="0" presId="urn:microsoft.com/office/officeart/2005/8/layout/lProcess3"/>
    <dgm:cxn modelId="{89F24E26-135A-4184-97CD-80737378375F}" srcId="{AABAF497-55F0-4DAE-B65B-767D77E74469}" destId="{AEA1CA4C-0E1E-466F-BCFB-BAC4A52E05A9}" srcOrd="0" destOrd="0" parTransId="{AFBD3268-6DAC-4876-B28E-B76F7F85DC7A}" sibTransId="{668534A4-A8E9-4C3E-A479-3AE1A0880327}"/>
    <dgm:cxn modelId="{91F50D2B-6301-4519-96AB-C555C933E224}" type="presOf" srcId="{A7FD4019-1C1C-49BA-B771-6F5787CE6FBB}" destId="{C41ED973-ACBE-402D-BE2D-BF470DDA74F1}" srcOrd="0" destOrd="0" presId="urn:microsoft.com/office/officeart/2005/8/layout/lProcess3"/>
    <dgm:cxn modelId="{ADA40B6B-9B8A-49D4-884F-948401C91339}" srcId="{8A061191-934C-4702-966D-E39BD0C944D7}" destId="{8E90B7B5-4BC6-491D-B6AA-1EF28FA26FDD}" srcOrd="1" destOrd="0" parTransId="{A250BE01-733A-4F37-9DAD-C677E099349B}" sibTransId="{AA5A07BA-2687-4D95-917E-FAEA2461380B}"/>
    <dgm:cxn modelId="{60493452-B3AF-4450-87E7-925F1A754108}" type="presOf" srcId="{75BC76B4-ECFD-4655-BC5E-436E9DA4F793}" destId="{04BE8117-CBE8-4080-AEF9-6CDEB17EB4E6}" srcOrd="0" destOrd="0" presId="urn:microsoft.com/office/officeart/2005/8/layout/lProcess3"/>
    <dgm:cxn modelId="{4FCF4677-4298-421E-ADF9-C92A0FD31F11}" srcId="{8A061191-934C-4702-966D-E39BD0C944D7}" destId="{AABAF497-55F0-4DAE-B65B-767D77E74469}" srcOrd="0" destOrd="0" parTransId="{061AAA35-9989-4A8B-8270-CD057483FC2C}" sibTransId="{9186491D-2C35-478E-A5F0-1107D425E4EF}"/>
    <dgm:cxn modelId="{123C7D93-4DAA-4573-94BD-DD7B49AF2D31}" srcId="{6F4E0298-B042-4AEC-A307-02E858A5D7A6}" destId="{49E0AE0C-4DBF-4221-BB06-CD501E66656D}" srcOrd="1" destOrd="0" parTransId="{AA529278-7880-42EE-BF79-38CEAB52FC76}" sibTransId="{3DF86E49-0CB3-4FAE-9612-D8569F378914}"/>
    <dgm:cxn modelId="{48BF909E-1256-46A9-8020-7FFB069E68A3}" type="presOf" srcId="{AA4DFA53-5CA8-43A8-92FA-272585FB55CD}" destId="{EB29148A-A356-4781-912E-4EDCA0C0CD77}" srcOrd="0" destOrd="0" presId="urn:microsoft.com/office/officeart/2005/8/layout/lProcess3"/>
    <dgm:cxn modelId="{75AF73A4-E8A9-41E4-9EFB-6C664A6708F0}" type="presOf" srcId="{23A7FCB8-94BB-4A7B-866A-1C4B55F585E7}" destId="{7482A423-4989-4D04-90C2-F597640C6C87}" srcOrd="0" destOrd="0" presId="urn:microsoft.com/office/officeart/2005/8/layout/lProcess3"/>
    <dgm:cxn modelId="{DD83D2B1-E4B3-4C88-A6C3-E6FB1C314082}" type="presOf" srcId="{E39C0254-C450-4CCD-8338-95A5DFA40E1E}" destId="{0D7B6DAF-435C-45D4-A593-F6E4EF0B7CA7}" srcOrd="0" destOrd="0" presId="urn:microsoft.com/office/officeart/2005/8/layout/lProcess3"/>
    <dgm:cxn modelId="{7A767BB6-01A2-4780-8963-AA607AA97756}" srcId="{8E90B7B5-4BC6-491D-B6AA-1EF28FA26FDD}" destId="{75BC76B4-ECFD-4655-BC5E-436E9DA4F793}" srcOrd="1" destOrd="0" parTransId="{D59086F2-C5D7-4CD0-835B-BBD5C87732A9}" sibTransId="{B646DF6E-3C11-4AD4-9CCC-848F2DCE7E0D}"/>
    <dgm:cxn modelId="{0325BFBF-77ED-48BA-8C18-A5DB7520A326}" type="presOf" srcId="{6F4E0298-B042-4AEC-A307-02E858A5D7A6}" destId="{74EDC820-5E0A-47AC-B8D0-96C9C4004EE4}" srcOrd="0" destOrd="0" presId="urn:microsoft.com/office/officeart/2005/8/layout/lProcess3"/>
    <dgm:cxn modelId="{D919F6BF-3DC4-4731-B6DA-32A8A2BDDE67}" srcId="{ACCE8762-0B48-42DE-8ABA-CE83436C284A}" destId="{A7FD4019-1C1C-49BA-B771-6F5787CE6FBB}" srcOrd="0" destOrd="0" parTransId="{43B27DA4-57B4-40C8-BA85-C4FE9DB60DE2}" sibTransId="{618819FF-EE68-4273-AFFA-83294AF34F32}"/>
    <dgm:cxn modelId="{6A0118C0-BCA0-4401-9343-F386B7A6B02C}" srcId="{8E90B7B5-4BC6-491D-B6AA-1EF28FA26FDD}" destId="{E39C0254-C450-4CCD-8338-95A5DFA40E1E}" srcOrd="0" destOrd="0" parTransId="{FF187632-59BE-402D-BE0E-DF117C79D1D0}" sibTransId="{2E6D4921-D3C9-4617-A0D7-CD4CF02B3CC2}"/>
    <dgm:cxn modelId="{0DCAD4DC-1864-4AA0-9482-9810A7422718}" type="presOf" srcId="{49E0AE0C-4DBF-4221-BB06-CD501E66656D}" destId="{DF04FF45-5530-499C-B824-CAC102DEE97A}" srcOrd="0" destOrd="0" presId="urn:microsoft.com/office/officeart/2005/8/layout/lProcess3"/>
    <dgm:cxn modelId="{784B47DD-78E3-4117-B7ED-DF59BAAB4055}" type="presOf" srcId="{8E90B7B5-4BC6-491D-B6AA-1EF28FA26FDD}" destId="{15A2BAC1-6898-4C58-A01D-789C48BC5DC4}" srcOrd="0" destOrd="0" presId="urn:microsoft.com/office/officeart/2005/8/layout/lProcess3"/>
    <dgm:cxn modelId="{08FD79E9-565A-45C7-96F0-DA0BDCAAD5AB}" srcId="{6F4E0298-B042-4AEC-A307-02E858A5D7A6}" destId="{E9F35368-E7F9-4585-AACC-3B688C2E01E8}" srcOrd="0" destOrd="0" parTransId="{F3AD9735-6BF6-4761-8092-96633BA11479}" sibTransId="{4EEC8AFF-AD5F-4067-B8CB-0270FCBD614E}"/>
    <dgm:cxn modelId="{CAFAD4EB-9441-48AD-A6A2-2EF7BD16CF46}" type="presOf" srcId="{8A061191-934C-4702-966D-E39BD0C944D7}" destId="{80F2C743-81D7-4EC7-A1B7-32AA0D39A681}" srcOrd="0" destOrd="0" presId="urn:microsoft.com/office/officeart/2005/8/layout/lProcess3"/>
    <dgm:cxn modelId="{463D03F3-2BDB-402E-A5EE-FB7FAA74E84B}" type="presOf" srcId="{AEA1CA4C-0E1E-466F-BCFB-BAC4A52E05A9}" destId="{96B24E7B-A46C-435C-A541-21E094A50974}" srcOrd="0" destOrd="0" presId="urn:microsoft.com/office/officeart/2005/8/layout/lProcess3"/>
    <dgm:cxn modelId="{95C3D5FF-7A97-4132-9953-82DD63D65D79}" type="presOf" srcId="{ACCE8762-0B48-42DE-8ABA-CE83436C284A}" destId="{F2563766-047E-400E-867A-6AC3BD44DBDF}" srcOrd="0" destOrd="0" presId="urn:microsoft.com/office/officeart/2005/8/layout/lProcess3"/>
    <dgm:cxn modelId="{8A7B9F52-2FDE-4A95-9B64-0482B5670B52}" type="presParOf" srcId="{80F2C743-81D7-4EC7-A1B7-32AA0D39A681}" destId="{C5D726A1-0325-431C-B130-6E659A719860}" srcOrd="0" destOrd="0" presId="urn:microsoft.com/office/officeart/2005/8/layout/lProcess3"/>
    <dgm:cxn modelId="{9DAD5BAF-8CB3-4560-A0A7-759F0A0560ED}" type="presParOf" srcId="{C5D726A1-0325-431C-B130-6E659A719860}" destId="{C8EC01F2-9B31-407C-B93A-97FEF10D0BC6}" srcOrd="0" destOrd="0" presId="urn:microsoft.com/office/officeart/2005/8/layout/lProcess3"/>
    <dgm:cxn modelId="{5B2CDA3C-579F-4A2F-BF3D-1BCE6FBEF48F}" type="presParOf" srcId="{C5D726A1-0325-431C-B130-6E659A719860}" destId="{348FDF38-ED5B-4CA3-9AC3-61556A3AD875}" srcOrd="1" destOrd="0" presId="urn:microsoft.com/office/officeart/2005/8/layout/lProcess3"/>
    <dgm:cxn modelId="{816A690C-D7B9-46C6-B07E-7DBD1DD1D1BD}" type="presParOf" srcId="{C5D726A1-0325-431C-B130-6E659A719860}" destId="{96B24E7B-A46C-435C-A541-21E094A50974}" srcOrd="2" destOrd="0" presId="urn:microsoft.com/office/officeart/2005/8/layout/lProcess3"/>
    <dgm:cxn modelId="{4C8C8D61-6CB9-4D12-9474-5BCA62BF0E5C}" type="presParOf" srcId="{C5D726A1-0325-431C-B130-6E659A719860}" destId="{9D9D3FC8-4E20-4088-9C1E-9031A5923A75}" srcOrd="3" destOrd="0" presId="urn:microsoft.com/office/officeart/2005/8/layout/lProcess3"/>
    <dgm:cxn modelId="{5BAAB24D-5542-4384-8882-D31736135EC4}" type="presParOf" srcId="{C5D726A1-0325-431C-B130-6E659A719860}" destId="{7482A423-4989-4D04-90C2-F597640C6C87}" srcOrd="4" destOrd="0" presId="urn:microsoft.com/office/officeart/2005/8/layout/lProcess3"/>
    <dgm:cxn modelId="{6829A2A5-AADE-49DC-80F3-F2FF95E37831}" type="presParOf" srcId="{80F2C743-81D7-4EC7-A1B7-32AA0D39A681}" destId="{3F7DE534-86DC-4DF5-A4E2-7792333225AB}" srcOrd="1" destOrd="0" presId="urn:microsoft.com/office/officeart/2005/8/layout/lProcess3"/>
    <dgm:cxn modelId="{9E3D104F-2114-4C00-8C21-C7D7E7255C46}" type="presParOf" srcId="{80F2C743-81D7-4EC7-A1B7-32AA0D39A681}" destId="{A7B5095E-EB16-43FA-B4A5-3C89D1E5DB6F}" srcOrd="2" destOrd="0" presId="urn:microsoft.com/office/officeart/2005/8/layout/lProcess3"/>
    <dgm:cxn modelId="{49BAAB86-45CE-4C56-9C2C-EE5EAB9BDC4D}" type="presParOf" srcId="{A7B5095E-EB16-43FA-B4A5-3C89D1E5DB6F}" destId="{15A2BAC1-6898-4C58-A01D-789C48BC5DC4}" srcOrd="0" destOrd="0" presId="urn:microsoft.com/office/officeart/2005/8/layout/lProcess3"/>
    <dgm:cxn modelId="{1A37DC4C-0820-431C-9B53-26B27585DA8D}" type="presParOf" srcId="{A7B5095E-EB16-43FA-B4A5-3C89D1E5DB6F}" destId="{DB360E57-C356-4DF2-B58F-D0B213A74F90}" srcOrd="1" destOrd="0" presId="urn:microsoft.com/office/officeart/2005/8/layout/lProcess3"/>
    <dgm:cxn modelId="{51AAAF2B-BC6B-4E9C-A553-8378D9DD27A9}" type="presParOf" srcId="{A7B5095E-EB16-43FA-B4A5-3C89D1E5DB6F}" destId="{0D7B6DAF-435C-45D4-A593-F6E4EF0B7CA7}" srcOrd="2" destOrd="0" presId="urn:microsoft.com/office/officeart/2005/8/layout/lProcess3"/>
    <dgm:cxn modelId="{D7C1A41D-9159-4B25-A0DF-6E5A63DF627D}" type="presParOf" srcId="{A7B5095E-EB16-43FA-B4A5-3C89D1E5DB6F}" destId="{12AD0679-4A38-4004-AD60-4927AE5AE428}" srcOrd="3" destOrd="0" presId="urn:microsoft.com/office/officeart/2005/8/layout/lProcess3"/>
    <dgm:cxn modelId="{D3FAEBB6-A229-4D4B-9C92-A090312246C0}" type="presParOf" srcId="{A7B5095E-EB16-43FA-B4A5-3C89D1E5DB6F}" destId="{04BE8117-CBE8-4080-AEF9-6CDEB17EB4E6}" srcOrd="4" destOrd="0" presId="urn:microsoft.com/office/officeart/2005/8/layout/lProcess3"/>
    <dgm:cxn modelId="{FCA974AF-BAE3-4735-8C8C-EC1AB7D30471}" type="presParOf" srcId="{80F2C743-81D7-4EC7-A1B7-32AA0D39A681}" destId="{8A344ED8-2013-455C-8158-A1689711DF0E}" srcOrd="3" destOrd="0" presId="urn:microsoft.com/office/officeart/2005/8/layout/lProcess3"/>
    <dgm:cxn modelId="{542B168B-3662-4FAA-81BA-5C26A6DE10FE}" type="presParOf" srcId="{80F2C743-81D7-4EC7-A1B7-32AA0D39A681}" destId="{39EC3060-322C-4721-A3B0-9A2A52660F5F}" srcOrd="4" destOrd="0" presId="urn:microsoft.com/office/officeart/2005/8/layout/lProcess3"/>
    <dgm:cxn modelId="{9307DAD7-1079-4E0B-95B0-2DD167BACEAF}" type="presParOf" srcId="{39EC3060-322C-4721-A3B0-9A2A52660F5F}" destId="{F2563766-047E-400E-867A-6AC3BD44DBDF}" srcOrd="0" destOrd="0" presId="urn:microsoft.com/office/officeart/2005/8/layout/lProcess3"/>
    <dgm:cxn modelId="{3AD8E250-3A34-4DB4-8B80-D43929B9260C}" type="presParOf" srcId="{39EC3060-322C-4721-A3B0-9A2A52660F5F}" destId="{B1EB75B2-1823-4A21-9828-AC3D09DA7464}" srcOrd="1" destOrd="0" presId="urn:microsoft.com/office/officeart/2005/8/layout/lProcess3"/>
    <dgm:cxn modelId="{7D243643-2387-4995-BE5B-2414B3FEAB62}" type="presParOf" srcId="{39EC3060-322C-4721-A3B0-9A2A52660F5F}" destId="{C41ED973-ACBE-402D-BE2D-BF470DDA74F1}" srcOrd="2" destOrd="0" presId="urn:microsoft.com/office/officeart/2005/8/layout/lProcess3"/>
    <dgm:cxn modelId="{A4B58DF9-AD13-4498-9778-1163F8783025}" type="presParOf" srcId="{39EC3060-322C-4721-A3B0-9A2A52660F5F}" destId="{79722411-37CD-48F9-A565-A0289AE03AC9}" srcOrd="3" destOrd="0" presId="urn:microsoft.com/office/officeart/2005/8/layout/lProcess3"/>
    <dgm:cxn modelId="{7F6FC23A-45E6-49F3-81F8-604D3058D75A}" type="presParOf" srcId="{39EC3060-322C-4721-A3B0-9A2A52660F5F}" destId="{EB29148A-A356-4781-912E-4EDCA0C0CD77}" srcOrd="4" destOrd="0" presId="urn:microsoft.com/office/officeart/2005/8/layout/lProcess3"/>
    <dgm:cxn modelId="{4F22C4F8-E81A-4143-BC2B-59FEBC9236BD}" type="presParOf" srcId="{80F2C743-81D7-4EC7-A1B7-32AA0D39A681}" destId="{6E23D65E-8F0F-4E94-8078-A241E5FA9F65}" srcOrd="5" destOrd="0" presId="urn:microsoft.com/office/officeart/2005/8/layout/lProcess3"/>
    <dgm:cxn modelId="{82406EA9-2274-4F96-917D-A37B7E9D274B}" type="presParOf" srcId="{80F2C743-81D7-4EC7-A1B7-32AA0D39A681}" destId="{9110F9ED-DBC5-4744-83B7-FC68789CB8F9}" srcOrd="6" destOrd="0" presId="urn:microsoft.com/office/officeart/2005/8/layout/lProcess3"/>
    <dgm:cxn modelId="{34C7CB5E-5A19-4739-96A4-5480AA9C1831}" type="presParOf" srcId="{9110F9ED-DBC5-4744-83B7-FC68789CB8F9}" destId="{74EDC820-5E0A-47AC-B8D0-96C9C4004EE4}" srcOrd="0" destOrd="0" presId="urn:microsoft.com/office/officeart/2005/8/layout/lProcess3"/>
    <dgm:cxn modelId="{FE036214-E0CF-4308-8881-E017C31E2EFF}" type="presParOf" srcId="{9110F9ED-DBC5-4744-83B7-FC68789CB8F9}" destId="{401D16CE-EC05-409C-A8F2-89EC4325C73C}" srcOrd="1" destOrd="0" presId="urn:microsoft.com/office/officeart/2005/8/layout/lProcess3"/>
    <dgm:cxn modelId="{10AF9C6E-7FA3-417C-9B57-C6CAB96454D8}" type="presParOf" srcId="{9110F9ED-DBC5-4744-83B7-FC68789CB8F9}" destId="{5B2FCE31-9233-4172-AB29-F80E270B777F}" srcOrd="2" destOrd="0" presId="urn:microsoft.com/office/officeart/2005/8/layout/lProcess3"/>
    <dgm:cxn modelId="{36D70996-DA6B-4703-9A3D-C8BD3FD7837A}" type="presParOf" srcId="{9110F9ED-DBC5-4744-83B7-FC68789CB8F9}" destId="{B1DC5D03-0DC6-4D9B-8DEB-8187C45C4FC6}" srcOrd="3" destOrd="0" presId="urn:microsoft.com/office/officeart/2005/8/layout/lProcess3"/>
    <dgm:cxn modelId="{3388513A-6F2A-4843-8078-1D457411CD6A}" type="presParOf" srcId="{9110F9ED-DBC5-4744-83B7-FC68789CB8F9}" destId="{DF04FF45-5530-499C-B824-CAC102DEE97A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2A6EF4-E14C-4199-B525-C6AF5F20920C}" type="doc">
      <dgm:prSet loTypeId="urn:microsoft.com/office/officeart/2005/8/layout/hierarchy3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kumimoji="1" lang="ja-JP" altLang="en-US"/>
        </a:p>
      </dgm:t>
    </dgm:pt>
    <dgm:pt modelId="{D986D6C6-A04F-41C1-84CB-C7E9D630A7F6}">
      <dgm:prSet phldrT="[テキスト]"/>
      <dgm:spPr/>
      <dgm:t>
        <a:bodyPr/>
        <a:lstStyle/>
        <a:p>
          <a:r>
            <a:rPr lang="en-US" altLang="ja-JP" dirty="0">
              <a:latin typeface="+mn-ea"/>
              <a:ea typeface="+mn-ea"/>
            </a:rPr>
            <a:t>SDR</a:t>
          </a:r>
          <a:r>
            <a:rPr lang="ja-JP" altLang="en-US" dirty="0">
              <a:latin typeface="+mn-ea"/>
              <a:ea typeface="+mn-ea"/>
            </a:rPr>
            <a:t>受信機＋スマホによる</a:t>
          </a:r>
          <a:endParaRPr lang="en-US" altLang="ja-JP" dirty="0">
            <a:latin typeface="+mn-ea"/>
            <a:ea typeface="+mn-ea"/>
          </a:endParaRPr>
        </a:p>
        <a:p>
          <a:r>
            <a:rPr lang="ja-JP" altLang="en-US" dirty="0">
              <a:latin typeface="+mn-ea"/>
              <a:ea typeface="+mn-ea"/>
            </a:rPr>
            <a:t>安価な地球局</a:t>
          </a:r>
          <a:endParaRPr kumimoji="1" lang="ja-JP" altLang="en-US" dirty="0"/>
        </a:p>
      </dgm:t>
    </dgm:pt>
    <dgm:pt modelId="{CF45CB30-3C77-4360-AE7E-5073E8C74110}" type="parTrans" cxnId="{281DB14A-5B01-4443-AC79-19D4BE5D392F}">
      <dgm:prSet/>
      <dgm:spPr/>
      <dgm:t>
        <a:bodyPr/>
        <a:lstStyle/>
        <a:p>
          <a:endParaRPr kumimoji="1" lang="ja-JP" altLang="en-US"/>
        </a:p>
      </dgm:t>
    </dgm:pt>
    <dgm:pt modelId="{B2D0A798-16AB-4239-A3BA-4E8B5E423B25}" type="sibTrans" cxnId="{281DB14A-5B01-4443-AC79-19D4BE5D392F}">
      <dgm:prSet/>
      <dgm:spPr/>
      <dgm:t>
        <a:bodyPr/>
        <a:lstStyle/>
        <a:p>
          <a:endParaRPr kumimoji="1" lang="ja-JP" altLang="en-US"/>
        </a:p>
      </dgm:t>
    </dgm:pt>
    <dgm:pt modelId="{CA9F6CDA-FFEA-485E-B030-622A7B554223}">
      <dgm:prSet phldrT="[テキスト]"/>
      <dgm:spPr/>
      <dgm:t>
        <a:bodyPr/>
        <a:lstStyle/>
        <a:p>
          <a:r>
            <a:rPr lang="ja-JP" altLang="en-US" dirty="0">
              <a:latin typeface="+mn-ea"/>
              <a:ea typeface="+mn-ea"/>
            </a:rPr>
            <a:t>新しい</a:t>
          </a:r>
          <a:r>
            <a:rPr lang="ja-JP" altLang="en-US" b="1" dirty="0">
              <a:solidFill>
                <a:srgbClr val="FF0000"/>
              </a:solidFill>
              <a:latin typeface="+mn-ea"/>
              <a:ea typeface="+mn-ea"/>
            </a:rPr>
            <a:t>宇宙教育教材</a:t>
          </a:r>
          <a:endParaRPr lang="en-US" altLang="ja-JP" b="1" dirty="0">
            <a:solidFill>
              <a:srgbClr val="FF0000"/>
            </a:solidFill>
            <a:latin typeface="+mn-ea"/>
            <a:ea typeface="+mn-ea"/>
          </a:endParaRPr>
        </a:p>
        <a:p>
          <a:r>
            <a:rPr lang="ja-JP" altLang="en-US" dirty="0">
              <a:latin typeface="+mn-ea"/>
              <a:ea typeface="+mn-ea"/>
            </a:rPr>
            <a:t>作成の増進</a:t>
          </a:r>
          <a:endParaRPr kumimoji="1" lang="ja-JP" altLang="en-US" dirty="0"/>
        </a:p>
      </dgm:t>
    </dgm:pt>
    <dgm:pt modelId="{FA4A8FE4-F06C-442C-AACC-7D1D2BFBA275}" type="parTrans" cxnId="{030252F4-C02F-45EF-9545-EE62B9DADD00}">
      <dgm:prSet/>
      <dgm:spPr/>
      <dgm:t>
        <a:bodyPr/>
        <a:lstStyle/>
        <a:p>
          <a:endParaRPr kumimoji="1" lang="ja-JP" altLang="en-US"/>
        </a:p>
      </dgm:t>
    </dgm:pt>
    <dgm:pt modelId="{296F29E8-B27B-41D6-9162-912DCD1C4955}" type="sibTrans" cxnId="{030252F4-C02F-45EF-9545-EE62B9DADD00}">
      <dgm:prSet/>
      <dgm:spPr/>
      <dgm:t>
        <a:bodyPr/>
        <a:lstStyle/>
        <a:p>
          <a:endParaRPr kumimoji="1" lang="ja-JP" altLang="en-US"/>
        </a:p>
      </dgm:t>
    </dgm:pt>
    <dgm:pt modelId="{70DF797A-6476-4904-AB31-D4BB1E2BBE0E}">
      <dgm:prSet phldrT="[テキスト]"/>
      <dgm:spPr/>
      <dgm:t>
        <a:bodyPr/>
        <a:lstStyle/>
        <a:p>
          <a:r>
            <a:rPr lang="ja-JP" altLang="en-US" dirty="0">
              <a:latin typeface="+mn-ea"/>
              <a:ea typeface="+mn-ea"/>
            </a:rPr>
            <a:t>コミュニティーによる</a:t>
          </a:r>
          <a:endParaRPr lang="en-US" altLang="ja-JP" dirty="0">
            <a:latin typeface="+mn-ea"/>
            <a:ea typeface="+mn-ea"/>
          </a:endParaRPr>
        </a:p>
        <a:p>
          <a:r>
            <a:rPr lang="en-US" altLang="ja-JP" dirty="0">
              <a:latin typeface="+mn-ea"/>
              <a:ea typeface="+mn-ea"/>
            </a:rPr>
            <a:t>OSS</a:t>
          </a:r>
          <a:r>
            <a:rPr lang="ja-JP" altLang="en-US" dirty="0">
              <a:latin typeface="+mn-ea"/>
              <a:ea typeface="+mn-ea"/>
            </a:rPr>
            <a:t>指向開発体制</a:t>
          </a:r>
          <a:endParaRPr kumimoji="1" lang="ja-JP" altLang="en-US" dirty="0"/>
        </a:p>
      </dgm:t>
    </dgm:pt>
    <dgm:pt modelId="{068DDC1F-7FBA-4079-86AD-872B4D43C22D}" type="parTrans" cxnId="{B9A6125B-8295-45B9-8DCD-8B061120B792}">
      <dgm:prSet/>
      <dgm:spPr/>
      <dgm:t>
        <a:bodyPr/>
        <a:lstStyle/>
        <a:p>
          <a:endParaRPr kumimoji="1" lang="ja-JP" altLang="en-US"/>
        </a:p>
      </dgm:t>
    </dgm:pt>
    <dgm:pt modelId="{4E54D936-1352-4913-98A9-DE4861FFE2E2}" type="sibTrans" cxnId="{B9A6125B-8295-45B9-8DCD-8B061120B792}">
      <dgm:prSet/>
      <dgm:spPr/>
      <dgm:t>
        <a:bodyPr/>
        <a:lstStyle/>
        <a:p>
          <a:endParaRPr kumimoji="1" lang="ja-JP" altLang="en-US"/>
        </a:p>
      </dgm:t>
    </dgm:pt>
    <dgm:pt modelId="{3402922C-21D2-4C21-A737-46C910EDDAB2}">
      <dgm:prSet phldrT="[テキスト]"/>
      <dgm:spPr/>
      <dgm:t>
        <a:bodyPr/>
        <a:lstStyle/>
        <a:p>
          <a:r>
            <a:rPr lang="ja-JP" altLang="en-US" dirty="0">
              <a:latin typeface="+mn-ea"/>
              <a:ea typeface="+mn-ea"/>
              <a:cs typeface="Estrangelo Edessa" panose="03080600000000000000" pitchFamily="66" charset="0"/>
            </a:rPr>
            <a:t>世界中のアマチュア無線家やエンジニアとの</a:t>
          </a:r>
          <a:r>
            <a:rPr lang="ja-JP" altLang="en-US" b="1" dirty="0">
              <a:solidFill>
                <a:srgbClr val="FF0000"/>
              </a:solidFill>
              <a:latin typeface="+mn-ea"/>
              <a:ea typeface="+mn-ea"/>
              <a:cs typeface="Estrangelo Edessa" panose="03080600000000000000" pitchFamily="66" charset="0"/>
            </a:rPr>
            <a:t>連携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F18BB878-1D18-45A1-92F7-06AFC6BD273C}" type="parTrans" cxnId="{1600C454-6137-4839-98E1-D07B356A4A24}">
      <dgm:prSet/>
      <dgm:spPr/>
      <dgm:t>
        <a:bodyPr/>
        <a:lstStyle/>
        <a:p>
          <a:endParaRPr kumimoji="1" lang="ja-JP" altLang="en-US"/>
        </a:p>
      </dgm:t>
    </dgm:pt>
    <dgm:pt modelId="{7E7CFE89-3B77-4C69-8238-62B26AC7B201}" type="sibTrans" cxnId="{1600C454-6137-4839-98E1-D07B356A4A24}">
      <dgm:prSet/>
      <dgm:spPr/>
      <dgm:t>
        <a:bodyPr/>
        <a:lstStyle/>
        <a:p>
          <a:endParaRPr kumimoji="1" lang="ja-JP" altLang="en-US"/>
        </a:p>
      </dgm:t>
    </dgm:pt>
    <dgm:pt modelId="{5BC13F62-B887-441F-9A24-30EC6BC3FE1E}" type="pres">
      <dgm:prSet presAssocID="{152A6EF4-E14C-4199-B525-C6AF5F20920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83624E-9B67-4084-AE18-64F2A38C0ED9}" type="pres">
      <dgm:prSet presAssocID="{D986D6C6-A04F-41C1-84CB-C7E9D630A7F6}" presName="root" presStyleCnt="0"/>
      <dgm:spPr/>
    </dgm:pt>
    <dgm:pt modelId="{2236C552-9708-409B-889C-F8F600717542}" type="pres">
      <dgm:prSet presAssocID="{D986D6C6-A04F-41C1-84CB-C7E9D630A7F6}" presName="rootComposite" presStyleCnt="0"/>
      <dgm:spPr/>
    </dgm:pt>
    <dgm:pt modelId="{A9906BF9-4D12-4418-BEB0-B890F6FCF193}" type="pres">
      <dgm:prSet presAssocID="{D986D6C6-A04F-41C1-84CB-C7E9D630A7F6}" presName="rootText" presStyleLbl="node1" presStyleIdx="0" presStyleCnt="2" custScaleX="153453" custLinFactNeighborY="-7758"/>
      <dgm:spPr/>
    </dgm:pt>
    <dgm:pt modelId="{B5371571-6451-47D9-B45E-35B4B41CE677}" type="pres">
      <dgm:prSet presAssocID="{D986D6C6-A04F-41C1-84CB-C7E9D630A7F6}" presName="rootConnector" presStyleLbl="node1" presStyleIdx="0" presStyleCnt="2"/>
      <dgm:spPr/>
    </dgm:pt>
    <dgm:pt modelId="{9C26D962-67D3-4E74-9FDC-13DEAD2181E6}" type="pres">
      <dgm:prSet presAssocID="{D986D6C6-A04F-41C1-84CB-C7E9D630A7F6}" presName="childShape" presStyleCnt="0"/>
      <dgm:spPr/>
    </dgm:pt>
    <dgm:pt modelId="{C307212C-6725-41AF-87F6-0421E6AA50AA}" type="pres">
      <dgm:prSet presAssocID="{FA4A8FE4-F06C-442C-AACC-7D1D2BFBA275}" presName="Name13" presStyleLbl="parChTrans1D2" presStyleIdx="0" presStyleCnt="2"/>
      <dgm:spPr/>
    </dgm:pt>
    <dgm:pt modelId="{6EEEB53F-7995-44F1-A99A-97A1C4097A65}" type="pres">
      <dgm:prSet presAssocID="{CA9F6CDA-FFEA-485E-B030-622A7B554223}" presName="childText" presStyleLbl="bgAcc1" presStyleIdx="0" presStyleCnt="2" custScaleX="180158">
        <dgm:presLayoutVars>
          <dgm:bulletEnabled val="1"/>
        </dgm:presLayoutVars>
      </dgm:prSet>
      <dgm:spPr/>
    </dgm:pt>
    <dgm:pt modelId="{70E19365-DF9B-4E76-886C-AF87E68A97F9}" type="pres">
      <dgm:prSet presAssocID="{70DF797A-6476-4904-AB31-D4BB1E2BBE0E}" presName="root" presStyleCnt="0"/>
      <dgm:spPr/>
    </dgm:pt>
    <dgm:pt modelId="{37EE1EBD-3A04-4C26-8213-675BD8586274}" type="pres">
      <dgm:prSet presAssocID="{70DF797A-6476-4904-AB31-D4BB1E2BBE0E}" presName="rootComposite" presStyleCnt="0"/>
      <dgm:spPr/>
    </dgm:pt>
    <dgm:pt modelId="{9AC7F890-64BD-41B6-9F47-1B1BEC6464E8}" type="pres">
      <dgm:prSet presAssocID="{70DF797A-6476-4904-AB31-D4BB1E2BBE0E}" presName="rootText" presStyleLbl="node1" presStyleIdx="1" presStyleCnt="2" custScaleX="171313"/>
      <dgm:spPr/>
    </dgm:pt>
    <dgm:pt modelId="{7961FA42-0D4C-4EF8-8591-04AA94C3183E}" type="pres">
      <dgm:prSet presAssocID="{70DF797A-6476-4904-AB31-D4BB1E2BBE0E}" presName="rootConnector" presStyleLbl="node1" presStyleIdx="1" presStyleCnt="2"/>
      <dgm:spPr/>
    </dgm:pt>
    <dgm:pt modelId="{15F6418A-35DB-49DB-A8E3-4E46715E59FE}" type="pres">
      <dgm:prSet presAssocID="{70DF797A-6476-4904-AB31-D4BB1E2BBE0E}" presName="childShape" presStyleCnt="0"/>
      <dgm:spPr/>
    </dgm:pt>
    <dgm:pt modelId="{F6D6F002-1F91-42BC-8638-6DA53E3FB5C3}" type="pres">
      <dgm:prSet presAssocID="{F18BB878-1D18-45A1-92F7-06AFC6BD273C}" presName="Name13" presStyleLbl="parChTrans1D2" presStyleIdx="1" presStyleCnt="2"/>
      <dgm:spPr/>
    </dgm:pt>
    <dgm:pt modelId="{1BB185CA-A610-4682-A89A-A9DAB26245A5}" type="pres">
      <dgm:prSet presAssocID="{3402922C-21D2-4C21-A737-46C910EDDAB2}" presName="childText" presStyleLbl="bgAcc1" presStyleIdx="1" presStyleCnt="2" custScaleX="224759">
        <dgm:presLayoutVars>
          <dgm:bulletEnabled val="1"/>
        </dgm:presLayoutVars>
      </dgm:prSet>
      <dgm:spPr/>
    </dgm:pt>
  </dgm:ptLst>
  <dgm:cxnLst>
    <dgm:cxn modelId="{8FA0FB10-FA86-4100-BAE1-651860A86359}" type="presOf" srcId="{70DF797A-6476-4904-AB31-D4BB1E2BBE0E}" destId="{9AC7F890-64BD-41B6-9F47-1B1BEC6464E8}" srcOrd="0" destOrd="0" presId="urn:microsoft.com/office/officeart/2005/8/layout/hierarchy3"/>
    <dgm:cxn modelId="{690AF719-54D8-4388-8BC3-231AA826AFB3}" type="presOf" srcId="{D986D6C6-A04F-41C1-84CB-C7E9D630A7F6}" destId="{B5371571-6451-47D9-B45E-35B4B41CE677}" srcOrd="1" destOrd="0" presId="urn:microsoft.com/office/officeart/2005/8/layout/hierarchy3"/>
    <dgm:cxn modelId="{B9A6125B-8295-45B9-8DCD-8B061120B792}" srcId="{152A6EF4-E14C-4199-B525-C6AF5F20920C}" destId="{70DF797A-6476-4904-AB31-D4BB1E2BBE0E}" srcOrd="1" destOrd="0" parTransId="{068DDC1F-7FBA-4079-86AD-872B4D43C22D}" sibTransId="{4E54D936-1352-4913-98A9-DE4861FFE2E2}"/>
    <dgm:cxn modelId="{835BC061-3AEA-46DD-9C17-780940F6F5BF}" type="presOf" srcId="{FA4A8FE4-F06C-442C-AACC-7D1D2BFBA275}" destId="{C307212C-6725-41AF-87F6-0421E6AA50AA}" srcOrd="0" destOrd="0" presId="urn:microsoft.com/office/officeart/2005/8/layout/hierarchy3"/>
    <dgm:cxn modelId="{281DB14A-5B01-4443-AC79-19D4BE5D392F}" srcId="{152A6EF4-E14C-4199-B525-C6AF5F20920C}" destId="{D986D6C6-A04F-41C1-84CB-C7E9D630A7F6}" srcOrd="0" destOrd="0" parTransId="{CF45CB30-3C77-4360-AE7E-5073E8C74110}" sibTransId="{B2D0A798-16AB-4239-A3BA-4E8B5E423B25}"/>
    <dgm:cxn modelId="{EBB0EE4C-AFF8-46B4-BF56-4F19021627EC}" type="presOf" srcId="{3402922C-21D2-4C21-A737-46C910EDDAB2}" destId="{1BB185CA-A610-4682-A89A-A9DAB26245A5}" srcOrd="0" destOrd="0" presId="urn:microsoft.com/office/officeart/2005/8/layout/hierarchy3"/>
    <dgm:cxn modelId="{1600C454-6137-4839-98E1-D07B356A4A24}" srcId="{70DF797A-6476-4904-AB31-D4BB1E2BBE0E}" destId="{3402922C-21D2-4C21-A737-46C910EDDAB2}" srcOrd="0" destOrd="0" parTransId="{F18BB878-1D18-45A1-92F7-06AFC6BD273C}" sibTransId="{7E7CFE89-3B77-4C69-8238-62B26AC7B201}"/>
    <dgm:cxn modelId="{79D347B1-B3E3-4D94-A061-8E1757F635B1}" type="presOf" srcId="{CA9F6CDA-FFEA-485E-B030-622A7B554223}" destId="{6EEEB53F-7995-44F1-A99A-97A1C4097A65}" srcOrd="0" destOrd="0" presId="urn:microsoft.com/office/officeart/2005/8/layout/hierarchy3"/>
    <dgm:cxn modelId="{F40968BB-B197-471E-BAB7-7B2AFBA51121}" type="presOf" srcId="{F18BB878-1D18-45A1-92F7-06AFC6BD273C}" destId="{F6D6F002-1F91-42BC-8638-6DA53E3FB5C3}" srcOrd="0" destOrd="0" presId="urn:microsoft.com/office/officeart/2005/8/layout/hierarchy3"/>
    <dgm:cxn modelId="{2FB8A3DB-DEEE-486E-80F0-F0A89B9954AB}" type="presOf" srcId="{152A6EF4-E14C-4199-B525-C6AF5F20920C}" destId="{5BC13F62-B887-441F-9A24-30EC6BC3FE1E}" srcOrd="0" destOrd="0" presId="urn:microsoft.com/office/officeart/2005/8/layout/hierarchy3"/>
    <dgm:cxn modelId="{B0A756E7-C0DF-4831-83F7-C25866C141C4}" type="presOf" srcId="{70DF797A-6476-4904-AB31-D4BB1E2BBE0E}" destId="{7961FA42-0D4C-4EF8-8591-04AA94C3183E}" srcOrd="1" destOrd="0" presId="urn:microsoft.com/office/officeart/2005/8/layout/hierarchy3"/>
    <dgm:cxn modelId="{030252F4-C02F-45EF-9545-EE62B9DADD00}" srcId="{D986D6C6-A04F-41C1-84CB-C7E9D630A7F6}" destId="{CA9F6CDA-FFEA-485E-B030-622A7B554223}" srcOrd="0" destOrd="0" parTransId="{FA4A8FE4-F06C-442C-AACC-7D1D2BFBA275}" sibTransId="{296F29E8-B27B-41D6-9162-912DCD1C4955}"/>
    <dgm:cxn modelId="{99E1FBF5-BA3C-4AF6-8174-FFD96C2BE97C}" type="presOf" srcId="{D986D6C6-A04F-41C1-84CB-C7E9D630A7F6}" destId="{A9906BF9-4D12-4418-BEB0-B890F6FCF193}" srcOrd="0" destOrd="0" presId="urn:microsoft.com/office/officeart/2005/8/layout/hierarchy3"/>
    <dgm:cxn modelId="{E206DD76-B4DB-4B9C-AB47-6D493254FF16}" type="presParOf" srcId="{5BC13F62-B887-441F-9A24-30EC6BC3FE1E}" destId="{A583624E-9B67-4084-AE18-64F2A38C0ED9}" srcOrd="0" destOrd="0" presId="urn:microsoft.com/office/officeart/2005/8/layout/hierarchy3"/>
    <dgm:cxn modelId="{ECD925AE-7CE9-4871-835E-564C5BDC0762}" type="presParOf" srcId="{A583624E-9B67-4084-AE18-64F2A38C0ED9}" destId="{2236C552-9708-409B-889C-F8F600717542}" srcOrd="0" destOrd="0" presId="urn:microsoft.com/office/officeart/2005/8/layout/hierarchy3"/>
    <dgm:cxn modelId="{13FAD1C0-5553-438C-A469-6B25B39B5706}" type="presParOf" srcId="{2236C552-9708-409B-889C-F8F600717542}" destId="{A9906BF9-4D12-4418-BEB0-B890F6FCF193}" srcOrd="0" destOrd="0" presId="urn:microsoft.com/office/officeart/2005/8/layout/hierarchy3"/>
    <dgm:cxn modelId="{5EF78CC2-AAF9-4631-ADF2-374756EBDA72}" type="presParOf" srcId="{2236C552-9708-409B-889C-F8F600717542}" destId="{B5371571-6451-47D9-B45E-35B4B41CE677}" srcOrd="1" destOrd="0" presId="urn:microsoft.com/office/officeart/2005/8/layout/hierarchy3"/>
    <dgm:cxn modelId="{6215744D-10EF-488C-83EC-B91CF47DA491}" type="presParOf" srcId="{A583624E-9B67-4084-AE18-64F2A38C0ED9}" destId="{9C26D962-67D3-4E74-9FDC-13DEAD2181E6}" srcOrd="1" destOrd="0" presId="urn:microsoft.com/office/officeart/2005/8/layout/hierarchy3"/>
    <dgm:cxn modelId="{083B6AC9-8821-443B-973D-EF3FECEBB4E2}" type="presParOf" srcId="{9C26D962-67D3-4E74-9FDC-13DEAD2181E6}" destId="{C307212C-6725-41AF-87F6-0421E6AA50AA}" srcOrd="0" destOrd="0" presId="urn:microsoft.com/office/officeart/2005/8/layout/hierarchy3"/>
    <dgm:cxn modelId="{A514A841-0313-4522-A6A4-81B24B26AF10}" type="presParOf" srcId="{9C26D962-67D3-4E74-9FDC-13DEAD2181E6}" destId="{6EEEB53F-7995-44F1-A99A-97A1C4097A65}" srcOrd="1" destOrd="0" presId="urn:microsoft.com/office/officeart/2005/8/layout/hierarchy3"/>
    <dgm:cxn modelId="{A211F3CB-539F-49F1-8D70-E34709B5D976}" type="presParOf" srcId="{5BC13F62-B887-441F-9A24-30EC6BC3FE1E}" destId="{70E19365-DF9B-4E76-886C-AF87E68A97F9}" srcOrd="1" destOrd="0" presId="urn:microsoft.com/office/officeart/2005/8/layout/hierarchy3"/>
    <dgm:cxn modelId="{8742886E-7897-4C60-847E-9887B5A988B7}" type="presParOf" srcId="{70E19365-DF9B-4E76-886C-AF87E68A97F9}" destId="{37EE1EBD-3A04-4C26-8213-675BD8586274}" srcOrd="0" destOrd="0" presId="urn:microsoft.com/office/officeart/2005/8/layout/hierarchy3"/>
    <dgm:cxn modelId="{57D4A685-237B-448B-8157-5578FF1241DC}" type="presParOf" srcId="{37EE1EBD-3A04-4C26-8213-675BD8586274}" destId="{9AC7F890-64BD-41B6-9F47-1B1BEC6464E8}" srcOrd="0" destOrd="0" presId="urn:microsoft.com/office/officeart/2005/8/layout/hierarchy3"/>
    <dgm:cxn modelId="{6D3D9070-5B70-4864-9F46-54C9A10A0577}" type="presParOf" srcId="{37EE1EBD-3A04-4C26-8213-675BD8586274}" destId="{7961FA42-0D4C-4EF8-8591-04AA94C3183E}" srcOrd="1" destOrd="0" presId="urn:microsoft.com/office/officeart/2005/8/layout/hierarchy3"/>
    <dgm:cxn modelId="{1FE67A13-57C8-4E74-9BC3-D0BF3A606E4D}" type="presParOf" srcId="{70E19365-DF9B-4E76-886C-AF87E68A97F9}" destId="{15F6418A-35DB-49DB-A8E3-4E46715E59FE}" srcOrd="1" destOrd="0" presId="urn:microsoft.com/office/officeart/2005/8/layout/hierarchy3"/>
    <dgm:cxn modelId="{89D35035-C42F-454E-AF0F-806913A8D43B}" type="presParOf" srcId="{15F6418A-35DB-49DB-A8E3-4E46715E59FE}" destId="{F6D6F002-1F91-42BC-8638-6DA53E3FB5C3}" srcOrd="0" destOrd="0" presId="urn:microsoft.com/office/officeart/2005/8/layout/hierarchy3"/>
    <dgm:cxn modelId="{E88E0205-3399-4C0B-B40A-A775558BD56B}" type="presParOf" srcId="{15F6418A-35DB-49DB-A8E3-4E46715E59FE}" destId="{1BB185CA-A610-4682-A89A-A9DAB26245A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D24885-ED8F-4ACD-A5F9-AF3990CE68E2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32CACEC7-F931-48B5-9E9C-CC07681CF25E}">
      <dgm:prSet phldrT="[テキスト]"/>
      <dgm:spPr/>
      <dgm:t>
        <a:bodyPr/>
        <a:lstStyle/>
        <a:p>
          <a:r>
            <a:rPr kumimoji="1" lang="ja-JP" altLang="en-US" dirty="0"/>
            <a:t>準備</a:t>
          </a:r>
        </a:p>
      </dgm:t>
    </dgm:pt>
    <dgm:pt modelId="{605CFE02-8B97-49C6-9EA1-2059DD28145A}" type="parTrans" cxnId="{91DED896-BE9A-41AB-AA75-843F3CE8F45D}">
      <dgm:prSet/>
      <dgm:spPr/>
      <dgm:t>
        <a:bodyPr/>
        <a:lstStyle/>
        <a:p>
          <a:endParaRPr kumimoji="1" lang="ja-JP" altLang="en-US"/>
        </a:p>
      </dgm:t>
    </dgm:pt>
    <dgm:pt modelId="{17EB8678-22AB-44D0-AC66-057B6C7655EC}" type="sibTrans" cxnId="{91DED896-BE9A-41AB-AA75-843F3CE8F45D}">
      <dgm:prSet/>
      <dgm:spPr/>
      <dgm:t>
        <a:bodyPr/>
        <a:lstStyle/>
        <a:p>
          <a:endParaRPr kumimoji="1" lang="ja-JP" altLang="en-US"/>
        </a:p>
      </dgm:t>
    </dgm:pt>
    <dgm:pt modelId="{00EE80CC-4C92-4479-AA23-3E3ECF3B989F}">
      <dgm:prSet phldrT="[テキスト]"/>
      <dgm:spPr/>
      <dgm:t>
        <a:bodyPr/>
        <a:lstStyle/>
        <a:p>
          <a:r>
            <a:rPr kumimoji="1" lang="ja-JP" altLang="en-US" dirty="0"/>
            <a:t>スマホセットアップと衛星データの設定</a:t>
          </a:r>
        </a:p>
      </dgm:t>
    </dgm:pt>
    <dgm:pt modelId="{59501328-0584-4815-97AC-5EB7705D8A57}" type="parTrans" cxnId="{4F260114-4296-4765-9351-B4A1B16D528E}">
      <dgm:prSet/>
      <dgm:spPr/>
      <dgm:t>
        <a:bodyPr/>
        <a:lstStyle/>
        <a:p>
          <a:endParaRPr kumimoji="1" lang="ja-JP" altLang="en-US"/>
        </a:p>
      </dgm:t>
    </dgm:pt>
    <dgm:pt modelId="{C5B211D6-7B3E-4ED2-B525-4C4D312E42F6}" type="sibTrans" cxnId="{4F260114-4296-4765-9351-B4A1B16D528E}">
      <dgm:prSet/>
      <dgm:spPr/>
      <dgm:t>
        <a:bodyPr/>
        <a:lstStyle/>
        <a:p>
          <a:endParaRPr kumimoji="1" lang="ja-JP" altLang="en-US"/>
        </a:p>
      </dgm:t>
    </dgm:pt>
    <dgm:pt modelId="{CF23469A-27C1-4E58-8E01-75DD19E11051}">
      <dgm:prSet phldrT="[テキスト]"/>
      <dgm:spPr/>
      <dgm:t>
        <a:bodyPr/>
        <a:lstStyle/>
        <a:p>
          <a:r>
            <a:rPr kumimoji="1" lang="ja-JP" altLang="en-US" dirty="0"/>
            <a:t>受信</a:t>
          </a:r>
        </a:p>
      </dgm:t>
    </dgm:pt>
    <dgm:pt modelId="{491CA88B-5756-48B5-B9B0-F562B00D1F0F}" type="parTrans" cxnId="{5F245433-7D49-4D6E-A8AC-4067D05A0E1C}">
      <dgm:prSet/>
      <dgm:spPr/>
      <dgm:t>
        <a:bodyPr/>
        <a:lstStyle/>
        <a:p>
          <a:endParaRPr kumimoji="1" lang="ja-JP" altLang="en-US"/>
        </a:p>
      </dgm:t>
    </dgm:pt>
    <dgm:pt modelId="{329CC5BF-4CEF-4366-BC92-EABA2CDC6994}" type="sibTrans" cxnId="{5F245433-7D49-4D6E-A8AC-4067D05A0E1C}">
      <dgm:prSet/>
      <dgm:spPr/>
      <dgm:t>
        <a:bodyPr/>
        <a:lstStyle/>
        <a:p>
          <a:endParaRPr kumimoji="1" lang="ja-JP" altLang="en-US"/>
        </a:p>
      </dgm:t>
    </dgm:pt>
    <dgm:pt modelId="{94C08327-510C-4588-A6B6-EF3CA44641CA}">
      <dgm:prSet phldrT="[テキスト]"/>
      <dgm:spPr/>
      <dgm:t>
        <a:bodyPr/>
        <a:lstStyle/>
        <a:p>
          <a:r>
            <a:rPr kumimoji="1" lang="en-US" altLang="ja-JP" dirty="0"/>
            <a:t>SDR</a:t>
          </a:r>
          <a:r>
            <a:rPr kumimoji="1" lang="ja-JP" altLang="en-US" dirty="0"/>
            <a:t>受信機＋スマホを用いて、受信する</a:t>
          </a:r>
        </a:p>
      </dgm:t>
    </dgm:pt>
    <dgm:pt modelId="{EDED8B5C-3FE0-4DEC-8FB7-BF733FDB1CC1}" type="parTrans" cxnId="{DA40D841-C42F-40A6-A763-AC76315540D3}">
      <dgm:prSet/>
      <dgm:spPr/>
      <dgm:t>
        <a:bodyPr/>
        <a:lstStyle/>
        <a:p>
          <a:endParaRPr kumimoji="1" lang="ja-JP" altLang="en-US"/>
        </a:p>
      </dgm:t>
    </dgm:pt>
    <dgm:pt modelId="{DDCE975A-9B5E-4B35-85A5-9244F3393013}" type="sibTrans" cxnId="{DA40D841-C42F-40A6-A763-AC76315540D3}">
      <dgm:prSet/>
      <dgm:spPr/>
      <dgm:t>
        <a:bodyPr/>
        <a:lstStyle/>
        <a:p>
          <a:endParaRPr kumimoji="1" lang="ja-JP" altLang="en-US"/>
        </a:p>
      </dgm:t>
    </dgm:pt>
    <dgm:pt modelId="{302930DD-19B7-43DC-B6AC-962BC4519B15}">
      <dgm:prSet phldrT="[テキスト]"/>
      <dgm:spPr/>
      <dgm:t>
        <a:bodyPr/>
        <a:lstStyle/>
        <a:p>
          <a:r>
            <a:rPr kumimoji="1" lang="ja-JP" altLang="en-US" dirty="0"/>
            <a:t>統合</a:t>
          </a:r>
        </a:p>
      </dgm:t>
    </dgm:pt>
    <dgm:pt modelId="{1A4F766F-D56C-4DCA-B2B1-65EE83254337}" type="parTrans" cxnId="{5B9FB42F-0D96-4E0B-882A-379AAE2B308F}">
      <dgm:prSet/>
      <dgm:spPr/>
      <dgm:t>
        <a:bodyPr/>
        <a:lstStyle/>
        <a:p>
          <a:endParaRPr kumimoji="1" lang="ja-JP" altLang="en-US"/>
        </a:p>
      </dgm:t>
    </dgm:pt>
    <dgm:pt modelId="{DD04F8EB-3863-42AB-8FE1-4C1615CD6BA5}" type="sibTrans" cxnId="{5B9FB42F-0D96-4E0B-882A-379AAE2B308F}">
      <dgm:prSet/>
      <dgm:spPr/>
      <dgm:t>
        <a:bodyPr/>
        <a:lstStyle/>
        <a:p>
          <a:endParaRPr kumimoji="1" lang="ja-JP" altLang="en-US"/>
        </a:p>
      </dgm:t>
    </dgm:pt>
    <dgm:pt modelId="{AB668966-EC1D-4B41-B95F-1F4A157D3BBA}">
      <dgm:prSet phldrT="[テキスト]"/>
      <dgm:spPr/>
      <dgm:t>
        <a:bodyPr/>
        <a:lstStyle/>
        <a:p>
          <a:r>
            <a:rPr kumimoji="1" lang="ja-JP" altLang="en-US" dirty="0"/>
            <a:t>コントロールサーバによるデータマージ</a:t>
          </a:r>
        </a:p>
      </dgm:t>
    </dgm:pt>
    <dgm:pt modelId="{3503029A-BA82-4C8D-B020-FD22C3DC125F}" type="parTrans" cxnId="{58508C85-6FED-47AC-8AB4-0A1C76FB1789}">
      <dgm:prSet/>
      <dgm:spPr/>
      <dgm:t>
        <a:bodyPr/>
        <a:lstStyle/>
        <a:p>
          <a:endParaRPr kumimoji="1" lang="ja-JP" altLang="en-US"/>
        </a:p>
      </dgm:t>
    </dgm:pt>
    <dgm:pt modelId="{3D3C9678-CE54-4B3B-9F81-F4590FEFD7C9}" type="sibTrans" cxnId="{58508C85-6FED-47AC-8AB4-0A1C76FB1789}">
      <dgm:prSet/>
      <dgm:spPr/>
      <dgm:t>
        <a:bodyPr/>
        <a:lstStyle/>
        <a:p>
          <a:endParaRPr kumimoji="1" lang="ja-JP" altLang="en-US"/>
        </a:p>
      </dgm:t>
    </dgm:pt>
    <dgm:pt modelId="{8F554AF6-6D55-4CDF-8441-CCBF50E93B6D}">
      <dgm:prSet phldrT="[テキスト]"/>
      <dgm:spPr/>
      <dgm:t>
        <a:bodyPr/>
        <a:lstStyle/>
        <a:p>
          <a:r>
            <a:rPr kumimoji="1" lang="ja-JP" altLang="en-US" dirty="0"/>
            <a:t>衛星へ受信ミスしたデータの再送要求</a:t>
          </a:r>
        </a:p>
      </dgm:t>
    </dgm:pt>
    <dgm:pt modelId="{215331ED-A88B-466E-A810-2EB9C471374B}" type="parTrans" cxnId="{79505AD2-8604-4086-A743-1C68FA010988}">
      <dgm:prSet/>
      <dgm:spPr/>
      <dgm:t>
        <a:bodyPr/>
        <a:lstStyle/>
        <a:p>
          <a:endParaRPr kumimoji="1" lang="ja-JP" altLang="en-US"/>
        </a:p>
      </dgm:t>
    </dgm:pt>
    <dgm:pt modelId="{5A72DC93-5888-4439-AA1D-5E102CE3A52B}" type="sibTrans" cxnId="{79505AD2-8604-4086-A743-1C68FA010988}">
      <dgm:prSet/>
      <dgm:spPr/>
      <dgm:t>
        <a:bodyPr/>
        <a:lstStyle/>
        <a:p>
          <a:endParaRPr kumimoji="1" lang="ja-JP" altLang="en-US"/>
        </a:p>
      </dgm:t>
    </dgm:pt>
    <dgm:pt modelId="{28E80561-6917-4C2E-81A6-AFF37B94E3BD}">
      <dgm:prSet phldrT="[テキスト]"/>
      <dgm:spPr/>
      <dgm:t>
        <a:bodyPr/>
        <a:lstStyle/>
        <a:p>
          <a:r>
            <a:rPr kumimoji="1" lang="ja-JP" altLang="en-US" dirty="0"/>
            <a:t>安価な</a:t>
          </a:r>
          <a:r>
            <a:rPr kumimoji="1" lang="en-US" altLang="ja-JP" dirty="0"/>
            <a:t>SDR</a:t>
          </a:r>
          <a:r>
            <a:rPr kumimoji="1" lang="ja-JP" altLang="en-US" dirty="0"/>
            <a:t>や</a:t>
          </a:r>
          <a:r>
            <a:rPr kumimoji="1" lang="en-US" altLang="ja-JP" dirty="0"/>
            <a:t>OSS</a:t>
          </a:r>
          <a:r>
            <a:rPr kumimoji="1" lang="ja-JP" altLang="en-US" dirty="0"/>
            <a:t>ベースソフトの公開</a:t>
          </a:r>
        </a:p>
      </dgm:t>
    </dgm:pt>
    <dgm:pt modelId="{3F95FC65-6C9A-4FC3-83D5-0477D6222CA6}" type="parTrans" cxnId="{B1D45F99-C7E3-4399-971B-BEB1BE2B9ECD}">
      <dgm:prSet/>
      <dgm:spPr/>
      <dgm:t>
        <a:bodyPr/>
        <a:lstStyle/>
        <a:p>
          <a:endParaRPr kumimoji="1" lang="ja-JP" altLang="en-US"/>
        </a:p>
      </dgm:t>
    </dgm:pt>
    <dgm:pt modelId="{C3B290F5-9874-4B75-8AC3-4D5E8A0659F2}" type="sibTrans" cxnId="{B1D45F99-C7E3-4399-971B-BEB1BE2B9ECD}">
      <dgm:prSet/>
      <dgm:spPr/>
      <dgm:t>
        <a:bodyPr/>
        <a:lstStyle/>
        <a:p>
          <a:endParaRPr kumimoji="1" lang="ja-JP" altLang="en-US"/>
        </a:p>
      </dgm:t>
    </dgm:pt>
    <dgm:pt modelId="{C844DA2A-0E8B-44CE-9110-EEC15994A978}">
      <dgm:prSet phldrT="[テキスト]"/>
      <dgm:spPr/>
      <dgm:t>
        <a:bodyPr/>
        <a:lstStyle/>
        <a:p>
          <a:r>
            <a:rPr kumimoji="1" lang="ja-JP" altLang="en-US"/>
            <a:t>コントロールサーバへデータ送信</a:t>
          </a:r>
          <a:endParaRPr kumimoji="1" lang="ja-JP" altLang="en-US" dirty="0"/>
        </a:p>
      </dgm:t>
    </dgm:pt>
    <dgm:pt modelId="{32F6EF0D-F424-4592-8970-5A015FB5FFB8}" type="parTrans" cxnId="{7D33540A-7827-491A-A2CB-7F4D367F0416}">
      <dgm:prSet/>
      <dgm:spPr/>
      <dgm:t>
        <a:bodyPr/>
        <a:lstStyle/>
        <a:p>
          <a:endParaRPr kumimoji="1" lang="ja-JP" altLang="en-US"/>
        </a:p>
      </dgm:t>
    </dgm:pt>
    <dgm:pt modelId="{A1AA265E-7964-40A6-8974-46623479967A}" type="sibTrans" cxnId="{7D33540A-7827-491A-A2CB-7F4D367F0416}">
      <dgm:prSet/>
      <dgm:spPr/>
      <dgm:t>
        <a:bodyPr/>
        <a:lstStyle/>
        <a:p>
          <a:endParaRPr kumimoji="1" lang="ja-JP" altLang="en-US"/>
        </a:p>
      </dgm:t>
    </dgm:pt>
    <dgm:pt modelId="{FEF9BA50-03B6-460B-AD8A-73CE3067E0EB}" type="pres">
      <dgm:prSet presAssocID="{7ED24885-ED8F-4ACD-A5F9-AF3990CE68E2}" presName="linearFlow" presStyleCnt="0">
        <dgm:presLayoutVars>
          <dgm:dir/>
          <dgm:animLvl val="lvl"/>
          <dgm:resizeHandles val="exact"/>
        </dgm:presLayoutVars>
      </dgm:prSet>
      <dgm:spPr/>
    </dgm:pt>
    <dgm:pt modelId="{6E7AF38D-1EBA-46C4-9BDF-25DE9E61CB1F}" type="pres">
      <dgm:prSet presAssocID="{32CACEC7-F931-48B5-9E9C-CC07681CF25E}" presName="composite" presStyleCnt="0"/>
      <dgm:spPr/>
    </dgm:pt>
    <dgm:pt modelId="{F9F99B0D-8DB9-4F42-9EBF-F75DBD81BEDF}" type="pres">
      <dgm:prSet presAssocID="{32CACEC7-F931-48B5-9E9C-CC07681CF25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CB3469C-A4FD-4203-9531-A7B4A3A9FBCE}" type="pres">
      <dgm:prSet presAssocID="{32CACEC7-F931-48B5-9E9C-CC07681CF25E}" presName="descendantText" presStyleLbl="alignAcc1" presStyleIdx="0" presStyleCnt="3" custLinFactNeighborX="812" custLinFactNeighborY="961">
        <dgm:presLayoutVars>
          <dgm:bulletEnabled val="1"/>
        </dgm:presLayoutVars>
      </dgm:prSet>
      <dgm:spPr/>
    </dgm:pt>
    <dgm:pt modelId="{8D7A4DC5-38B1-4EEB-A9F4-C61719B825B8}" type="pres">
      <dgm:prSet presAssocID="{17EB8678-22AB-44D0-AC66-057B6C7655EC}" presName="sp" presStyleCnt="0"/>
      <dgm:spPr/>
    </dgm:pt>
    <dgm:pt modelId="{CE545ABF-4F34-4BD6-9660-80F59B1FB34E}" type="pres">
      <dgm:prSet presAssocID="{CF23469A-27C1-4E58-8E01-75DD19E11051}" presName="composite" presStyleCnt="0"/>
      <dgm:spPr/>
    </dgm:pt>
    <dgm:pt modelId="{2CF82A96-C847-41E0-9901-D1D04A364E32}" type="pres">
      <dgm:prSet presAssocID="{CF23469A-27C1-4E58-8E01-75DD19E1105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6E6FC0C-4600-4591-97E3-950DCCC6C32A}" type="pres">
      <dgm:prSet presAssocID="{CF23469A-27C1-4E58-8E01-75DD19E11051}" presName="descendantText" presStyleLbl="alignAcc1" presStyleIdx="1" presStyleCnt="3" custLinFactNeighborX="812" custLinFactNeighborY="-1941">
        <dgm:presLayoutVars>
          <dgm:bulletEnabled val="1"/>
        </dgm:presLayoutVars>
      </dgm:prSet>
      <dgm:spPr/>
    </dgm:pt>
    <dgm:pt modelId="{EC3EE104-588E-4A6B-8A3E-B5770D7662F7}" type="pres">
      <dgm:prSet presAssocID="{329CC5BF-4CEF-4366-BC92-EABA2CDC6994}" presName="sp" presStyleCnt="0"/>
      <dgm:spPr/>
    </dgm:pt>
    <dgm:pt modelId="{53B0D4EE-A413-47A6-9100-BE1BB54BC5B5}" type="pres">
      <dgm:prSet presAssocID="{302930DD-19B7-43DC-B6AC-962BC4519B15}" presName="composite" presStyleCnt="0"/>
      <dgm:spPr/>
    </dgm:pt>
    <dgm:pt modelId="{8B190D9A-BD3E-4D82-AC9B-3C696B6CBA9A}" type="pres">
      <dgm:prSet presAssocID="{302930DD-19B7-43DC-B6AC-962BC4519B1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53D809E-6B96-4ABB-B020-BAA64332E39A}" type="pres">
      <dgm:prSet presAssocID="{302930DD-19B7-43DC-B6AC-962BC4519B1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1721F03-DD38-4C3C-875F-E9C9663C9534}" type="presOf" srcId="{28E80561-6917-4C2E-81A6-AFF37B94E3BD}" destId="{2CB3469C-A4FD-4203-9531-A7B4A3A9FBCE}" srcOrd="0" destOrd="0" presId="urn:microsoft.com/office/officeart/2005/8/layout/chevron2"/>
    <dgm:cxn modelId="{7D33540A-7827-491A-A2CB-7F4D367F0416}" srcId="{CF23469A-27C1-4E58-8E01-75DD19E11051}" destId="{C844DA2A-0E8B-44CE-9110-EEC15994A978}" srcOrd="1" destOrd="0" parTransId="{32F6EF0D-F424-4592-8970-5A015FB5FFB8}" sibTransId="{A1AA265E-7964-40A6-8974-46623479967A}"/>
    <dgm:cxn modelId="{4F260114-4296-4765-9351-B4A1B16D528E}" srcId="{32CACEC7-F931-48B5-9E9C-CC07681CF25E}" destId="{00EE80CC-4C92-4479-AA23-3E3ECF3B989F}" srcOrd="1" destOrd="0" parTransId="{59501328-0584-4815-97AC-5EB7705D8A57}" sibTransId="{C5B211D6-7B3E-4ED2-B525-4C4D312E42F6}"/>
    <dgm:cxn modelId="{A7B6B11B-0681-4CAE-834D-2DA83A431996}" type="presOf" srcId="{302930DD-19B7-43DC-B6AC-962BC4519B15}" destId="{8B190D9A-BD3E-4D82-AC9B-3C696B6CBA9A}" srcOrd="0" destOrd="0" presId="urn:microsoft.com/office/officeart/2005/8/layout/chevron2"/>
    <dgm:cxn modelId="{FB5C6823-7DF1-4CC1-BAEE-02E45395FA46}" type="presOf" srcId="{8F554AF6-6D55-4CDF-8441-CCBF50E93B6D}" destId="{953D809E-6B96-4ABB-B020-BAA64332E39A}" srcOrd="0" destOrd="1" presId="urn:microsoft.com/office/officeart/2005/8/layout/chevron2"/>
    <dgm:cxn modelId="{5B9FB42F-0D96-4E0B-882A-379AAE2B308F}" srcId="{7ED24885-ED8F-4ACD-A5F9-AF3990CE68E2}" destId="{302930DD-19B7-43DC-B6AC-962BC4519B15}" srcOrd="2" destOrd="0" parTransId="{1A4F766F-D56C-4DCA-B2B1-65EE83254337}" sibTransId="{DD04F8EB-3863-42AB-8FE1-4C1615CD6BA5}"/>
    <dgm:cxn modelId="{5F245433-7D49-4D6E-A8AC-4067D05A0E1C}" srcId="{7ED24885-ED8F-4ACD-A5F9-AF3990CE68E2}" destId="{CF23469A-27C1-4E58-8E01-75DD19E11051}" srcOrd="1" destOrd="0" parTransId="{491CA88B-5756-48B5-B9B0-F562B00D1F0F}" sibTransId="{329CC5BF-4CEF-4366-BC92-EABA2CDC6994}"/>
    <dgm:cxn modelId="{BABB4D60-1C48-4BDB-8728-869CB27B349F}" type="presOf" srcId="{AB668966-EC1D-4B41-B95F-1F4A157D3BBA}" destId="{953D809E-6B96-4ABB-B020-BAA64332E39A}" srcOrd="0" destOrd="0" presId="urn:microsoft.com/office/officeart/2005/8/layout/chevron2"/>
    <dgm:cxn modelId="{DA40D841-C42F-40A6-A763-AC76315540D3}" srcId="{CF23469A-27C1-4E58-8E01-75DD19E11051}" destId="{94C08327-510C-4588-A6B6-EF3CA44641CA}" srcOrd="0" destOrd="0" parTransId="{EDED8B5C-3FE0-4DEC-8FB7-BF733FDB1CC1}" sibTransId="{DDCE975A-9B5E-4B35-85A5-9244F3393013}"/>
    <dgm:cxn modelId="{AEF07C55-BE82-4593-87B2-CFC86A4D638D}" type="presOf" srcId="{7ED24885-ED8F-4ACD-A5F9-AF3990CE68E2}" destId="{FEF9BA50-03B6-460B-AD8A-73CE3067E0EB}" srcOrd="0" destOrd="0" presId="urn:microsoft.com/office/officeart/2005/8/layout/chevron2"/>
    <dgm:cxn modelId="{58508C85-6FED-47AC-8AB4-0A1C76FB1789}" srcId="{302930DD-19B7-43DC-B6AC-962BC4519B15}" destId="{AB668966-EC1D-4B41-B95F-1F4A157D3BBA}" srcOrd="0" destOrd="0" parTransId="{3503029A-BA82-4C8D-B020-FD22C3DC125F}" sibTransId="{3D3C9678-CE54-4B3B-9F81-F4590FEFD7C9}"/>
    <dgm:cxn modelId="{91DED896-BE9A-41AB-AA75-843F3CE8F45D}" srcId="{7ED24885-ED8F-4ACD-A5F9-AF3990CE68E2}" destId="{32CACEC7-F931-48B5-9E9C-CC07681CF25E}" srcOrd="0" destOrd="0" parTransId="{605CFE02-8B97-49C6-9EA1-2059DD28145A}" sibTransId="{17EB8678-22AB-44D0-AC66-057B6C7655EC}"/>
    <dgm:cxn modelId="{B1D45F99-C7E3-4399-971B-BEB1BE2B9ECD}" srcId="{32CACEC7-F931-48B5-9E9C-CC07681CF25E}" destId="{28E80561-6917-4C2E-81A6-AFF37B94E3BD}" srcOrd="0" destOrd="0" parTransId="{3F95FC65-6C9A-4FC3-83D5-0477D6222CA6}" sibTransId="{C3B290F5-9874-4B75-8AC3-4D5E8A0659F2}"/>
    <dgm:cxn modelId="{F7B865AF-DED4-46DA-B5E0-DA3CE0BB6E47}" type="presOf" srcId="{32CACEC7-F931-48B5-9E9C-CC07681CF25E}" destId="{F9F99B0D-8DB9-4F42-9EBF-F75DBD81BEDF}" srcOrd="0" destOrd="0" presId="urn:microsoft.com/office/officeart/2005/8/layout/chevron2"/>
    <dgm:cxn modelId="{79505AD2-8604-4086-A743-1C68FA010988}" srcId="{302930DD-19B7-43DC-B6AC-962BC4519B15}" destId="{8F554AF6-6D55-4CDF-8441-CCBF50E93B6D}" srcOrd="1" destOrd="0" parTransId="{215331ED-A88B-466E-A810-2EB9C471374B}" sibTransId="{5A72DC93-5888-4439-AA1D-5E102CE3A52B}"/>
    <dgm:cxn modelId="{D7EE2ED9-0B0C-4AD2-A0B5-57D43AB12535}" type="presOf" srcId="{00EE80CC-4C92-4479-AA23-3E3ECF3B989F}" destId="{2CB3469C-A4FD-4203-9531-A7B4A3A9FBCE}" srcOrd="0" destOrd="1" presId="urn:microsoft.com/office/officeart/2005/8/layout/chevron2"/>
    <dgm:cxn modelId="{1DF160EF-BF0B-487A-8BB5-CFC398739AD7}" type="presOf" srcId="{C844DA2A-0E8B-44CE-9110-EEC15994A978}" destId="{26E6FC0C-4600-4591-97E3-950DCCC6C32A}" srcOrd="0" destOrd="1" presId="urn:microsoft.com/office/officeart/2005/8/layout/chevron2"/>
    <dgm:cxn modelId="{C7FC8BFD-AD4A-48AB-A31D-1BC9D5917B9D}" type="presOf" srcId="{CF23469A-27C1-4E58-8E01-75DD19E11051}" destId="{2CF82A96-C847-41E0-9901-D1D04A364E32}" srcOrd="0" destOrd="0" presId="urn:microsoft.com/office/officeart/2005/8/layout/chevron2"/>
    <dgm:cxn modelId="{CEA2EBFE-83BA-4138-AA82-A97D20D4A3BE}" type="presOf" srcId="{94C08327-510C-4588-A6B6-EF3CA44641CA}" destId="{26E6FC0C-4600-4591-97E3-950DCCC6C32A}" srcOrd="0" destOrd="0" presId="urn:microsoft.com/office/officeart/2005/8/layout/chevron2"/>
    <dgm:cxn modelId="{11576AC0-7AF5-49CA-8BA0-77D1869EDE4F}" type="presParOf" srcId="{FEF9BA50-03B6-460B-AD8A-73CE3067E0EB}" destId="{6E7AF38D-1EBA-46C4-9BDF-25DE9E61CB1F}" srcOrd="0" destOrd="0" presId="urn:microsoft.com/office/officeart/2005/8/layout/chevron2"/>
    <dgm:cxn modelId="{DE980620-C6EA-4B7A-8B4F-F162F8447787}" type="presParOf" srcId="{6E7AF38D-1EBA-46C4-9BDF-25DE9E61CB1F}" destId="{F9F99B0D-8DB9-4F42-9EBF-F75DBD81BEDF}" srcOrd="0" destOrd="0" presId="urn:microsoft.com/office/officeart/2005/8/layout/chevron2"/>
    <dgm:cxn modelId="{F51D430F-395E-4994-874C-F73074546A2A}" type="presParOf" srcId="{6E7AF38D-1EBA-46C4-9BDF-25DE9E61CB1F}" destId="{2CB3469C-A4FD-4203-9531-A7B4A3A9FBCE}" srcOrd="1" destOrd="0" presId="urn:microsoft.com/office/officeart/2005/8/layout/chevron2"/>
    <dgm:cxn modelId="{4BF36A79-A7E8-43E0-AA72-0ABB443E1E37}" type="presParOf" srcId="{FEF9BA50-03B6-460B-AD8A-73CE3067E0EB}" destId="{8D7A4DC5-38B1-4EEB-A9F4-C61719B825B8}" srcOrd="1" destOrd="0" presId="urn:microsoft.com/office/officeart/2005/8/layout/chevron2"/>
    <dgm:cxn modelId="{716F5BA4-3CC7-48FD-B45A-16512A1603D9}" type="presParOf" srcId="{FEF9BA50-03B6-460B-AD8A-73CE3067E0EB}" destId="{CE545ABF-4F34-4BD6-9660-80F59B1FB34E}" srcOrd="2" destOrd="0" presId="urn:microsoft.com/office/officeart/2005/8/layout/chevron2"/>
    <dgm:cxn modelId="{6AB08F81-1CCA-4B9E-BD4B-A8B84AF558FF}" type="presParOf" srcId="{CE545ABF-4F34-4BD6-9660-80F59B1FB34E}" destId="{2CF82A96-C847-41E0-9901-D1D04A364E32}" srcOrd="0" destOrd="0" presId="urn:microsoft.com/office/officeart/2005/8/layout/chevron2"/>
    <dgm:cxn modelId="{ABF7A98E-7F79-4CA3-8D77-F16C8EEC6BAB}" type="presParOf" srcId="{CE545ABF-4F34-4BD6-9660-80F59B1FB34E}" destId="{26E6FC0C-4600-4591-97E3-950DCCC6C32A}" srcOrd="1" destOrd="0" presId="urn:microsoft.com/office/officeart/2005/8/layout/chevron2"/>
    <dgm:cxn modelId="{9E99630A-2591-4462-8E43-D11BE15C83FA}" type="presParOf" srcId="{FEF9BA50-03B6-460B-AD8A-73CE3067E0EB}" destId="{EC3EE104-588E-4A6B-8A3E-B5770D7662F7}" srcOrd="3" destOrd="0" presId="urn:microsoft.com/office/officeart/2005/8/layout/chevron2"/>
    <dgm:cxn modelId="{7E62A1FD-5F61-4C88-AAE7-536E66139623}" type="presParOf" srcId="{FEF9BA50-03B6-460B-AD8A-73CE3067E0EB}" destId="{53B0D4EE-A413-47A6-9100-BE1BB54BC5B5}" srcOrd="4" destOrd="0" presId="urn:microsoft.com/office/officeart/2005/8/layout/chevron2"/>
    <dgm:cxn modelId="{96823FBD-6DC8-40A5-A0AC-3525DF3A59C2}" type="presParOf" srcId="{53B0D4EE-A413-47A6-9100-BE1BB54BC5B5}" destId="{8B190D9A-BD3E-4D82-AC9B-3C696B6CBA9A}" srcOrd="0" destOrd="0" presId="urn:microsoft.com/office/officeart/2005/8/layout/chevron2"/>
    <dgm:cxn modelId="{A54C12E7-B4B1-4D83-B644-DDFFE4473AD4}" type="presParOf" srcId="{53B0D4EE-A413-47A6-9100-BE1BB54BC5B5}" destId="{953D809E-6B96-4ABB-B020-BAA64332E39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061191-934C-4702-966D-E39BD0C944D7}" type="doc">
      <dgm:prSet loTypeId="urn:microsoft.com/office/officeart/2005/8/layout/l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kumimoji="1" lang="ja-JP" altLang="en-US"/>
        </a:p>
      </dgm:t>
    </dgm:pt>
    <dgm:pt modelId="{6F4E0298-B042-4AEC-A307-02E858A5D7A6}">
      <dgm:prSet phldrT="[テキスト]"/>
      <dgm:spPr/>
      <dgm:t>
        <a:bodyPr/>
        <a:lstStyle/>
        <a:p>
          <a:r>
            <a:rPr kumimoji="1" lang="ja-JP" altLang="en-US" dirty="0"/>
            <a:t>高周波数帯を利用する</a:t>
          </a:r>
        </a:p>
      </dgm:t>
    </dgm:pt>
    <dgm:pt modelId="{B4619450-830C-4A4A-AB0F-EE3C2011A5AB}" type="parTrans" cxnId="{95D4D90D-4EAF-4FB2-B1EB-F8DBC51DCEFC}">
      <dgm:prSet/>
      <dgm:spPr/>
      <dgm:t>
        <a:bodyPr/>
        <a:lstStyle/>
        <a:p>
          <a:endParaRPr kumimoji="1" lang="ja-JP" altLang="en-US"/>
        </a:p>
      </dgm:t>
    </dgm:pt>
    <dgm:pt modelId="{7876B12A-894F-417D-B05F-5231AEF94785}" type="sibTrans" cxnId="{95D4D90D-4EAF-4FB2-B1EB-F8DBC51DCEFC}">
      <dgm:prSet/>
      <dgm:spPr/>
      <dgm:t>
        <a:bodyPr/>
        <a:lstStyle/>
        <a:p>
          <a:endParaRPr kumimoji="1" lang="ja-JP" altLang="en-US"/>
        </a:p>
      </dgm:t>
    </dgm:pt>
    <dgm:pt modelId="{E9F35368-E7F9-4585-AACC-3B688C2E01E8}">
      <dgm:prSet phldrT="[テキスト]"/>
      <dgm:spPr/>
      <dgm:t>
        <a:bodyPr/>
        <a:lstStyle/>
        <a:p>
          <a:r>
            <a:rPr kumimoji="1" lang="en-US" altLang="ja-JP" dirty="0"/>
            <a:t>5GHz</a:t>
          </a:r>
          <a:r>
            <a:rPr kumimoji="1" lang="ja-JP" altLang="en-US" dirty="0"/>
            <a:t>帯ではパラボラアンテナや追尾装置などが高価</a:t>
          </a:r>
        </a:p>
      </dgm:t>
    </dgm:pt>
    <dgm:pt modelId="{F3AD9735-6BF6-4761-8092-96633BA11479}" type="parTrans" cxnId="{08FD79E9-565A-45C7-96F0-DA0BDCAAD5AB}">
      <dgm:prSet/>
      <dgm:spPr/>
      <dgm:t>
        <a:bodyPr/>
        <a:lstStyle/>
        <a:p>
          <a:endParaRPr kumimoji="1" lang="ja-JP" altLang="en-US"/>
        </a:p>
      </dgm:t>
    </dgm:pt>
    <dgm:pt modelId="{4EEC8AFF-AD5F-4067-B8CB-0270FCBD614E}" type="sibTrans" cxnId="{08FD79E9-565A-45C7-96F0-DA0BDCAAD5AB}">
      <dgm:prSet/>
      <dgm:spPr/>
      <dgm:t>
        <a:bodyPr/>
        <a:lstStyle/>
        <a:p>
          <a:endParaRPr kumimoji="1" lang="ja-JP" altLang="en-US"/>
        </a:p>
      </dgm:t>
    </dgm:pt>
    <dgm:pt modelId="{49E0AE0C-4DBF-4221-BB06-CD501E66656D}">
      <dgm:prSet phldrT="[テキスト]"/>
      <dgm:spPr/>
      <dgm:t>
        <a:bodyPr/>
        <a:lstStyle/>
        <a:p>
          <a:r>
            <a:rPr kumimoji="1" lang="ja-JP" altLang="en-US" dirty="0"/>
            <a:t>従来の</a:t>
          </a:r>
          <a:r>
            <a:rPr kumimoji="1" lang="en-US" altLang="ja-JP" dirty="0"/>
            <a:t>430MHz</a:t>
          </a:r>
          <a:r>
            <a:rPr kumimoji="1" lang="ja-JP" altLang="en-US" dirty="0"/>
            <a:t>帯＋八木アンテナ＋</a:t>
          </a:r>
          <a:r>
            <a:rPr kumimoji="1" lang="ja-JP" altLang="en-US" dirty="0">
              <a:solidFill>
                <a:srgbClr val="FF0000"/>
              </a:solidFill>
            </a:rPr>
            <a:t>多受信局によるデータ統合</a:t>
          </a:r>
          <a:endParaRPr kumimoji="1" lang="en-US" altLang="ja-JP" dirty="0"/>
        </a:p>
      </dgm:t>
    </dgm:pt>
    <dgm:pt modelId="{AA529278-7880-42EE-BF79-38CEAB52FC76}" type="parTrans" cxnId="{123C7D93-4DAA-4573-94BD-DD7B49AF2D31}">
      <dgm:prSet/>
      <dgm:spPr/>
      <dgm:t>
        <a:bodyPr/>
        <a:lstStyle/>
        <a:p>
          <a:endParaRPr kumimoji="1" lang="ja-JP" altLang="en-US"/>
        </a:p>
      </dgm:t>
    </dgm:pt>
    <dgm:pt modelId="{3DF86E49-0CB3-4FAE-9612-D8569F378914}" type="sibTrans" cxnId="{123C7D93-4DAA-4573-94BD-DD7B49AF2D31}">
      <dgm:prSet/>
      <dgm:spPr/>
      <dgm:t>
        <a:bodyPr/>
        <a:lstStyle/>
        <a:p>
          <a:endParaRPr kumimoji="1" lang="ja-JP" altLang="en-US"/>
        </a:p>
      </dgm:t>
    </dgm:pt>
    <dgm:pt modelId="{80F2C743-81D7-4EC7-A1B7-32AA0D39A681}" type="pres">
      <dgm:prSet presAssocID="{8A061191-934C-4702-966D-E39BD0C944D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110F9ED-DBC5-4744-83B7-FC68789CB8F9}" type="pres">
      <dgm:prSet presAssocID="{6F4E0298-B042-4AEC-A307-02E858A5D7A6}" presName="horFlow" presStyleCnt="0"/>
      <dgm:spPr/>
    </dgm:pt>
    <dgm:pt modelId="{74EDC820-5E0A-47AC-B8D0-96C9C4004EE4}" type="pres">
      <dgm:prSet presAssocID="{6F4E0298-B042-4AEC-A307-02E858A5D7A6}" presName="bigChev" presStyleLbl="node1" presStyleIdx="0" presStyleCnt="1"/>
      <dgm:spPr/>
    </dgm:pt>
    <dgm:pt modelId="{401D16CE-EC05-409C-A8F2-89EC4325C73C}" type="pres">
      <dgm:prSet presAssocID="{F3AD9735-6BF6-4761-8092-96633BA11479}" presName="parTrans" presStyleCnt="0"/>
      <dgm:spPr/>
    </dgm:pt>
    <dgm:pt modelId="{5B2FCE31-9233-4172-AB29-F80E270B777F}" type="pres">
      <dgm:prSet presAssocID="{E9F35368-E7F9-4585-AACC-3B688C2E01E8}" presName="node" presStyleLbl="alignAccFollowNode1" presStyleIdx="0" presStyleCnt="2">
        <dgm:presLayoutVars>
          <dgm:bulletEnabled val="1"/>
        </dgm:presLayoutVars>
      </dgm:prSet>
      <dgm:spPr/>
    </dgm:pt>
    <dgm:pt modelId="{B1DC5D03-0DC6-4D9B-8DEB-8187C45C4FC6}" type="pres">
      <dgm:prSet presAssocID="{4EEC8AFF-AD5F-4067-B8CB-0270FCBD614E}" presName="sibTrans" presStyleCnt="0"/>
      <dgm:spPr/>
    </dgm:pt>
    <dgm:pt modelId="{DF04FF45-5530-499C-B824-CAC102DEE97A}" type="pres">
      <dgm:prSet presAssocID="{49E0AE0C-4DBF-4221-BB06-CD501E66656D}" presName="node" presStyleLbl="alignAccFollowNode1" presStyleIdx="1" presStyleCnt="2">
        <dgm:presLayoutVars>
          <dgm:bulletEnabled val="1"/>
        </dgm:presLayoutVars>
      </dgm:prSet>
      <dgm:spPr/>
    </dgm:pt>
  </dgm:ptLst>
  <dgm:cxnLst>
    <dgm:cxn modelId="{95D4D90D-4EAF-4FB2-B1EB-F8DBC51DCEFC}" srcId="{8A061191-934C-4702-966D-E39BD0C944D7}" destId="{6F4E0298-B042-4AEC-A307-02E858A5D7A6}" srcOrd="0" destOrd="0" parTransId="{B4619450-830C-4A4A-AB0F-EE3C2011A5AB}" sibTransId="{7876B12A-894F-417D-B05F-5231AEF94785}"/>
    <dgm:cxn modelId="{7EC9EF1A-E062-445A-91DF-BA8C18672D69}" type="presOf" srcId="{E9F35368-E7F9-4585-AACC-3B688C2E01E8}" destId="{5B2FCE31-9233-4172-AB29-F80E270B777F}" srcOrd="0" destOrd="0" presId="urn:microsoft.com/office/officeart/2005/8/layout/lProcess3"/>
    <dgm:cxn modelId="{123C7D93-4DAA-4573-94BD-DD7B49AF2D31}" srcId="{6F4E0298-B042-4AEC-A307-02E858A5D7A6}" destId="{49E0AE0C-4DBF-4221-BB06-CD501E66656D}" srcOrd="1" destOrd="0" parTransId="{AA529278-7880-42EE-BF79-38CEAB52FC76}" sibTransId="{3DF86E49-0CB3-4FAE-9612-D8569F378914}"/>
    <dgm:cxn modelId="{0325BFBF-77ED-48BA-8C18-A5DB7520A326}" type="presOf" srcId="{6F4E0298-B042-4AEC-A307-02E858A5D7A6}" destId="{74EDC820-5E0A-47AC-B8D0-96C9C4004EE4}" srcOrd="0" destOrd="0" presId="urn:microsoft.com/office/officeart/2005/8/layout/lProcess3"/>
    <dgm:cxn modelId="{0DCAD4DC-1864-4AA0-9482-9810A7422718}" type="presOf" srcId="{49E0AE0C-4DBF-4221-BB06-CD501E66656D}" destId="{DF04FF45-5530-499C-B824-CAC102DEE97A}" srcOrd="0" destOrd="0" presId="urn:microsoft.com/office/officeart/2005/8/layout/lProcess3"/>
    <dgm:cxn modelId="{08FD79E9-565A-45C7-96F0-DA0BDCAAD5AB}" srcId="{6F4E0298-B042-4AEC-A307-02E858A5D7A6}" destId="{E9F35368-E7F9-4585-AACC-3B688C2E01E8}" srcOrd="0" destOrd="0" parTransId="{F3AD9735-6BF6-4761-8092-96633BA11479}" sibTransId="{4EEC8AFF-AD5F-4067-B8CB-0270FCBD614E}"/>
    <dgm:cxn modelId="{CAFAD4EB-9441-48AD-A6A2-2EF7BD16CF46}" type="presOf" srcId="{8A061191-934C-4702-966D-E39BD0C944D7}" destId="{80F2C743-81D7-4EC7-A1B7-32AA0D39A681}" srcOrd="0" destOrd="0" presId="urn:microsoft.com/office/officeart/2005/8/layout/lProcess3"/>
    <dgm:cxn modelId="{82406EA9-2274-4F96-917D-A37B7E9D274B}" type="presParOf" srcId="{80F2C743-81D7-4EC7-A1B7-32AA0D39A681}" destId="{9110F9ED-DBC5-4744-83B7-FC68789CB8F9}" srcOrd="0" destOrd="0" presId="urn:microsoft.com/office/officeart/2005/8/layout/lProcess3"/>
    <dgm:cxn modelId="{34C7CB5E-5A19-4739-96A4-5480AA9C1831}" type="presParOf" srcId="{9110F9ED-DBC5-4744-83B7-FC68789CB8F9}" destId="{74EDC820-5E0A-47AC-B8D0-96C9C4004EE4}" srcOrd="0" destOrd="0" presId="urn:microsoft.com/office/officeart/2005/8/layout/lProcess3"/>
    <dgm:cxn modelId="{FE036214-E0CF-4308-8881-E017C31E2EFF}" type="presParOf" srcId="{9110F9ED-DBC5-4744-83B7-FC68789CB8F9}" destId="{401D16CE-EC05-409C-A8F2-89EC4325C73C}" srcOrd="1" destOrd="0" presId="urn:microsoft.com/office/officeart/2005/8/layout/lProcess3"/>
    <dgm:cxn modelId="{10AF9C6E-7FA3-417C-9B57-C6CAB96454D8}" type="presParOf" srcId="{9110F9ED-DBC5-4744-83B7-FC68789CB8F9}" destId="{5B2FCE31-9233-4172-AB29-F80E270B777F}" srcOrd="2" destOrd="0" presId="urn:microsoft.com/office/officeart/2005/8/layout/lProcess3"/>
    <dgm:cxn modelId="{36D70996-DA6B-4703-9A3D-C8BD3FD7837A}" type="presParOf" srcId="{9110F9ED-DBC5-4744-83B7-FC68789CB8F9}" destId="{B1DC5D03-0DC6-4D9B-8DEB-8187C45C4FC6}" srcOrd="3" destOrd="0" presId="urn:microsoft.com/office/officeart/2005/8/layout/lProcess3"/>
    <dgm:cxn modelId="{3388513A-6F2A-4843-8078-1D457411CD6A}" type="presParOf" srcId="{9110F9ED-DBC5-4744-83B7-FC68789CB8F9}" destId="{DF04FF45-5530-499C-B824-CAC102DEE97A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C01F2-9B31-407C-B93A-97FEF10D0BC6}">
      <dsp:nvSpPr>
        <dsp:cNvPr id="0" name=""/>
        <dsp:cNvSpPr/>
      </dsp:nvSpPr>
      <dsp:spPr>
        <a:xfrm>
          <a:off x="175102" y="0"/>
          <a:ext cx="2897759" cy="115910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kern="1200" dirty="0"/>
            <a:t>出力</a:t>
          </a:r>
          <a:r>
            <a:rPr kumimoji="1" lang="en-US" altLang="ja-JP" sz="2500" kern="1200" dirty="0"/>
            <a:t>[W]</a:t>
          </a:r>
          <a:r>
            <a:rPr kumimoji="1" lang="ja-JP" altLang="en-US" sz="2500" kern="1200" dirty="0"/>
            <a:t>を　上げる</a:t>
          </a:r>
        </a:p>
      </dsp:txBody>
      <dsp:txXfrm>
        <a:off x="754654" y="0"/>
        <a:ext cx="1738656" cy="1159103"/>
      </dsp:txXfrm>
    </dsp:sp>
    <dsp:sp modelId="{96B24E7B-A46C-435C-A541-21E094A50974}">
      <dsp:nvSpPr>
        <dsp:cNvPr id="0" name=""/>
        <dsp:cNvSpPr/>
      </dsp:nvSpPr>
      <dsp:spPr>
        <a:xfrm>
          <a:off x="2696152" y="101076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利用可能な電力が少なく、出力増は困難</a:t>
          </a:r>
        </a:p>
      </dsp:txBody>
      <dsp:txXfrm>
        <a:off x="3177180" y="101076"/>
        <a:ext cx="1443084" cy="962056"/>
      </dsp:txXfrm>
    </dsp:sp>
    <dsp:sp modelId="{7482A423-4989-4D04-90C2-F597640C6C87}">
      <dsp:nvSpPr>
        <dsp:cNvPr id="0" name=""/>
        <dsp:cNvSpPr/>
      </dsp:nvSpPr>
      <dsp:spPr>
        <a:xfrm>
          <a:off x="4764573" y="101076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717974"/>
            <a:satOff val="-625"/>
            <a:lumOff val="-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17974"/>
              <a:satOff val="-625"/>
              <a:lumOff val="-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/>
            <a:t>JAMSAT</a:t>
          </a:r>
          <a:r>
            <a:rPr kumimoji="1" lang="ja-JP" altLang="en-US" sz="1400" kern="1200" dirty="0"/>
            <a:t>開発の省電力な無線機により</a:t>
          </a:r>
          <a:r>
            <a:rPr kumimoji="1" lang="en-US" altLang="ja-JP" sz="1400" kern="1200" dirty="0"/>
            <a:t>5V-&gt;3.3V</a:t>
          </a:r>
          <a:r>
            <a:rPr kumimoji="1" lang="ja-JP" altLang="en-US" sz="1400" kern="1200" dirty="0" err="1"/>
            <a:t>へと</a:t>
          </a:r>
          <a:r>
            <a:rPr kumimoji="1" lang="ja-JP" altLang="en-US" sz="1400" kern="1200" dirty="0"/>
            <a:t>電力効率化</a:t>
          </a:r>
        </a:p>
      </dsp:txBody>
      <dsp:txXfrm>
        <a:off x="5245601" y="101076"/>
        <a:ext cx="1443084" cy="962056"/>
      </dsp:txXfrm>
    </dsp:sp>
    <dsp:sp modelId="{15A2BAC1-6898-4C58-A01D-789C48BC5DC4}">
      <dsp:nvSpPr>
        <dsp:cNvPr id="0" name=""/>
        <dsp:cNvSpPr/>
      </dsp:nvSpPr>
      <dsp:spPr>
        <a:xfrm>
          <a:off x="175102" y="1323930"/>
          <a:ext cx="2897759" cy="1159103"/>
        </a:xfrm>
        <a:prstGeom prst="chevron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kern="1200" dirty="0"/>
            <a:t>広い帯域を利用する</a:t>
          </a:r>
        </a:p>
      </dsp:txBody>
      <dsp:txXfrm>
        <a:off x="754654" y="1323930"/>
        <a:ext cx="1738656" cy="1159103"/>
      </dsp:txXfrm>
    </dsp:sp>
    <dsp:sp modelId="{0D7B6DAF-435C-45D4-A593-F6E4EF0B7CA7}">
      <dsp:nvSpPr>
        <dsp:cNvPr id="0" name=""/>
        <dsp:cNvSpPr/>
      </dsp:nvSpPr>
      <dsp:spPr>
        <a:xfrm>
          <a:off x="2696152" y="1422454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1435949"/>
            <a:satOff val="-1251"/>
            <a:lumOff val="-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35949"/>
              <a:satOff val="-1251"/>
              <a:lumOff val="-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市販の無線機では</a:t>
          </a:r>
          <a:r>
            <a:rPr kumimoji="1" lang="en-US" altLang="ja-JP" sz="1400" kern="1200" dirty="0"/>
            <a:t>30kHz</a:t>
          </a:r>
          <a:r>
            <a:rPr kumimoji="1" lang="ja-JP" altLang="en-US" sz="1400" kern="1200" dirty="0"/>
            <a:t>幅までしか対応していない</a:t>
          </a:r>
        </a:p>
      </dsp:txBody>
      <dsp:txXfrm>
        <a:off x="3177180" y="1422454"/>
        <a:ext cx="1443084" cy="962056"/>
      </dsp:txXfrm>
    </dsp:sp>
    <dsp:sp modelId="{04BE8117-CBE8-4080-AEF9-6CDEB17EB4E6}">
      <dsp:nvSpPr>
        <dsp:cNvPr id="0" name=""/>
        <dsp:cNvSpPr/>
      </dsp:nvSpPr>
      <dsp:spPr>
        <a:xfrm>
          <a:off x="4764573" y="1422454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2153923"/>
            <a:satOff val="-1876"/>
            <a:lumOff val="-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153923"/>
              <a:satOff val="-1876"/>
              <a:lumOff val="-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ソフトウェア無線機</a:t>
          </a:r>
          <a:r>
            <a:rPr kumimoji="1" lang="en-US" altLang="ja-JP" sz="1400" kern="1200" dirty="0"/>
            <a:t>(SDR)</a:t>
          </a:r>
          <a:r>
            <a:rPr kumimoji="1" lang="ja-JP" altLang="en-US" sz="1400" kern="1200" dirty="0"/>
            <a:t>の利用により約</a:t>
          </a:r>
          <a:r>
            <a:rPr kumimoji="1" lang="en-US" altLang="ja-JP" sz="1400" kern="1200" dirty="0"/>
            <a:t>3</a:t>
          </a:r>
          <a:r>
            <a:rPr kumimoji="1" lang="ja-JP" altLang="en-US" sz="1400" kern="1200" dirty="0"/>
            <a:t>倍の帯域利用</a:t>
          </a:r>
        </a:p>
      </dsp:txBody>
      <dsp:txXfrm>
        <a:off x="5245601" y="1422454"/>
        <a:ext cx="1443084" cy="962056"/>
      </dsp:txXfrm>
    </dsp:sp>
    <dsp:sp modelId="{F2563766-047E-400E-867A-6AC3BD44DBDF}">
      <dsp:nvSpPr>
        <dsp:cNvPr id="0" name=""/>
        <dsp:cNvSpPr/>
      </dsp:nvSpPr>
      <dsp:spPr>
        <a:xfrm>
          <a:off x="175102" y="2645309"/>
          <a:ext cx="2897759" cy="1159103"/>
        </a:xfrm>
        <a:prstGeom prst="chevron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kern="1200" dirty="0"/>
            <a:t>誤り訂正による　　　　利得向上</a:t>
          </a:r>
          <a:endParaRPr kumimoji="1" lang="en-US" altLang="ja-JP" sz="2500" kern="1200" dirty="0"/>
        </a:p>
      </dsp:txBody>
      <dsp:txXfrm>
        <a:off x="754654" y="2645309"/>
        <a:ext cx="1738656" cy="1159103"/>
      </dsp:txXfrm>
    </dsp:sp>
    <dsp:sp modelId="{C41ED973-ACBE-402D-BE2D-BF470DDA74F1}">
      <dsp:nvSpPr>
        <dsp:cNvPr id="0" name=""/>
        <dsp:cNvSpPr/>
      </dsp:nvSpPr>
      <dsp:spPr>
        <a:xfrm>
          <a:off x="2696152" y="2743833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2871898"/>
            <a:satOff val="-2502"/>
            <a:lumOff val="-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871898"/>
              <a:satOff val="-2502"/>
              <a:lumOff val="-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専門家不在により第一世代誤り訂正</a:t>
          </a:r>
          <a:r>
            <a:rPr kumimoji="1" lang="en-US" altLang="ja-JP" sz="1400" kern="1200" dirty="0"/>
            <a:t>(RS)</a:t>
          </a:r>
          <a:r>
            <a:rPr kumimoji="1" lang="ja-JP" altLang="en-US" sz="1400" kern="1200" dirty="0"/>
            <a:t>を利用</a:t>
          </a:r>
          <a:endParaRPr kumimoji="1" lang="en-US" altLang="ja-JP" sz="1400" kern="1200" dirty="0"/>
        </a:p>
      </dsp:txBody>
      <dsp:txXfrm>
        <a:off x="3177180" y="2743833"/>
        <a:ext cx="1443084" cy="962056"/>
      </dsp:txXfrm>
    </dsp:sp>
    <dsp:sp modelId="{EB29148A-A356-4781-912E-4EDCA0C0CD77}">
      <dsp:nvSpPr>
        <dsp:cNvPr id="0" name=""/>
        <dsp:cNvSpPr/>
      </dsp:nvSpPr>
      <dsp:spPr>
        <a:xfrm>
          <a:off x="4764573" y="2743833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3589872"/>
            <a:satOff val="-3127"/>
            <a:lumOff val="-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589872"/>
              <a:satOff val="-3127"/>
              <a:lumOff val="-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/>
            <a:t>OSS</a:t>
          </a:r>
          <a:r>
            <a:rPr kumimoji="1" lang="ja-JP" altLang="en-US" sz="1400" kern="1200" dirty="0"/>
            <a:t>コミュニティーとの連携による第三世代誤り訂正</a:t>
          </a:r>
          <a:r>
            <a:rPr kumimoji="1" lang="en-US" altLang="ja-JP" sz="1400" kern="1200" dirty="0"/>
            <a:t>(LDPC)</a:t>
          </a:r>
          <a:r>
            <a:rPr kumimoji="1" lang="ja-JP" altLang="en-US" sz="1400" kern="1200" dirty="0"/>
            <a:t>の実装</a:t>
          </a:r>
          <a:endParaRPr kumimoji="1" lang="en-US" altLang="ja-JP" sz="1400" kern="1200" dirty="0"/>
        </a:p>
      </dsp:txBody>
      <dsp:txXfrm>
        <a:off x="5245601" y="2743833"/>
        <a:ext cx="1443084" cy="962056"/>
      </dsp:txXfrm>
    </dsp:sp>
    <dsp:sp modelId="{74EDC820-5E0A-47AC-B8D0-96C9C4004EE4}">
      <dsp:nvSpPr>
        <dsp:cNvPr id="0" name=""/>
        <dsp:cNvSpPr/>
      </dsp:nvSpPr>
      <dsp:spPr>
        <a:xfrm>
          <a:off x="175102" y="3966687"/>
          <a:ext cx="2897759" cy="1159103"/>
        </a:xfrm>
        <a:prstGeom prst="chevr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kern="1200" dirty="0"/>
            <a:t>高周波数帯を利用する</a:t>
          </a:r>
        </a:p>
      </dsp:txBody>
      <dsp:txXfrm>
        <a:off x="754654" y="3966687"/>
        <a:ext cx="1738656" cy="1159103"/>
      </dsp:txXfrm>
    </dsp:sp>
    <dsp:sp modelId="{5B2FCE31-9233-4172-AB29-F80E270B777F}">
      <dsp:nvSpPr>
        <dsp:cNvPr id="0" name=""/>
        <dsp:cNvSpPr/>
      </dsp:nvSpPr>
      <dsp:spPr>
        <a:xfrm>
          <a:off x="2696152" y="4065211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4307846"/>
            <a:satOff val="-3753"/>
            <a:lumOff val="-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307846"/>
              <a:satOff val="-3753"/>
              <a:lumOff val="-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/>
            <a:t>5GHz</a:t>
          </a:r>
          <a:r>
            <a:rPr kumimoji="1" lang="ja-JP" altLang="en-US" sz="1400" kern="1200" dirty="0"/>
            <a:t>帯ではパラボラアンテナや追尾装置などが高価</a:t>
          </a:r>
        </a:p>
      </dsp:txBody>
      <dsp:txXfrm>
        <a:off x="3177180" y="4065211"/>
        <a:ext cx="1443084" cy="962056"/>
      </dsp:txXfrm>
    </dsp:sp>
    <dsp:sp modelId="{DF04FF45-5530-499C-B824-CAC102DEE97A}">
      <dsp:nvSpPr>
        <dsp:cNvPr id="0" name=""/>
        <dsp:cNvSpPr/>
      </dsp:nvSpPr>
      <dsp:spPr>
        <a:xfrm>
          <a:off x="4764573" y="4065211"/>
          <a:ext cx="2405140" cy="962056"/>
        </a:xfrm>
        <a:prstGeom prst="chevron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従来の</a:t>
          </a:r>
          <a:r>
            <a:rPr kumimoji="1" lang="en-US" altLang="ja-JP" sz="1400" kern="1200" dirty="0"/>
            <a:t>430MHz</a:t>
          </a:r>
          <a:r>
            <a:rPr kumimoji="1" lang="ja-JP" altLang="en-US" sz="1400" kern="1200" dirty="0"/>
            <a:t>帯＋八木アンテナ＋</a:t>
          </a:r>
          <a:r>
            <a:rPr kumimoji="1" lang="ja-JP" altLang="en-US" sz="1400" kern="1200" dirty="0">
              <a:solidFill>
                <a:srgbClr val="FF0000"/>
              </a:solidFill>
            </a:rPr>
            <a:t>多受信局によるデータ統合</a:t>
          </a:r>
          <a:endParaRPr kumimoji="1" lang="en-US" altLang="ja-JP" sz="1400" kern="1200" dirty="0">
            <a:solidFill>
              <a:srgbClr val="FF0000"/>
            </a:solidFill>
          </a:endParaRPr>
        </a:p>
      </dsp:txBody>
      <dsp:txXfrm>
        <a:off x="5245601" y="4065211"/>
        <a:ext cx="1443084" cy="962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06BF9-4D12-4418-BEB0-B890F6FCF193}">
      <dsp:nvSpPr>
        <dsp:cNvPr id="0" name=""/>
        <dsp:cNvSpPr/>
      </dsp:nvSpPr>
      <dsp:spPr>
        <a:xfrm>
          <a:off x="3041" y="651568"/>
          <a:ext cx="1644998" cy="5359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000" kern="1200" dirty="0">
              <a:latin typeface="+mn-ea"/>
              <a:ea typeface="+mn-ea"/>
            </a:rPr>
            <a:t>SDR</a:t>
          </a:r>
          <a:r>
            <a:rPr lang="ja-JP" altLang="en-US" sz="1000" kern="1200" dirty="0">
              <a:latin typeface="+mn-ea"/>
              <a:ea typeface="+mn-ea"/>
            </a:rPr>
            <a:t>受信機＋スマホによる</a:t>
          </a:r>
          <a:endParaRPr lang="en-US" altLang="ja-JP" sz="1000" kern="1200" dirty="0">
            <a:latin typeface="+mn-ea"/>
            <a:ea typeface="+mn-ea"/>
          </a:endParaRP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000" kern="1200" dirty="0">
              <a:latin typeface="+mn-ea"/>
              <a:ea typeface="+mn-ea"/>
            </a:rPr>
            <a:t>安価な地球局</a:t>
          </a:r>
          <a:endParaRPr kumimoji="1" lang="ja-JP" altLang="en-US" sz="1000" kern="1200" dirty="0"/>
        </a:p>
      </dsp:txBody>
      <dsp:txXfrm>
        <a:off x="18740" y="667267"/>
        <a:ext cx="1613600" cy="504596"/>
      </dsp:txXfrm>
    </dsp:sp>
    <dsp:sp modelId="{C307212C-6725-41AF-87F6-0421E6AA50AA}">
      <dsp:nvSpPr>
        <dsp:cNvPr id="0" name=""/>
        <dsp:cNvSpPr/>
      </dsp:nvSpPr>
      <dsp:spPr>
        <a:xfrm>
          <a:off x="167541" y="1187562"/>
          <a:ext cx="164499" cy="443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3578"/>
              </a:lnTo>
              <a:lnTo>
                <a:pt x="164499" y="44357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EB53F-7995-44F1-A99A-97A1C4097A65}">
      <dsp:nvSpPr>
        <dsp:cNvPr id="0" name=""/>
        <dsp:cNvSpPr/>
      </dsp:nvSpPr>
      <dsp:spPr>
        <a:xfrm>
          <a:off x="332040" y="1363143"/>
          <a:ext cx="1545018" cy="535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300" kern="1200" dirty="0">
              <a:latin typeface="+mn-ea"/>
              <a:ea typeface="+mn-ea"/>
            </a:rPr>
            <a:t>新しい</a:t>
          </a:r>
          <a:r>
            <a:rPr lang="ja-JP" altLang="en-US" sz="1300" b="1" kern="1200" dirty="0">
              <a:solidFill>
                <a:srgbClr val="FF0000"/>
              </a:solidFill>
              <a:latin typeface="+mn-ea"/>
              <a:ea typeface="+mn-ea"/>
            </a:rPr>
            <a:t>宇宙教育教材</a:t>
          </a:r>
          <a:endParaRPr lang="en-US" altLang="ja-JP" sz="1300" b="1" kern="1200" dirty="0">
            <a:solidFill>
              <a:srgbClr val="FF0000"/>
            </a:solidFill>
            <a:latin typeface="+mn-ea"/>
            <a:ea typeface="+mn-ea"/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300" kern="1200" dirty="0">
              <a:latin typeface="+mn-ea"/>
              <a:ea typeface="+mn-ea"/>
            </a:rPr>
            <a:t>作成の増進</a:t>
          </a:r>
          <a:endParaRPr kumimoji="1" lang="ja-JP" altLang="en-US" sz="1300" kern="1200" dirty="0"/>
        </a:p>
      </dsp:txBody>
      <dsp:txXfrm>
        <a:off x="347739" y="1378842"/>
        <a:ext cx="1513620" cy="504596"/>
      </dsp:txXfrm>
    </dsp:sp>
    <dsp:sp modelId="{9AC7F890-64BD-41B6-9F47-1B1BEC6464E8}">
      <dsp:nvSpPr>
        <dsp:cNvPr id="0" name=""/>
        <dsp:cNvSpPr/>
      </dsp:nvSpPr>
      <dsp:spPr>
        <a:xfrm>
          <a:off x="1916036" y="693150"/>
          <a:ext cx="1836455" cy="535994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000" kern="1200" dirty="0">
              <a:latin typeface="+mn-ea"/>
              <a:ea typeface="+mn-ea"/>
            </a:rPr>
            <a:t>コミュニティーによる</a:t>
          </a:r>
          <a:endParaRPr lang="en-US" altLang="ja-JP" sz="1000" kern="1200" dirty="0">
            <a:latin typeface="+mn-ea"/>
            <a:ea typeface="+mn-ea"/>
          </a:endParaRP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000" kern="1200" dirty="0">
              <a:latin typeface="+mn-ea"/>
              <a:ea typeface="+mn-ea"/>
            </a:rPr>
            <a:t>OSS</a:t>
          </a:r>
          <a:r>
            <a:rPr lang="ja-JP" altLang="en-US" sz="1000" kern="1200" dirty="0">
              <a:latin typeface="+mn-ea"/>
              <a:ea typeface="+mn-ea"/>
            </a:rPr>
            <a:t>指向開発体制</a:t>
          </a:r>
          <a:endParaRPr kumimoji="1" lang="ja-JP" altLang="en-US" sz="1000" kern="1200" dirty="0"/>
        </a:p>
      </dsp:txBody>
      <dsp:txXfrm>
        <a:off x="1931735" y="708849"/>
        <a:ext cx="1805057" cy="504596"/>
      </dsp:txXfrm>
    </dsp:sp>
    <dsp:sp modelId="{F6D6F002-1F91-42BC-8638-6DA53E3FB5C3}">
      <dsp:nvSpPr>
        <dsp:cNvPr id="0" name=""/>
        <dsp:cNvSpPr/>
      </dsp:nvSpPr>
      <dsp:spPr>
        <a:xfrm>
          <a:off x="2099682" y="1229144"/>
          <a:ext cx="183645" cy="401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995"/>
              </a:lnTo>
              <a:lnTo>
                <a:pt x="183645" y="40199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B185CA-A610-4682-A89A-A9DAB26245A5}">
      <dsp:nvSpPr>
        <dsp:cNvPr id="0" name=""/>
        <dsp:cNvSpPr/>
      </dsp:nvSpPr>
      <dsp:spPr>
        <a:xfrm>
          <a:off x="2283327" y="1363143"/>
          <a:ext cx="1927512" cy="535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300" kern="1200" dirty="0">
              <a:latin typeface="+mn-ea"/>
              <a:ea typeface="+mn-ea"/>
              <a:cs typeface="Estrangelo Edessa" panose="03080600000000000000" pitchFamily="66" charset="0"/>
            </a:rPr>
            <a:t>世界中のアマチュア無線家やエンジニアとの</a:t>
          </a:r>
          <a:r>
            <a:rPr lang="ja-JP" altLang="en-US" sz="1300" b="1" kern="1200" dirty="0">
              <a:solidFill>
                <a:srgbClr val="FF0000"/>
              </a:solidFill>
              <a:latin typeface="+mn-ea"/>
              <a:ea typeface="+mn-ea"/>
              <a:cs typeface="Estrangelo Edessa" panose="03080600000000000000" pitchFamily="66" charset="0"/>
            </a:rPr>
            <a:t>連携</a:t>
          </a:r>
          <a:endParaRPr kumimoji="1" lang="ja-JP" altLang="en-US" sz="1300" b="1" kern="1200" dirty="0">
            <a:solidFill>
              <a:srgbClr val="FF0000"/>
            </a:solidFill>
          </a:endParaRPr>
        </a:p>
      </dsp:txBody>
      <dsp:txXfrm>
        <a:off x="2299026" y="1378842"/>
        <a:ext cx="1896114" cy="5045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99B0D-8DB9-4F42-9EBF-F75DBD81BEDF}">
      <dsp:nvSpPr>
        <dsp:cNvPr id="0" name=""/>
        <dsp:cNvSpPr/>
      </dsp:nvSpPr>
      <dsp:spPr>
        <a:xfrm rot="5400000">
          <a:off x="-163753" y="164253"/>
          <a:ext cx="1091692" cy="7641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準備</a:t>
          </a:r>
        </a:p>
      </dsp:txBody>
      <dsp:txXfrm rot="-5400000">
        <a:off x="1" y="382591"/>
        <a:ext cx="764184" cy="327508"/>
      </dsp:txXfrm>
    </dsp:sp>
    <dsp:sp modelId="{2CB3469C-A4FD-4203-9531-A7B4A3A9FBCE}">
      <dsp:nvSpPr>
        <dsp:cNvPr id="0" name=""/>
        <dsp:cNvSpPr/>
      </dsp:nvSpPr>
      <dsp:spPr>
        <a:xfrm rot="5400000">
          <a:off x="2127356" y="-1355852"/>
          <a:ext cx="709600" cy="34359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400" kern="1200" dirty="0"/>
            <a:t>安価な</a:t>
          </a:r>
          <a:r>
            <a:rPr kumimoji="1" lang="en-US" altLang="ja-JP" sz="1400" kern="1200" dirty="0"/>
            <a:t>SDR</a:t>
          </a:r>
          <a:r>
            <a:rPr kumimoji="1" lang="ja-JP" altLang="en-US" sz="1400" kern="1200" dirty="0"/>
            <a:t>や</a:t>
          </a:r>
          <a:r>
            <a:rPr kumimoji="1" lang="en-US" altLang="ja-JP" sz="1400" kern="1200" dirty="0"/>
            <a:t>OSS</a:t>
          </a:r>
          <a:r>
            <a:rPr kumimoji="1" lang="ja-JP" altLang="en-US" sz="1400" kern="1200" dirty="0"/>
            <a:t>ベースソフトの公開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400" kern="1200" dirty="0"/>
            <a:t>スマホセットアップと衛星データの設定</a:t>
          </a:r>
        </a:p>
      </dsp:txBody>
      <dsp:txXfrm rot="-5400000">
        <a:off x="764185" y="41959"/>
        <a:ext cx="3401303" cy="640320"/>
      </dsp:txXfrm>
    </dsp:sp>
    <dsp:sp modelId="{2CF82A96-C847-41E0-9901-D1D04A364E32}">
      <dsp:nvSpPr>
        <dsp:cNvPr id="0" name=""/>
        <dsp:cNvSpPr/>
      </dsp:nvSpPr>
      <dsp:spPr>
        <a:xfrm rot="5400000">
          <a:off x="-163753" y="1065955"/>
          <a:ext cx="1091692" cy="764184"/>
        </a:xfrm>
        <a:prstGeom prst="chevron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127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受信</a:t>
          </a:r>
        </a:p>
      </dsp:txBody>
      <dsp:txXfrm rot="-5400000">
        <a:off x="1" y="1284293"/>
        <a:ext cx="764184" cy="327508"/>
      </dsp:txXfrm>
    </dsp:sp>
    <dsp:sp modelId="{26E6FC0C-4600-4591-97E3-950DCCC6C32A}">
      <dsp:nvSpPr>
        <dsp:cNvPr id="0" name=""/>
        <dsp:cNvSpPr/>
      </dsp:nvSpPr>
      <dsp:spPr>
        <a:xfrm rot="5400000">
          <a:off x="2127356" y="-474743"/>
          <a:ext cx="709600" cy="34359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400" kern="1200" dirty="0"/>
            <a:t>SDR</a:t>
          </a:r>
          <a:r>
            <a:rPr kumimoji="1" lang="ja-JP" altLang="en-US" sz="1400" kern="1200" dirty="0"/>
            <a:t>受信機＋スマホを用いて、受信する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400" kern="1200"/>
            <a:t>コントロールサーバへデータ送信</a:t>
          </a:r>
          <a:endParaRPr kumimoji="1" lang="ja-JP" altLang="en-US" sz="1400" kern="1200" dirty="0"/>
        </a:p>
      </dsp:txBody>
      <dsp:txXfrm rot="-5400000">
        <a:off x="764185" y="923068"/>
        <a:ext cx="3401303" cy="640320"/>
      </dsp:txXfrm>
    </dsp:sp>
    <dsp:sp modelId="{8B190D9A-BD3E-4D82-AC9B-3C696B6CBA9A}">
      <dsp:nvSpPr>
        <dsp:cNvPr id="0" name=""/>
        <dsp:cNvSpPr/>
      </dsp:nvSpPr>
      <dsp:spPr>
        <a:xfrm rot="5400000">
          <a:off x="-163753" y="1967657"/>
          <a:ext cx="1091692" cy="764184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127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/>
            <a:t>統合</a:t>
          </a:r>
        </a:p>
      </dsp:txBody>
      <dsp:txXfrm rot="-5400000">
        <a:off x="1" y="2185995"/>
        <a:ext cx="764184" cy="327508"/>
      </dsp:txXfrm>
    </dsp:sp>
    <dsp:sp modelId="{953D809E-6B96-4ABB-B020-BAA64332E39A}">
      <dsp:nvSpPr>
        <dsp:cNvPr id="0" name=""/>
        <dsp:cNvSpPr/>
      </dsp:nvSpPr>
      <dsp:spPr>
        <a:xfrm rot="5400000">
          <a:off x="2127356" y="440732"/>
          <a:ext cx="709600" cy="34359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400" kern="1200" dirty="0"/>
            <a:t>コントロールサーバによるデータマージ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400" kern="1200" dirty="0"/>
            <a:t>衛星へ受信ミスしたデータの再送要求</a:t>
          </a:r>
        </a:p>
      </dsp:txBody>
      <dsp:txXfrm rot="-5400000">
        <a:off x="764185" y="1838543"/>
        <a:ext cx="3401303" cy="640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DC820-5E0A-47AC-B8D0-96C9C4004EE4}">
      <dsp:nvSpPr>
        <dsp:cNvPr id="0" name=""/>
        <dsp:cNvSpPr/>
      </dsp:nvSpPr>
      <dsp:spPr>
        <a:xfrm>
          <a:off x="2026" y="151433"/>
          <a:ext cx="3130660" cy="125226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18415" rIns="0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900" kern="1200" dirty="0"/>
            <a:t>高周波数帯を利用する</a:t>
          </a:r>
        </a:p>
      </dsp:txBody>
      <dsp:txXfrm>
        <a:off x="628158" y="151433"/>
        <a:ext cx="1878396" cy="1252264"/>
      </dsp:txXfrm>
    </dsp:sp>
    <dsp:sp modelId="{5B2FCE31-9233-4172-AB29-F80E270B777F}">
      <dsp:nvSpPr>
        <dsp:cNvPr id="0" name=""/>
        <dsp:cNvSpPr/>
      </dsp:nvSpPr>
      <dsp:spPr>
        <a:xfrm>
          <a:off x="2725700" y="257875"/>
          <a:ext cx="2598448" cy="1039379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 dirty="0"/>
            <a:t>5GHz</a:t>
          </a:r>
          <a:r>
            <a:rPr kumimoji="1" lang="ja-JP" altLang="en-US" sz="1700" kern="1200" dirty="0"/>
            <a:t>帯ではパラボラアンテナや追尾装置などが高価</a:t>
          </a:r>
        </a:p>
      </dsp:txBody>
      <dsp:txXfrm>
        <a:off x="3245390" y="257875"/>
        <a:ext cx="1559069" cy="1039379"/>
      </dsp:txXfrm>
    </dsp:sp>
    <dsp:sp modelId="{DF04FF45-5530-499C-B824-CAC102DEE97A}">
      <dsp:nvSpPr>
        <dsp:cNvPr id="0" name=""/>
        <dsp:cNvSpPr/>
      </dsp:nvSpPr>
      <dsp:spPr>
        <a:xfrm>
          <a:off x="4960365" y="257875"/>
          <a:ext cx="2598448" cy="1039379"/>
        </a:xfrm>
        <a:prstGeom prst="chevron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従来の</a:t>
          </a:r>
          <a:r>
            <a:rPr kumimoji="1" lang="en-US" altLang="ja-JP" sz="1700" kern="1200" dirty="0"/>
            <a:t>430MHz</a:t>
          </a:r>
          <a:r>
            <a:rPr kumimoji="1" lang="ja-JP" altLang="en-US" sz="1700" kern="1200" dirty="0"/>
            <a:t>帯＋八木アンテナ＋</a:t>
          </a:r>
          <a:r>
            <a:rPr kumimoji="1" lang="ja-JP" altLang="en-US" sz="1700" kern="1200" dirty="0">
              <a:solidFill>
                <a:srgbClr val="FF0000"/>
              </a:solidFill>
            </a:rPr>
            <a:t>多受信局によるデータ統合</a:t>
          </a:r>
          <a:endParaRPr kumimoji="1" lang="en-US" altLang="ja-JP" sz="1700" kern="1200" dirty="0"/>
        </a:p>
      </dsp:txBody>
      <dsp:txXfrm>
        <a:off x="5480055" y="257875"/>
        <a:ext cx="1559069" cy="10393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58D74A-EAF7-44C6-A78A-BB351387D3C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18994-DA79-4DA1-8850-F3A33A06036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506428-A444-4AD2-A902-F23758A861DD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という形で進める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●話す内容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続いて、我々の高速通信の目標ですが、一般的な超小型衛星の</a:t>
            </a:r>
            <a:r>
              <a:rPr kumimoji="1" lang="en-US" altLang="ja-JP" sz="1200" dirty="0">
                <a:solidFill>
                  <a:schemeClr val="tx1"/>
                </a:solidFill>
              </a:rPr>
              <a:t>12</a:t>
            </a:r>
            <a:r>
              <a:rPr kumimoji="1" lang="ja-JP" altLang="en-US" sz="1200" dirty="0">
                <a:solidFill>
                  <a:schemeClr val="tx1"/>
                </a:solidFill>
              </a:rPr>
              <a:t>倍の</a:t>
            </a:r>
            <a:r>
              <a:rPr kumimoji="1" lang="en-US" altLang="ja-JP" sz="1200" dirty="0">
                <a:solidFill>
                  <a:schemeClr val="tx1"/>
                </a:solidFill>
              </a:rPr>
              <a:t>115.2kbps</a:t>
            </a:r>
            <a:r>
              <a:rPr kumimoji="1" lang="ja-JP" altLang="en-US" sz="1200" dirty="0">
                <a:solidFill>
                  <a:schemeClr val="tx1"/>
                </a:solidFill>
              </a:rPr>
              <a:t>をだれでも利用可能と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することが目標となります。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いままでも</a:t>
            </a:r>
            <a:r>
              <a:rPr kumimoji="1" lang="en-US" altLang="ja-JP" sz="1200" dirty="0">
                <a:solidFill>
                  <a:schemeClr val="tx1"/>
                </a:solidFill>
              </a:rPr>
              <a:t>115.2kbps</a:t>
            </a:r>
            <a:r>
              <a:rPr kumimoji="1" lang="ja-JP" altLang="en-US" sz="1200" dirty="0">
                <a:solidFill>
                  <a:schemeClr val="tx1"/>
                </a:solidFill>
              </a:rPr>
              <a:t>などの高速通信を目標とする超小型衛星はありましたが、真ん中の段に書いて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ありますように、専門家が不在であったり、設備費が非常に高価であったりと、高速通信をミッションと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しない超小型衛星プロジェクトでは導入することが困難でした。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そこで、本プロジェクトでは、右段にある解決法を実現します。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これらにより、外部の専門家集団と連携し、開発体制を構築することにより、今後も他の超小型衛星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プロジェクトでも外部の専門家の協力が得られる体制を作ります。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さらに安価な機器のみで高速通信機を搭載できることとなります。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これらにより、誰もが高速通信を利用できるようになり、今後の超小型衛星分野の発展に寄与できると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確信しております。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また、多受信局の詳細については、次のページとなります。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●「何をするのか？」＝目的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</a:t>
            </a:r>
            <a:r>
              <a:rPr kumimoji="1" lang="en-US" altLang="ja-JP" sz="1200" dirty="0">
                <a:solidFill>
                  <a:schemeClr val="tx1"/>
                </a:solidFill>
              </a:rPr>
              <a:t>12</a:t>
            </a:r>
            <a:r>
              <a:rPr kumimoji="1" lang="ja-JP" altLang="en-US" sz="1200" dirty="0">
                <a:solidFill>
                  <a:schemeClr val="tx1"/>
                </a:solidFill>
              </a:rPr>
              <a:t>倍の高速通信をする＝</a:t>
            </a:r>
            <a:r>
              <a:rPr kumimoji="1" lang="en-US" altLang="ja-JP" sz="1200" dirty="0">
                <a:solidFill>
                  <a:schemeClr val="tx1"/>
                </a:solidFill>
              </a:rPr>
              <a:t>13dB</a:t>
            </a:r>
            <a:r>
              <a:rPr kumimoji="1" lang="ja-JP" altLang="en-US" sz="1200" dirty="0">
                <a:solidFill>
                  <a:schemeClr val="tx1"/>
                </a:solidFill>
              </a:rPr>
              <a:t>の改善が必要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●出力編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・発電量は、数</a:t>
            </a:r>
            <a:r>
              <a:rPr kumimoji="1" lang="en-US" altLang="ja-JP" sz="1200" dirty="0">
                <a:solidFill>
                  <a:schemeClr val="tx1"/>
                </a:solidFill>
              </a:rPr>
              <a:t>W</a:t>
            </a:r>
            <a:r>
              <a:rPr kumimoji="1" lang="ja-JP" altLang="en-US" sz="1200" dirty="0">
                <a:solidFill>
                  <a:schemeClr val="tx1"/>
                </a:solidFill>
              </a:rPr>
              <a:t>で大電力の無線機が使えない。また、構体が小さいため発熱量の大きい無線機は使えない。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</a:t>
            </a:r>
            <a:r>
              <a:rPr kumimoji="1" lang="ja-JP" altLang="en-US" sz="1200" dirty="0">
                <a:solidFill>
                  <a:schemeClr val="tx1"/>
                </a:solidFill>
              </a:rPr>
              <a:t>５</a:t>
            </a:r>
            <a:r>
              <a:rPr kumimoji="1" lang="en-US" altLang="ja-JP" sz="1200" dirty="0">
                <a:solidFill>
                  <a:schemeClr val="tx1"/>
                </a:solidFill>
              </a:rPr>
              <a:t>V-&gt;3.3V</a:t>
            </a:r>
            <a:r>
              <a:rPr kumimoji="1" lang="ja-JP" altLang="en-US" sz="1200" dirty="0">
                <a:solidFill>
                  <a:schemeClr val="tx1"/>
                </a:solidFill>
              </a:rPr>
              <a:t>とし、この分、出力ではなく長期稼働へ割り振る。理由は、多受信局のため。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</a:t>
            </a:r>
            <a:r>
              <a:rPr kumimoji="1" lang="ja-JP" altLang="en-US" dirty="0"/>
              <a:t>出力は</a:t>
            </a:r>
            <a:r>
              <a:rPr kumimoji="1" lang="en-US" altLang="ja-JP" dirty="0"/>
              <a:t>0.8W</a:t>
            </a:r>
            <a:r>
              <a:rPr kumimoji="1" lang="ja-JP" altLang="en-US" dirty="0" err="1"/>
              <a:t>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●帯域編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</a:t>
            </a:r>
            <a:r>
              <a:rPr kumimoji="1" lang="en-US" altLang="ja-JP" sz="1200" dirty="0" err="1">
                <a:solidFill>
                  <a:schemeClr val="tx1"/>
                </a:solidFill>
              </a:rPr>
              <a:t>WiFi</a:t>
            </a:r>
            <a:r>
              <a:rPr kumimoji="1" lang="ja-JP" altLang="en-US" sz="1200" dirty="0" err="1">
                <a:solidFill>
                  <a:schemeClr val="tx1"/>
                </a:solidFill>
              </a:rPr>
              <a:t>のと</a:t>
            </a:r>
            <a:r>
              <a:rPr kumimoji="1" lang="ja-JP" altLang="en-US" sz="1200" dirty="0">
                <a:solidFill>
                  <a:schemeClr val="tx1"/>
                </a:solidFill>
              </a:rPr>
              <a:t>同じ。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・市販されているアマチュア無線機は、受信帯域が制限されているので高速通信に対応できない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・地上：</a:t>
            </a:r>
            <a:r>
              <a:rPr kumimoji="1" lang="en-US" altLang="ja-JP" sz="1200" dirty="0">
                <a:solidFill>
                  <a:schemeClr val="tx1"/>
                </a:solidFill>
              </a:rPr>
              <a:t>30kHz-&gt;</a:t>
            </a:r>
            <a:r>
              <a:rPr kumimoji="1" lang="ja-JP" altLang="en-US" sz="1200" dirty="0">
                <a:solidFill>
                  <a:schemeClr val="tx1"/>
                </a:solidFill>
              </a:rPr>
              <a:t>衛星：</a:t>
            </a:r>
            <a:r>
              <a:rPr kumimoji="1" lang="en-US" altLang="ja-JP" sz="1200" dirty="0">
                <a:solidFill>
                  <a:schemeClr val="tx1"/>
                </a:solidFill>
              </a:rPr>
              <a:t>100kHz </a:t>
            </a:r>
            <a:r>
              <a:rPr kumimoji="1" lang="ja-JP" altLang="en-US" sz="1200" dirty="0">
                <a:solidFill>
                  <a:schemeClr val="tx1"/>
                </a:solidFill>
              </a:rPr>
              <a:t>約</a:t>
            </a:r>
            <a:r>
              <a:rPr kumimoji="1" lang="en-US" altLang="ja-JP" sz="1200" dirty="0">
                <a:solidFill>
                  <a:schemeClr val="tx1"/>
                </a:solidFill>
              </a:rPr>
              <a:t>3</a:t>
            </a:r>
            <a:r>
              <a:rPr kumimoji="1" lang="ja-JP" altLang="en-US" sz="1200" dirty="0">
                <a:solidFill>
                  <a:schemeClr val="tx1"/>
                </a:solidFill>
              </a:rPr>
              <a:t>倍なので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５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の改善（ただし、ここは突っ込まれる可能性があるためボカ</a:t>
            </a:r>
            <a:r>
              <a:rPr kumimoji="1" lang="ja-JP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す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●誤り訂正編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・使わないことも多い。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・誤り訂正技術で必要</a:t>
            </a:r>
            <a:r>
              <a:rPr kumimoji="1" lang="en-US" altLang="ja-JP" sz="1200" dirty="0">
                <a:solidFill>
                  <a:schemeClr val="tx1"/>
                </a:solidFill>
              </a:rPr>
              <a:t>C/N</a:t>
            </a:r>
            <a:r>
              <a:rPr kumimoji="1" lang="ja-JP" altLang="en-US" sz="1200" dirty="0">
                <a:solidFill>
                  <a:schemeClr val="tx1"/>
                </a:solidFill>
              </a:rPr>
              <a:t>を８ｄ</a:t>
            </a:r>
            <a:r>
              <a:rPr kumimoji="1" lang="en-US" altLang="ja-JP" sz="1200" dirty="0">
                <a:solidFill>
                  <a:schemeClr val="tx1"/>
                </a:solidFill>
              </a:rPr>
              <a:t>B</a:t>
            </a:r>
            <a:r>
              <a:rPr kumimoji="1" lang="ja-JP" altLang="en-US" sz="1200" dirty="0">
                <a:solidFill>
                  <a:schemeClr val="tx1"/>
                </a:solidFill>
              </a:rPr>
              <a:t>改善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・シャノン限界に近い。第四世代は満たせる。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●高い周波数帯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・高い帯域のところと同じではあるが・・・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</a:t>
            </a:r>
            <a:r>
              <a:rPr kumimoji="1" lang="en-US" altLang="ja-JP" sz="1200" dirty="0">
                <a:solidFill>
                  <a:schemeClr val="tx1"/>
                </a:solidFill>
              </a:rPr>
              <a:t>5GHz</a:t>
            </a:r>
            <a:r>
              <a:rPr kumimoji="1" lang="ja-JP" altLang="en-US" sz="1200" dirty="0">
                <a:solidFill>
                  <a:schemeClr val="tx1"/>
                </a:solidFill>
              </a:rPr>
              <a:t>では、波長が短く、八木アンテナは使えない。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・高い周波数は、指向性が強くなる。</a:t>
            </a:r>
            <a:r>
              <a:rPr kumimoji="1" lang="en-US" altLang="ja-JP" sz="1200" dirty="0">
                <a:solidFill>
                  <a:schemeClr val="tx1"/>
                </a:solidFill>
              </a:rPr>
              <a:t>5GHz</a:t>
            </a:r>
            <a:r>
              <a:rPr kumimoji="1" lang="ja-JP" altLang="en-US" sz="1200" dirty="0">
                <a:solidFill>
                  <a:schemeClr val="tx1"/>
                </a:solidFill>
              </a:rPr>
              <a:t>では、１度。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・かわりに、多受信局で受信する。詳細は次のページで。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●まとめ・質問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・特別な受信設備を必要せず、画像データを短時間通信（約１０秒）で受信できる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・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100kHz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が使えない場合。従来通りとする。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5dB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足りないが、多受信局で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人いれば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</a:t>
            </a:r>
            <a:r>
              <a:rPr kumimoji="1" lang="ja-JP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今村邸・深井邸で受信できるとする。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D0A81-5C01-47A0-9504-97E085457898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671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●話す内容</a:t>
            </a:r>
            <a:endParaRPr kumimoji="1" lang="en-US" altLang="ja-JP" dirty="0"/>
          </a:p>
          <a:p>
            <a:pPr lvl="0"/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多受信局は、この図のような相互協力受信ネットワークとなります。</a:t>
            </a:r>
            <a:br>
              <a:rPr lang="ja-JP" altLang="en-US" dirty="0"/>
            </a:br>
            <a:r>
              <a:rPr kumimoji="1" lang="ja-JP" altLang="en-US" dirty="0"/>
              <a:t>・（図を指しながら、説明する）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具体的には、このような数百円～数千円ほどの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USB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型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SDR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を、スマホに接続することで、簡易的な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受信専用地球局を作るものとなります。これにより多くの人に参加協力してもらえるものと考えています。</a:t>
            </a:r>
            <a:br>
              <a:rPr lang="ja-JP" altLang="en-US" dirty="0"/>
            </a:br>
            <a:r>
              <a:rPr kumimoji="1" lang="ja-JP" altLang="en-US" dirty="0"/>
              <a:t>そして、多人数で受信したデータをコントロールサーバ上でマージできるネットワークを構築することにより、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エラーレートが改善でき、高速通信可能となります。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もちろん、これらの構築された多受信局ネットワークは、他の超小型衛星プロジェクトでも利用可能ですので、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今後の超小型衛星分野の発展に寄与できると確信します。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以上、非常に簡単ではありましたが、説明を終了させていただきます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・受信専用機である、</a:t>
            </a:r>
            <a:r>
              <a:rPr kumimoji="1" lang="en-US" altLang="ja-JP" dirty="0"/>
              <a:t>USB</a:t>
            </a:r>
            <a:r>
              <a:rPr kumimoji="1" lang="ja-JP" altLang="en-US" dirty="0"/>
              <a:t>型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を使う。これが、ワンセグ向けのものが</a:t>
            </a:r>
            <a:r>
              <a:rPr kumimoji="1" lang="en-US" altLang="ja-JP" dirty="0"/>
              <a:t>500</a:t>
            </a:r>
            <a:r>
              <a:rPr kumimoji="1" lang="ja-JP" altLang="en-US" dirty="0"/>
              <a:t>円以下で、スマホで動く。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・受信して、コントロールサーバでマージする。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・スマホ向けの軌道追尾・データ受信アプリを日本</a:t>
            </a:r>
            <a:r>
              <a:rPr kumimoji="1" lang="en-US" altLang="ja-JP" dirty="0" err="1"/>
              <a:t>Qt</a:t>
            </a:r>
            <a:r>
              <a:rPr kumimoji="1" lang="ja-JP" altLang="en-US" dirty="0"/>
              <a:t>ユーザー会と連携して、開発する。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・これにより、非常に安価で地球局が整備できる。</a:t>
            </a:r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r>
              <a:rPr kumimoji="1" lang="ja-JP" altLang="en-US" dirty="0"/>
              <a:t>●戦略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・非常に簡単な話にする。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●話す内容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・（図を指しながら、説明する）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・受信専用機である、</a:t>
            </a:r>
            <a:r>
              <a:rPr kumimoji="1" lang="en-US" altLang="ja-JP" dirty="0"/>
              <a:t>USB</a:t>
            </a:r>
            <a:r>
              <a:rPr kumimoji="1" lang="ja-JP" altLang="en-US" dirty="0"/>
              <a:t>型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を使う。これが、ワンセグ向けのものが</a:t>
            </a:r>
            <a:r>
              <a:rPr kumimoji="1" lang="en-US" altLang="ja-JP" dirty="0"/>
              <a:t>500</a:t>
            </a:r>
            <a:r>
              <a:rPr kumimoji="1" lang="ja-JP" altLang="en-US" dirty="0"/>
              <a:t>円以下で、スマホで動く。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・受信して、コントロールサーバでマージする。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・スマホ向けの軌道追尾・データ受信アプリを日本</a:t>
            </a:r>
            <a:r>
              <a:rPr kumimoji="1" lang="en-US" altLang="ja-JP" dirty="0" err="1"/>
              <a:t>Qt</a:t>
            </a:r>
            <a:r>
              <a:rPr kumimoji="1" lang="ja-JP" altLang="en-US" dirty="0"/>
              <a:t>ユーザー会と連携して、開発する。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・これにより、非常に安価で地球局が整備できる。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・これが、世界中のアマチュア無線家やエンジニアなどに普及・連携が期待できる。出力のところで話をした「</a:t>
            </a:r>
            <a:r>
              <a:rPr kumimoji="1" lang="ja-JP" altLang="en-US" sz="1200" dirty="0">
                <a:solidFill>
                  <a:schemeClr val="tx1"/>
                </a:solidFill>
              </a:rPr>
              <a:t>長期稼働」はこのため。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・最終的には、数百人で</a:t>
            </a:r>
            <a:r>
              <a:rPr kumimoji="1" lang="en-US" altLang="ja-JP" sz="1200" dirty="0">
                <a:solidFill>
                  <a:schemeClr val="tx1"/>
                </a:solidFill>
              </a:rPr>
              <a:t>10dB</a:t>
            </a:r>
            <a:r>
              <a:rPr kumimoji="1" lang="ja-JP" altLang="en-US" sz="1200" dirty="0">
                <a:solidFill>
                  <a:schemeClr val="tx1"/>
                </a:solidFill>
              </a:rPr>
              <a:t>以上の利得向上となれば、素晴らしい。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以上、終了。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lvl="0"/>
            <a:endParaRPr kumimoji="1" lang="en-US" altLang="ja-JP" dirty="0"/>
          </a:p>
          <a:p>
            <a:pPr lvl="0"/>
            <a:r>
              <a:rPr kumimoji="1" lang="ja-JP" altLang="en-US" dirty="0"/>
              <a:t>●時間があれば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・星座ソフトを題材として、教育用への応用を話す。</a:t>
            </a:r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r>
              <a:rPr kumimoji="1" lang="ja-JP" altLang="en-US" dirty="0"/>
              <a:t>●詳細内容（話す予定ではない部分）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・受信専用の地球局。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・非常に安価な地デジ向け</a:t>
            </a:r>
            <a:r>
              <a:rPr kumimoji="1" lang="en-US" altLang="ja-JP" dirty="0"/>
              <a:t>SDR</a:t>
            </a:r>
            <a:r>
              <a:rPr kumimoji="1" lang="ja-JP" altLang="en-US" dirty="0"/>
              <a:t>を利用。</a:t>
            </a:r>
            <a:r>
              <a:rPr kumimoji="1" lang="en-US" altLang="ja-JP" dirty="0"/>
              <a:t>Android</a:t>
            </a:r>
            <a:r>
              <a:rPr kumimoji="1" lang="ja-JP" altLang="en-US" dirty="0"/>
              <a:t>スマホで使える。</a:t>
            </a:r>
            <a:r>
              <a:rPr kumimoji="1" lang="en-US" altLang="ja-JP" dirty="0"/>
              <a:t>OSS</a:t>
            </a:r>
            <a:r>
              <a:rPr kumimoji="1" lang="ja-JP" altLang="en-US" dirty="0"/>
              <a:t>である。・</a:t>
            </a:r>
            <a:r>
              <a:rPr kumimoji="1" lang="en-US" altLang="ja-JP" dirty="0" err="1"/>
              <a:t>Qt</a:t>
            </a:r>
            <a:r>
              <a:rPr kumimoji="1" lang="ja-JP" altLang="en-US" dirty="0"/>
              <a:t>ユーザ会と連携。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・上記により、非常に安価な地球局が構築できる。これにより、多人数の参加が期待できる。</a:t>
            </a:r>
            <a:r>
              <a:rPr kumimoji="1" lang="en-US" altLang="ja-JP" dirty="0"/>
              <a:t>3</a:t>
            </a:r>
            <a:r>
              <a:rPr kumimoji="1" lang="ja-JP" altLang="en-US" dirty="0"/>
              <a:t>人集まれば、</a:t>
            </a:r>
            <a:r>
              <a:rPr kumimoji="1" lang="en-US" altLang="ja-JP" dirty="0"/>
              <a:t>5dB</a:t>
            </a:r>
            <a:r>
              <a:rPr kumimoji="1" lang="ja-JP" altLang="en-US" dirty="0" err="1"/>
              <a:t>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</a:t>
            </a:r>
            <a:r>
              <a:rPr kumimoji="1" lang="en-US" altLang="ja-JP" dirty="0"/>
              <a:t>DTN</a:t>
            </a:r>
            <a:r>
              <a:rPr kumimoji="1" lang="ja-JP" altLang="en-US" dirty="0"/>
              <a:t>（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 Tolerant Networking</a:t>
            </a:r>
            <a:r>
              <a:rPr kumimoji="1" lang="ja-JP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遅延耐性ネットワーク</a:t>
            </a:r>
            <a:r>
              <a:rPr kumimoji="1" lang="ja-JP" altLang="en-US" dirty="0"/>
              <a:t>）的なプロトコルで対応。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●新規性・発展性方向での解説の場合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1, </a:t>
            </a:r>
            <a:r>
              <a:rPr kumimoji="1" lang="ja-JP" altLang="en-US" dirty="0"/>
              <a:t>安価な地球局が作れることにより、衛星無線を受信するためのワークショップなど、今までになかったような教育教材を制作可能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1-1, </a:t>
            </a:r>
            <a:r>
              <a:rPr kumimoji="1" lang="ja-JP" altLang="en-US" dirty="0"/>
              <a:t>いままでは</a:t>
            </a:r>
            <a:r>
              <a:rPr kumimoji="1" lang="en-US" altLang="ja-JP" dirty="0"/>
              <a:t>SDR+PC</a:t>
            </a:r>
            <a:r>
              <a:rPr kumimoji="1" lang="ja-JP" altLang="en-US" dirty="0"/>
              <a:t>を利用したようなものはあったが、</a:t>
            </a:r>
            <a:r>
              <a:rPr kumimoji="1" lang="en-US" altLang="ja-JP" dirty="0"/>
              <a:t>PC</a:t>
            </a:r>
            <a:r>
              <a:rPr kumimoji="1" lang="ja-JP" altLang="en-US" dirty="0"/>
              <a:t>を人数分など準備するのは難しかった。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2, OSS</a:t>
            </a:r>
            <a:r>
              <a:rPr kumimoji="1" lang="ja-JP" altLang="en-US" dirty="0"/>
              <a:t>指向開発体制により、ソフトウェアなどを外部団体と共同開発可能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2-1,</a:t>
            </a:r>
            <a:r>
              <a:rPr kumimoji="1" lang="ja-JP" altLang="en-US" dirty="0"/>
              <a:t>いままでは自組織内ですべてを開発しなければならなかった。</a:t>
            </a:r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r>
              <a:rPr kumimoji="1" lang="ja-JP" altLang="en-US" dirty="0"/>
              <a:t>●多受信局によるデータ統合を説明する場合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1,</a:t>
            </a:r>
            <a:r>
              <a:rPr kumimoji="1" lang="ja-JP" altLang="en-US" dirty="0"/>
              <a:t>自地球局の各種設定を行う。</a:t>
            </a:r>
          </a:p>
          <a:p>
            <a:pPr lvl="0"/>
            <a:r>
              <a:rPr kumimoji="1" lang="en-US" altLang="ja-JP" dirty="0"/>
              <a:t>2,</a:t>
            </a:r>
            <a:r>
              <a:rPr kumimoji="1" lang="ja-JP" altLang="en-US" dirty="0"/>
              <a:t>衛星にデータ送信要求を送信し、ダウンロードを開始する。</a:t>
            </a:r>
          </a:p>
          <a:p>
            <a:pPr lvl="0"/>
            <a:r>
              <a:rPr kumimoji="1" lang="en-US" altLang="ja-JP" dirty="0"/>
              <a:t>3,</a:t>
            </a:r>
            <a:r>
              <a:rPr kumimoji="1" lang="ja-JP" altLang="en-US" dirty="0"/>
              <a:t>コントロール・サーバは、通信可能範囲にある送信可能な地球局にデータ送信開始要求送信の要請を行う。</a:t>
            </a:r>
          </a:p>
          <a:p>
            <a:pPr lvl="0"/>
            <a:r>
              <a:rPr kumimoji="1" lang="en-US" altLang="ja-JP" dirty="0"/>
              <a:t>4,</a:t>
            </a:r>
            <a:r>
              <a:rPr kumimoji="1" lang="ja-JP" altLang="en-US" dirty="0"/>
              <a:t>コントロールサーバにダウンロードしたターゲットデータの情報を送信する。</a:t>
            </a:r>
          </a:p>
          <a:p>
            <a:pPr lvl="0"/>
            <a:r>
              <a:rPr kumimoji="1" lang="en-US" altLang="ja-JP" dirty="0"/>
              <a:t>5,</a:t>
            </a:r>
            <a:r>
              <a:rPr kumimoji="1" lang="ja-JP" altLang="en-US" dirty="0"/>
              <a:t>ターゲットデータが揃えば、受信完了を衛星へ送信する。</a:t>
            </a:r>
          </a:p>
          <a:p>
            <a:pPr lvl="0"/>
            <a:r>
              <a:rPr kumimoji="1" lang="en-US" altLang="ja-JP" dirty="0"/>
              <a:t>6,</a:t>
            </a:r>
            <a:r>
              <a:rPr kumimoji="1" lang="ja-JP" altLang="en-US" dirty="0"/>
              <a:t>ターゲットデータが断片的であれば、ダウンロード完了した</a:t>
            </a:r>
            <a:r>
              <a:rPr kumimoji="1" lang="en-US" altLang="ja-JP" dirty="0"/>
              <a:t>DTN</a:t>
            </a:r>
            <a:r>
              <a:rPr kumimoji="1" lang="ja-JP" altLang="en-US" dirty="0"/>
              <a:t>情報を衛星へ送信する。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D0A81-5C01-47A0-9504-97E085457898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677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176E8207-5532-44D7-850C-17E3892F72CD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497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386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2736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99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05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15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139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16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738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395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9BA83E5-E1F8-4721-B851-4203BEE23CBB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stars.eng.shizuoka.ac.jp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diagramColors" Target="../diagrams/colors3.xml"/><Relationship Id="rId18" Type="http://schemas.openxmlformats.org/officeDocument/2006/relationships/diagramQuickStyle" Target="../diagrams/quickStyle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QuickStyle" Target="../diagrams/quickStyle3.xml"/><Relationship Id="rId17" Type="http://schemas.openxmlformats.org/officeDocument/2006/relationships/diagramLayout" Target="../diagrams/layout4.xml"/><Relationship Id="rId2" Type="http://schemas.openxmlformats.org/officeDocument/2006/relationships/notesSlide" Target="../notesSlides/notesSlide4.xml"/><Relationship Id="rId16" Type="http://schemas.openxmlformats.org/officeDocument/2006/relationships/diagramData" Target="../diagrams/data4.xml"/><Relationship Id="rId20" Type="http://schemas.microsoft.com/office/2007/relationships/diagramDrawing" Target="../diagrams/drawing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11" Type="http://schemas.openxmlformats.org/officeDocument/2006/relationships/diagramLayout" Target="../diagrams/layout3.xml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30.png"/><Relationship Id="rId10" Type="http://schemas.openxmlformats.org/officeDocument/2006/relationships/diagramData" Target="../diagrams/data3.xml"/><Relationship Id="rId19" Type="http://schemas.openxmlformats.org/officeDocument/2006/relationships/diagramColors" Target="../diagrams/colors4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9.png"/><Relationship Id="rId14" Type="http://schemas.microsoft.com/office/2007/relationships/diagramDrawing" Target="../diagrams/drawin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5A9DBB48-0D10-474E-A4BB-263883375AED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ja-JP" altLang="en-US" dirty="0"/>
              <a:t>衛星無線受信ソフトウェア開発</a:t>
            </a:r>
            <a:r>
              <a:rPr lang="en-US" altLang="ja-JP" dirty="0"/>
              <a:t> 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無茶ぶり大王</a:t>
            </a:r>
            <a:endParaRPr lang="en-US" altLang="ja-JP" dirty="0"/>
          </a:p>
          <a:p>
            <a:r>
              <a:rPr lang="en-US" altLang="ja-JP" dirty="0"/>
              <a:t>noritsuna@siprop.org</a:t>
            </a:r>
            <a:endParaRPr lang="ja-JP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" y="1145282"/>
            <a:ext cx="9144000" cy="514350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5308654"/>
            <a:ext cx="7772400" cy="1007318"/>
          </a:xfrm>
        </p:spPr>
        <p:txBody>
          <a:bodyPr/>
          <a:lstStyle/>
          <a:p>
            <a:r>
              <a:rPr lang="ja-JP" altLang="en-US" sz="3600" dirty="0"/>
              <a:t>おまいら、宇宙開発したいよな？</a:t>
            </a:r>
            <a:endParaRPr lang="ja-JP" altLang="ja-JP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超小型衛星プロジェクト：</a:t>
            </a:r>
            <a:r>
              <a:rPr kumimoji="1" lang="en-US" altLang="ja-JP" dirty="0"/>
              <a:t>AO-stars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静岡大学：能見研究室</a:t>
            </a:r>
            <a:endParaRPr kumimoji="1" lang="en-US" altLang="ja-JP" dirty="0"/>
          </a:p>
          <a:p>
            <a:pPr lvl="1"/>
            <a:r>
              <a:rPr lang="en-US" altLang="ja-JP" dirty="0">
                <a:hlinkClick r:id="rId2"/>
              </a:rPr>
              <a:t>http://stars.eng.shizuoka.ac.jp/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628" y="2060848"/>
            <a:ext cx="6176764" cy="500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3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3" y="0"/>
            <a:ext cx="7772400" cy="908050"/>
          </a:xfrm>
        </p:spPr>
        <p:txBody>
          <a:bodyPr/>
          <a:lstStyle/>
          <a:p>
            <a:r>
              <a:rPr lang="ja-JP" altLang="en-US" dirty="0"/>
              <a:t>超小型衛星プロジェクト：</a:t>
            </a:r>
            <a:r>
              <a:rPr lang="en-US" altLang="ja-JP" dirty="0"/>
              <a:t>AO-stars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69" y="919047"/>
            <a:ext cx="7837595" cy="593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8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相乗りで宇宙へ！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764704"/>
            <a:ext cx="7029729" cy="6382878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63" y="1052736"/>
            <a:ext cx="3972657" cy="58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0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衛星種類</a:t>
            </a:r>
          </a:p>
        </p:txBody>
      </p:sp>
      <p:pic>
        <p:nvPicPr>
          <p:cNvPr id="9" name="コンテンツ プレースホルダー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53" y="980728"/>
            <a:ext cx="8579466" cy="5688631"/>
          </a:xfrm>
        </p:spPr>
      </p:pic>
    </p:spTree>
    <p:extLst>
      <p:ext uri="{BB962C8B-B14F-4D97-AF65-F5344CB8AC3E}">
        <p14:creationId xmlns:p14="http://schemas.microsoft.com/office/powerpoint/2010/main" val="199007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超小型衛星</a:t>
            </a:r>
            <a:r>
              <a:rPr kumimoji="1" lang="en-US" altLang="ja-JP" dirty="0"/>
              <a:t>(CubeSat)</a:t>
            </a:r>
            <a:r>
              <a:rPr kumimoji="1" lang="ja-JP" altLang="en-US" dirty="0"/>
              <a:t>は？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6613" y="1124744"/>
            <a:ext cx="7772400" cy="5327650"/>
          </a:xfrm>
        </p:spPr>
        <p:txBody>
          <a:bodyPr/>
          <a:lstStyle/>
          <a:p>
            <a:r>
              <a:rPr kumimoji="1" lang="ja-JP" altLang="en-US" dirty="0"/>
              <a:t>すでにキットがある。</a:t>
            </a:r>
            <a:r>
              <a:rPr kumimoji="1" lang="en-US" altLang="ja-JP" dirty="0"/>
              <a:t>50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100</a:t>
            </a:r>
            <a:r>
              <a:rPr kumimoji="1" lang="ja-JP" altLang="en-US" dirty="0"/>
              <a:t>万円くらい</a:t>
            </a:r>
            <a:endParaRPr kumimoji="1"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24944"/>
            <a:ext cx="4696904" cy="37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2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なぜ？超小型衛星？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1U(10cm^3)</a:t>
            </a:r>
            <a:r>
              <a:rPr lang="ja-JP" altLang="en-US" dirty="0"/>
              <a:t>サイズの超小型衛星</a:t>
            </a:r>
            <a:endParaRPr lang="en-US" altLang="ja-JP" dirty="0"/>
          </a:p>
          <a:p>
            <a:pPr lvl="1"/>
            <a:r>
              <a:rPr kumimoji="1" lang="ja-JP" altLang="en-US" dirty="0"/>
              <a:t>単一ミッション（機能）をこなす</a:t>
            </a:r>
            <a:endParaRPr kumimoji="1" lang="en-US" altLang="ja-JP" dirty="0"/>
          </a:p>
          <a:p>
            <a:r>
              <a:rPr lang="ja-JP" altLang="en-US" dirty="0"/>
              <a:t>いま、ここが熱い！！！</a:t>
            </a:r>
            <a:endParaRPr lang="en-US" altLang="ja-JP" dirty="0"/>
          </a:p>
          <a:p>
            <a:pPr lvl="1"/>
            <a:r>
              <a:rPr kumimoji="1" lang="en-US" altLang="ja-JP" dirty="0"/>
              <a:t>2017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日：日本：世界最小ロケット打ち上げ</a:t>
            </a:r>
            <a:endParaRPr kumimoji="1" lang="en-US" altLang="ja-JP" dirty="0"/>
          </a:p>
          <a:p>
            <a:pPr lvl="2"/>
            <a:r>
              <a:rPr lang="en-US" altLang="ja-JP" dirty="0"/>
              <a:t>SS-520 4</a:t>
            </a:r>
            <a:r>
              <a:rPr lang="ja-JP" altLang="en-US" dirty="0"/>
              <a:t>号機</a:t>
            </a:r>
            <a:endParaRPr kumimoji="1" lang="en-US" altLang="ja-JP" dirty="0"/>
          </a:p>
          <a:p>
            <a:pPr lvl="1"/>
            <a:r>
              <a:rPr lang="ja-JP" altLang="en-US" dirty="0"/>
              <a:t>ほか</a:t>
            </a:r>
            <a:r>
              <a:rPr kumimoji="1" lang="ja-JP" altLang="en-US" dirty="0"/>
              <a:t>にも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ホリエモンのインタースペーステクノロジー社</a:t>
            </a:r>
            <a:endParaRPr kumimoji="1" lang="en-US" altLang="ja-JP" dirty="0"/>
          </a:p>
          <a:p>
            <a:pPr lvl="2"/>
            <a:r>
              <a:rPr lang="ja-JP" altLang="en-US" dirty="0"/>
              <a:t>テスラ社</a:t>
            </a:r>
            <a:r>
              <a:rPr kumimoji="1" lang="ja-JP" altLang="en-US" dirty="0"/>
              <a:t>のイーロンマスクの</a:t>
            </a:r>
            <a:r>
              <a:rPr lang="en-US" altLang="ja-JP" dirty="0"/>
              <a:t>Space-X</a:t>
            </a:r>
          </a:p>
          <a:p>
            <a:pPr lvl="2"/>
            <a:r>
              <a:rPr lang="en-US" altLang="ja-JP" dirty="0"/>
              <a:t>Facebook</a:t>
            </a:r>
            <a:r>
              <a:rPr lang="ja-JP" altLang="en-US" dirty="0"/>
              <a:t>社のプロジェクト</a:t>
            </a:r>
            <a:endParaRPr lang="en-US" altLang="ja-JP" dirty="0"/>
          </a:p>
          <a:p>
            <a:pPr lvl="1"/>
            <a:r>
              <a:rPr lang="ja-JP" altLang="en-US" dirty="0"/>
              <a:t>と、低価格・超小型ロケットの環境が整いつつある</a:t>
            </a:r>
            <a:endParaRPr lang="en-US" altLang="ja-JP" dirty="0"/>
          </a:p>
          <a:p>
            <a:pPr lvl="2"/>
            <a:r>
              <a:rPr lang="ja-JP" altLang="en-US" dirty="0"/>
              <a:t>だが、載せるものがない！！！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そこで、超小型衛星に注目が集まっている！！！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307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天体用衛星</a:t>
            </a:r>
            <a:r>
              <a:rPr kumimoji="1" lang="en-US" altLang="ja-JP" dirty="0"/>
              <a:t>(</a:t>
            </a:r>
            <a:r>
              <a:rPr lang="en-US" altLang="ja-JP" dirty="0"/>
              <a:t>1U:10cm^3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endParaRPr kumimoji="1" lang="ja-JP" altLang="en-US" dirty="0"/>
          </a:p>
        </p:txBody>
      </p:sp>
      <p:pic>
        <p:nvPicPr>
          <p:cNvPr id="116738" name="図 2" descr="萌芽図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910507"/>
            <a:ext cx="5140360" cy="423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4763340"/>
            <a:ext cx="56642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0" name="Picture 4" descr="20160710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125538"/>
            <a:ext cx="2808287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579807"/>
            <a:ext cx="16573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139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天体用衛星</a:t>
            </a:r>
            <a:r>
              <a:rPr lang="en-US" altLang="ja-JP" dirty="0"/>
              <a:t>(1U:10cm^3)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245" y="974778"/>
            <a:ext cx="3600000" cy="269027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013" y="4143130"/>
            <a:ext cx="3600000" cy="269027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74778"/>
            <a:ext cx="3600000" cy="26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3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/>
          <p:cNvGraphicFramePr>
            <a:graphicFrameLocks noGrp="1"/>
          </p:cNvGraphicFramePr>
          <p:nvPr>
            <p:extLst/>
          </p:nvPr>
        </p:nvGraphicFramePr>
        <p:xfrm>
          <a:off x="467544" y="2060848"/>
          <a:ext cx="8280919" cy="346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216">
                  <a:extLst>
                    <a:ext uri="{9D8B030D-6E8A-4147-A177-3AD203B41FA5}">
                      <a16:colId xmlns:a16="http://schemas.microsoft.com/office/drawing/2014/main" val="3316045864"/>
                    </a:ext>
                  </a:extLst>
                </a:gridCol>
                <a:gridCol w="2255160">
                  <a:extLst>
                    <a:ext uri="{9D8B030D-6E8A-4147-A177-3AD203B41FA5}">
                      <a16:colId xmlns:a16="http://schemas.microsoft.com/office/drawing/2014/main" val="10236404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667540836"/>
                    </a:ext>
                  </a:extLst>
                </a:gridCol>
                <a:gridCol w="3312367">
                  <a:extLst>
                    <a:ext uri="{9D8B030D-6E8A-4147-A177-3AD203B41FA5}">
                      <a16:colId xmlns:a16="http://schemas.microsoft.com/office/drawing/2014/main" val="31704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サクセス</a:t>
                      </a:r>
                      <a:endParaRPr lang="ja-JP" sz="14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レベル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概要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サクセスレベル</a:t>
                      </a:r>
                      <a:endParaRPr lang="ja-JP" sz="14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の定義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機能要求事項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7733354"/>
                  </a:ext>
                </a:extLst>
              </a:tr>
              <a:tr h="50419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 dirty="0">
                          <a:effectLst/>
                        </a:rPr>
                        <a:t>ミニマム</a:t>
                      </a:r>
                      <a:endParaRPr lang="ja-JP" sz="14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 dirty="0">
                          <a:effectLst/>
                        </a:rPr>
                        <a:t>サクセス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天体観測システムの</a:t>
                      </a:r>
                      <a:endParaRPr lang="en-US" altLang="ja-JP" sz="1400" kern="12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altLang="en-US" sz="1400" kern="1200" dirty="0">
                          <a:effectLst/>
                        </a:rPr>
                        <a:t>　</a:t>
                      </a:r>
                      <a:r>
                        <a:rPr lang="en-US" sz="1400" kern="1200" dirty="0">
                          <a:effectLst/>
                        </a:rPr>
                        <a:t>CubeSat</a:t>
                      </a:r>
                      <a:r>
                        <a:rPr lang="ja-JP" sz="1400" kern="1200" dirty="0">
                          <a:effectLst/>
                        </a:rPr>
                        <a:t>搭載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超小型衛星サイズ</a:t>
                      </a:r>
                      <a:endParaRPr lang="ja-JP" sz="140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および耐宇宙環境　仕様の搭載品開発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・天体観測システムによる撮影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および画像処理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3677402"/>
                  </a:ext>
                </a:extLst>
              </a:tr>
              <a:tr h="68135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アマチュア高速無線線機の</a:t>
                      </a:r>
                      <a:endParaRPr lang="en-US" altLang="ja-JP" sz="1400" kern="12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altLang="en-US" sz="1400" kern="1200" dirty="0">
                          <a:effectLst/>
                        </a:rPr>
                        <a:t>　</a:t>
                      </a:r>
                      <a:r>
                        <a:rPr lang="en-US" sz="1400" kern="1200" dirty="0">
                          <a:effectLst/>
                        </a:rPr>
                        <a:t>CubeSat</a:t>
                      </a:r>
                      <a:r>
                        <a:rPr lang="ja-JP" sz="1400" kern="1200" dirty="0">
                          <a:effectLst/>
                        </a:rPr>
                        <a:t>搭載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・アマチュア高速無線機（</a:t>
                      </a:r>
                      <a:r>
                        <a:rPr lang="en-US" sz="1400" kern="1200">
                          <a:effectLst/>
                        </a:rPr>
                        <a:t>435MHz</a:t>
                      </a:r>
                      <a:r>
                        <a:rPr lang="ja-JP" sz="1400" kern="1200">
                          <a:effectLst/>
                        </a:rPr>
                        <a:t>帯）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によるダウンリンク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8359873"/>
                  </a:ext>
                </a:extLst>
              </a:tr>
              <a:tr h="47307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ミッション</a:t>
                      </a:r>
                      <a:endParaRPr lang="ja-JP" sz="14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サクセス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天体観測技術の宇宙実証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ミッション機器の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軌道上における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機能実証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・天体</a:t>
                      </a:r>
                      <a:r>
                        <a:rPr kumimoji="1" lang="ja-JP" sz="1400" kern="1200">
                          <a:effectLst/>
                        </a:rPr>
                        <a:t>撮影</a:t>
                      </a:r>
                      <a:r>
                        <a:rPr lang="ja-JP" sz="1400" kern="1200">
                          <a:effectLst/>
                        </a:rPr>
                        <a:t>画像</a:t>
                      </a:r>
                      <a:r>
                        <a:rPr kumimoji="1" lang="ja-JP" sz="1400" kern="1200">
                          <a:effectLst/>
                        </a:rPr>
                        <a:t>のダウンリンク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244509"/>
                  </a:ext>
                </a:extLst>
              </a:tr>
              <a:tr h="69786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高速通信技術の宇宙実証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・ビットレート設定機能を用いた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  <a:tabLst>
                          <a:tab pos="793750" algn="l"/>
                        </a:tabLst>
                      </a:pPr>
                      <a:r>
                        <a:rPr lang="ja-JP" sz="1400" kern="1200">
                          <a:effectLst/>
                        </a:rPr>
                        <a:t>アマチュア無線家による高速受信挑戦</a:t>
                      </a:r>
                      <a:endParaRPr lang="ja-JP" sz="1400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793750" algn="l"/>
                        </a:tabLst>
                      </a:pPr>
                      <a:r>
                        <a:rPr lang="ja-JP" sz="1400" kern="1200">
                          <a:effectLst/>
                        </a:rPr>
                        <a:t>・</a:t>
                      </a:r>
                      <a:r>
                        <a:rPr lang="en-US" sz="1400" kern="1200">
                          <a:effectLst/>
                        </a:rPr>
                        <a:t>435MHz</a:t>
                      </a:r>
                      <a:r>
                        <a:rPr lang="ja-JP" sz="1400" kern="1200">
                          <a:effectLst/>
                        </a:rPr>
                        <a:t>帯のビットレート高速化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4159430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アドバンスト</a:t>
                      </a:r>
                      <a:endParaRPr lang="ja-JP" sz="14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ja-JP" sz="1400" kern="1200">
                          <a:effectLst/>
                        </a:rPr>
                        <a:t>サクセス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天体観測技術の利用実証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目的とした技術の</a:t>
                      </a:r>
                      <a:endParaRPr lang="ja-JP" sz="1400" kern="100">
                        <a:effectLst/>
                      </a:endParaRPr>
                    </a:p>
                    <a:p>
                      <a:pPr indent="133350" algn="l">
                        <a:spcAft>
                          <a:spcPts val="0"/>
                        </a:spcAft>
                      </a:pPr>
                      <a:r>
                        <a:rPr lang="ja-JP" sz="1400" kern="1200">
                          <a:effectLst/>
                        </a:rPr>
                        <a:t>宇宙</a:t>
                      </a:r>
                      <a:r>
                        <a:rPr kumimoji="1" lang="ja-JP" sz="1400" kern="1200">
                          <a:effectLst/>
                        </a:rPr>
                        <a:t>実証</a:t>
                      </a:r>
                      <a:endParaRPr lang="ja-JP" sz="140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1" lang="ja-JP" sz="1400" kern="1200" dirty="0">
                          <a:effectLst/>
                        </a:rPr>
                        <a:t>・天体観測画像の高速受信</a:t>
                      </a:r>
                      <a:endParaRPr lang="ja-JP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・</a:t>
                      </a:r>
                      <a:r>
                        <a:rPr kumimoji="1" lang="ja-JP" sz="1400" kern="1200" dirty="0">
                          <a:effectLst/>
                        </a:rPr>
                        <a:t>誤り訂正による高速通信画像取得</a:t>
                      </a:r>
                      <a:endParaRPr lang="ja-JP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1400" kern="1200" dirty="0">
                          <a:effectLst/>
                        </a:rPr>
                        <a:t>・意図した天体観測画像の取得</a:t>
                      </a:r>
                      <a:endParaRPr lang="ja-JP" sz="1400" kern="100" dirty="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4944039"/>
                  </a:ext>
                </a:extLst>
              </a:tr>
            </a:tbl>
          </a:graphicData>
        </a:graphic>
      </p:graphicFrame>
      <p:sp>
        <p:nvSpPr>
          <p:cNvPr id="3" name="テキスト ボックス 2"/>
          <p:cNvSpPr txBox="1"/>
          <p:nvPr/>
        </p:nvSpPr>
        <p:spPr>
          <a:xfrm>
            <a:off x="3081169" y="1198493"/>
            <a:ext cx="314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サクセスレベル</a:t>
            </a:r>
          </a:p>
        </p:txBody>
      </p:sp>
    </p:spTree>
    <p:extLst>
      <p:ext uri="{BB962C8B-B14F-4D97-AF65-F5344CB8AC3E}">
        <p14:creationId xmlns:p14="http://schemas.microsoft.com/office/powerpoint/2010/main" val="271838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通信速度が遅い！！！</a:t>
            </a:r>
            <a:endParaRPr kumimoji="1" lang="en-US" altLang="ja-JP" dirty="0"/>
          </a:p>
          <a:p>
            <a:pPr lvl="1"/>
            <a:r>
              <a:rPr lang="ja-JP" altLang="en-US" dirty="0"/>
              <a:t>現在：</a:t>
            </a:r>
            <a:r>
              <a:rPr lang="en-US" altLang="ja-JP" dirty="0"/>
              <a:t>9600bps</a:t>
            </a:r>
          </a:p>
          <a:p>
            <a:r>
              <a:rPr kumimoji="1" lang="ja-JP" altLang="en-US" dirty="0"/>
              <a:t>ごつい、通信環境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8" y="2648504"/>
            <a:ext cx="4977099" cy="3732824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084" y="3941796"/>
            <a:ext cx="4541154" cy="291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10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考慮点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速度：</a:t>
            </a:r>
            <a:r>
              <a:rPr lang="zh-TW" altLang="en-US" dirty="0"/>
              <a:t>約</a:t>
            </a:r>
            <a:r>
              <a:rPr lang="en-US" altLang="zh-TW" dirty="0"/>
              <a:t>27400km/h</a:t>
            </a:r>
            <a:r>
              <a:rPr lang="zh-TW" altLang="en-US" dirty="0"/>
              <a:t>（約</a:t>
            </a:r>
            <a:r>
              <a:rPr lang="en-US" altLang="zh-TW" dirty="0"/>
              <a:t>8 km/s</a:t>
            </a:r>
            <a:r>
              <a:rPr lang="zh-TW" altLang="en-US" dirty="0"/>
              <a:t>）</a:t>
            </a:r>
            <a:endParaRPr kumimoji="1" lang="en-US" altLang="ja-JP" dirty="0"/>
          </a:p>
          <a:p>
            <a:pPr lvl="1"/>
            <a:r>
              <a:rPr lang="en-US" altLang="ja-JP" dirty="0"/>
              <a:t>10</a:t>
            </a:r>
            <a:r>
              <a:rPr lang="ja-JP" altLang="en-US" dirty="0"/>
              <a:t>分で日本上空を通過</a:t>
            </a:r>
            <a:endParaRPr kumimoji="1" lang="en-US" altLang="ja-JP" dirty="0"/>
          </a:p>
          <a:p>
            <a:r>
              <a:rPr lang="ja-JP" altLang="en-US" dirty="0"/>
              <a:t>追尾が必要：軌道計算</a:t>
            </a:r>
            <a:endParaRPr lang="en-US" altLang="ja-JP" dirty="0"/>
          </a:p>
          <a:p>
            <a:r>
              <a:rPr lang="ja-JP" altLang="en-US" dirty="0"/>
              <a:t>回転している：偏波面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761556"/>
            <a:ext cx="3640715" cy="2730536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137" y="2780928"/>
            <a:ext cx="4069863" cy="4353266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284984"/>
            <a:ext cx="4990126" cy="35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15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395536" y="188640"/>
            <a:ext cx="8280920" cy="462819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rPr>
              <a:t>画像データなど大容量データ送信≒高速通信の課題と解決法</a:t>
            </a:r>
            <a:endParaRPr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Estrangelo Edessa" pitchFamily="66" charset="0"/>
            </a:endParaRPr>
          </a:p>
        </p:txBody>
      </p:sp>
      <p:graphicFrame>
        <p:nvGraphicFramePr>
          <p:cNvPr id="20" name="図表 19"/>
          <p:cNvGraphicFramePr/>
          <p:nvPr>
            <p:extLst/>
          </p:nvPr>
        </p:nvGraphicFramePr>
        <p:xfrm>
          <a:off x="251520" y="1672711"/>
          <a:ext cx="7344816" cy="5128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スクロール: 縦 27"/>
          <p:cNvSpPr/>
          <p:nvPr/>
        </p:nvSpPr>
        <p:spPr>
          <a:xfrm>
            <a:off x="7452320" y="1672711"/>
            <a:ext cx="1656184" cy="4996649"/>
          </a:xfrm>
          <a:prstGeom prst="verticalScroll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9600bps</a:t>
            </a:r>
          </a:p>
          <a:p>
            <a:pPr algn="ctr"/>
            <a:r>
              <a:rPr lang="ja-JP" altLang="en-US" dirty="0"/>
              <a:t>↓</a:t>
            </a:r>
            <a:endParaRPr lang="en-US" altLang="ja-JP" dirty="0"/>
          </a:p>
          <a:p>
            <a:pPr algn="ctr"/>
            <a:r>
              <a:rPr lang="en-US" altLang="ja-JP" dirty="0"/>
              <a:t>115.2kbps</a:t>
            </a:r>
          </a:p>
          <a:p>
            <a:pPr algn="ctr"/>
            <a:endParaRPr kumimoji="1" lang="en-US" altLang="ja-JP" dirty="0"/>
          </a:p>
          <a:p>
            <a:pPr algn="ctr"/>
            <a:r>
              <a:rPr kumimoji="1" lang="en-US" altLang="ja-JP" dirty="0"/>
              <a:t>SDR</a:t>
            </a:r>
            <a:r>
              <a:rPr kumimoji="1" lang="ja-JP" altLang="en-US" dirty="0"/>
              <a:t>ベース共同開発無線機</a:t>
            </a:r>
            <a:endParaRPr kumimoji="1" lang="en-US" altLang="ja-JP" dirty="0"/>
          </a:p>
          <a:p>
            <a:pPr algn="ctr"/>
            <a:r>
              <a:rPr lang="en-US" altLang="ja-JP" sz="1400" dirty="0"/>
              <a:t>(100kHz</a:t>
            </a:r>
            <a:r>
              <a:rPr lang="ja-JP" altLang="en-US" sz="1400" dirty="0"/>
              <a:t>幅）</a:t>
            </a:r>
            <a:endParaRPr kumimoji="1" lang="en-US" altLang="ja-JP" sz="1400" dirty="0"/>
          </a:p>
          <a:p>
            <a:pPr algn="ctr"/>
            <a:r>
              <a:rPr lang="ja-JP" altLang="en-US" dirty="0"/>
              <a:t>＋</a:t>
            </a:r>
            <a:endParaRPr lang="en-US" altLang="ja-JP" dirty="0"/>
          </a:p>
          <a:p>
            <a:pPr algn="ctr"/>
            <a:r>
              <a:rPr lang="ja-JP" altLang="en-US" dirty="0"/>
              <a:t>誤り</a:t>
            </a:r>
            <a:r>
              <a:rPr kumimoji="1" lang="ja-JP" altLang="en-US" dirty="0"/>
              <a:t>訂正</a:t>
            </a:r>
            <a:endParaRPr kumimoji="1" lang="en-US" altLang="ja-JP" dirty="0"/>
          </a:p>
          <a:p>
            <a:pPr algn="ctr"/>
            <a:r>
              <a:rPr lang="en-US" altLang="ja-JP" sz="1400" dirty="0"/>
              <a:t>(LDPC)</a:t>
            </a:r>
            <a:endParaRPr kumimoji="1" lang="en-US" altLang="ja-JP" sz="1400" dirty="0"/>
          </a:p>
          <a:p>
            <a:pPr algn="ctr"/>
            <a:r>
              <a:rPr lang="ja-JP" altLang="en-US" dirty="0"/>
              <a:t>＋</a:t>
            </a:r>
            <a:endParaRPr lang="en-US" altLang="ja-JP" dirty="0"/>
          </a:p>
          <a:p>
            <a:pPr algn="ctr"/>
            <a:r>
              <a:rPr lang="ja-JP" altLang="en-US" dirty="0"/>
              <a:t>従来機器多受信局</a:t>
            </a:r>
            <a:endParaRPr lang="en-US" altLang="ja-JP" dirty="0"/>
          </a:p>
          <a:p>
            <a:pPr algn="ctr"/>
            <a:r>
              <a:rPr lang="ja-JP" altLang="en-US" sz="1400" dirty="0"/>
              <a:t>（</a:t>
            </a:r>
            <a:r>
              <a:rPr lang="en-US" altLang="ja-JP" sz="1400" dirty="0"/>
              <a:t>430MHz</a:t>
            </a:r>
            <a:r>
              <a:rPr lang="ja-JP" altLang="en-US" sz="1400" dirty="0"/>
              <a:t>帯＋八木アンテナ）</a:t>
            </a:r>
            <a:endParaRPr lang="en-US" altLang="ja-JP" sz="1400" dirty="0"/>
          </a:p>
        </p:txBody>
      </p:sp>
      <p:sp>
        <p:nvSpPr>
          <p:cNvPr id="30" name="四角形: 角を丸くする 29"/>
          <p:cNvSpPr/>
          <p:nvPr/>
        </p:nvSpPr>
        <p:spPr>
          <a:xfrm>
            <a:off x="611560" y="975496"/>
            <a:ext cx="2131204" cy="7330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8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rPr>
              <a:t>無線工学における一般的解決方法</a:t>
            </a:r>
            <a:endParaRPr kumimoji="1" lang="ja-JP" altLang="en-US" sz="1800" dirty="0"/>
          </a:p>
        </p:txBody>
      </p:sp>
      <p:sp>
        <p:nvSpPr>
          <p:cNvPr id="31" name="四角形: 角を丸くする 30"/>
          <p:cNvSpPr/>
          <p:nvPr/>
        </p:nvSpPr>
        <p:spPr>
          <a:xfrm>
            <a:off x="2987824" y="975496"/>
            <a:ext cx="1872208" cy="73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rPr>
              <a:t>超小型衛星における課題</a:t>
            </a:r>
            <a:endParaRPr lang="ja-JP" altLang="en-US" sz="2000" dirty="0"/>
          </a:p>
        </p:txBody>
      </p:sp>
      <p:sp>
        <p:nvSpPr>
          <p:cNvPr id="32" name="四角形: 角を丸くする 31"/>
          <p:cNvSpPr/>
          <p:nvPr/>
        </p:nvSpPr>
        <p:spPr>
          <a:xfrm>
            <a:off x="5177100" y="975496"/>
            <a:ext cx="1824943" cy="73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rPr>
              <a:t>我々の提案する解決方法</a:t>
            </a:r>
            <a:endParaRPr lang="ja-JP" altLang="en-US" sz="2000" dirty="0"/>
          </a:p>
        </p:txBody>
      </p:sp>
      <p:sp>
        <p:nvSpPr>
          <p:cNvPr id="3" name="吹き出し: 円形 2"/>
          <p:cNvSpPr/>
          <p:nvPr/>
        </p:nvSpPr>
        <p:spPr>
          <a:xfrm>
            <a:off x="6831138" y="1201783"/>
            <a:ext cx="936104" cy="613501"/>
          </a:xfrm>
          <a:prstGeom prst="wedgeEllipseCallout">
            <a:avLst>
              <a:gd name="adj1" fmla="val -52963"/>
              <a:gd name="adj2" fmla="val 48864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/>
              <a:t>長期通信</a:t>
            </a:r>
          </a:p>
        </p:txBody>
      </p:sp>
      <p:sp>
        <p:nvSpPr>
          <p:cNvPr id="9" name="吹き出し: 円形 8"/>
          <p:cNvSpPr/>
          <p:nvPr/>
        </p:nvSpPr>
        <p:spPr>
          <a:xfrm>
            <a:off x="7940751" y="1196752"/>
            <a:ext cx="1239761" cy="680915"/>
          </a:xfrm>
          <a:prstGeom prst="wedgeEllipseCallout">
            <a:avLst>
              <a:gd name="adj1" fmla="val -30987"/>
              <a:gd name="adj2" fmla="val 72353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rgbClr val="FF0000"/>
                </a:solidFill>
              </a:rPr>
              <a:t>13dB</a:t>
            </a:r>
            <a:r>
              <a:rPr lang="ja-JP" altLang="en-US" sz="1800" dirty="0"/>
              <a:t>改善要</a:t>
            </a:r>
            <a:endParaRPr kumimoji="1" lang="ja-JP" altLang="en-US" sz="1800" dirty="0"/>
          </a:p>
        </p:txBody>
      </p:sp>
      <p:sp>
        <p:nvSpPr>
          <p:cNvPr id="10" name="吹き出し: 円形 9"/>
          <p:cNvSpPr/>
          <p:nvPr/>
        </p:nvSpPr>
        <p:spPr>
          <a:xfrm>
            <a:off x="6765840" y="2592644"/>
            <a:ext cx="830860" cy="504056"/>
          </a:xfrm>
          <a:prstGeom prst="wedgeEllipseCallout">
            <a:avLst>
              <a:gd name="adj1" fmla="val -44178"/>
              <a:gd name="adj2" fmla="val 56832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</a:rPr>
              <a:t>5dB</a:t>
            </a:r>
            <a:endParaRPr kumimoji="1" lang="ja-JP" altLang="en-US" sz="1800" dirty="0">
              <a:solidFill>
                <a:srgbClr val="FF0000"/>
              </a:solidFill>
            </a:endParaRPr>
          </a:p>
        </p:txBody>
      </p:sp>
      <p:sp>
        <p:nvSpPr>
          <p:cNvPr id="11" name="吹き出し: 円形 10"/>
          <p:cNvSpPr/>
          <p:nvPr/>
        </p:nvSpPr>
        <p:spPr>
          <a:xfrm>
            <a:off x="6765476" y="3919007"/>
            <a:ext cx="830860" cy="504056"/>
          </a:xfrm>
          <a:prstGeom prst="wedgeEllipseCallout">
            <a:avLst>
              <a:gd name="adj1" fmla="val -47618"/>
              <a:gd name="adj2" fmla="val 64390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>
                <a:solidFill>
                  <a:srgbClr val="FF0000"/>
                </a:solidFill>
              </a:rPr>
              <a:t>8</a:t>
            </a:r>
            <a:r>
              <a:rPr kumimoji="1" lang="en-US" altLang="ja-JP" sz="1800" dirty="0">
                <a:solidFill>
                  <a:srgbClr val="FF0000"/>
                </a:solidFill>
              </a:rPr>
              <a:t>dB</a:t>
            </a:r>
            <a:endParaRPr kumimoji="1" lang="ja-JP" altLang="en-US" sz="1800" dirty="0">
              <a:solidFill>
                <a:srgbClr val="FF0000"/>
              </a:solidFill>
            </a:endParaRPr>
          </a:p>
        </p:txBody>
      </p:sp>
      <p:sp>
        <p:nvSpPr>
          <p:cNvPr id="12" name="吹き出し: 円形 11"/>
          <p:cNvSpPr/>
          <p:nvPr/>
        </p:nvSpPr>
        <p:spPr>
          <a:xfrm>
            <a:off x="6660233" y="5229200"/>
            <a:ext cx="1008111" cy="543109"/>
          </a:xfrm>
          <a:prstGeom prst="wedgeEllipseCallout">
            <a:avLst>
              <a:gd name="adj1" fmla="val -44178"/>
              <a:gd name="adj2" fmla="val 62501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3</a:t>
            </a:r>
            <a:r>
              <a:rPr kumimoji="1" lang="ja-JP" altLang="en-US" sz="1400" dirty="0"/>
              <a:t>地点</a:t>
            </a:r>
            <a:r>
              <a:rPr kumimoji="1" lang="en-US" altLang="ja-JP" sz="2000" dirty="0">
                <a:solidFill>
                  <a:srgbClr val="FF0000"/>
                </a:solidFill>
              </a:rPr>
              <a:t>5dB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38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/>
          <p:cNvGraphicFramePr/>
          <p:nvPr>
            <p:extLst/>
          </p:nvPr>
        </p:nvGraphicFramePr>
        <p:xfrm>
          <a:off x="4849857" y="4870668"/>
          <a:ext cx="4213881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図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8520" y="2310450"/>
            <a:ext cx="4824536" cy="529501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5856" y="2636912"/>
            <a:ext cx="648072" cy="668755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692" y="6189245"/>
            <a:ext cx="648072" cy="668755"/>
          </a:xfrm>
          <a:prstGeom prst="rect">
            <a:avLst/>
          </a:prstGeom>
        </p:spPr>
      </p:pic>
      <p:graphicFrame>
        <p:nvGraphicFramePr>
          <p:cNvPr id="12" name="図表 11"/>
          <p:cNvGraphicFramePr/>
          <p:nvPr>
            <p:extLst/>
          </p:nvPr>
        </p:nvGraphicFramePr>
        <p:xfrm>
          <a:off x="4816272" y="2277985"/>
          <a:ext cx="4200128" cy="2896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4" name="グループ化 3"/>
          <p:cNvGrpSpPr/>
          <p:nvPr/>
        </p:nvGrpSpPr>
        <p:grpSpPr>
          <a:xfrm>
            <a:off x="4124574" y="4938037"/>
            <a:ext cx="1632221" cy="661987"/>
            <a:chOff x="4770590" y="4200393"/>
            <a:chExt cx="1632221" cy="661987"/>
          </a:xfrm>
        </p:grpSpPr>
        <p:sp>
          <p:nvSpPr>
            <p:cNvPr id="13" name="円/楕円 17"/>
            <p:cNvSpPr/>
            <p:nvPr/>
          </p:nvSpPr>
          <p:spPr>
            <a:xfrm>
              <a:off x="4770590" y="4200393"/>
              <a:ext cx="1506712" cy="66198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4837404" y="4325946"/>
              <a:ext cx="1565407" cy="410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0"/>
                </a:spcBef>
                <a:buFontTx/>
                <a:buNone/>
              </a:pPr>
              <a:r>
                <a:rPr lang="ja-JP" altLang="en-US" sz="1800" dirty="0">
                  <a:latin typeface="HGPｺﾞｼｯｸE" panose="020B0900000000000000" pitchFamily="50" charset="-128"/>
                  <a:ea typeface="HGPｺﾞｼｯｸE" panose="020B0900000000000000" pitchFamily="50" charset="-128"/>
                  <a:cs typeface="Estrangelo Edessa" pitchFamily="66" charset="0"/>
                </a:rPr>
                <a:t>新規・発展性</a:t>
              </a:r>
              <a:endParaRPr lang="en-US" altLang="ja-JP" sz="18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endParaRPr>
            </a:p>
          </p:txBody>
        </p:sp>
      </p:grp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15"/>
          <a:srcRect l="1864" t="17129" r="35022" b="27546"/>
          <a:stretch/>
        </p:blipFill>
        <p:spPr>
          <a:xfrm>
            <a:off x="-42402" y="1556792"/>
            <a:ext cx="2454162" cy="1448773"/>
          </a:xfrm>
          <a:prstGeom prst="rect">
            <a:avLst/>
          </a:prstGeom>
        </p:spPr>
      </p:pic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395536" y="188640"/>
            <a:ext cx="8280920" cy="462819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</a:pPr>
            <a:r>
              <a:rPr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rPr>
              <a:t>多受信局によるデータ統合の解説</a:t>
            </a:r>
            <a:endParaRPr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Estrangelo Edessa" pitchFamily="66" charset="0"/>
            </a:endParaRPr>
          </a:p>
        </p:txBody>
      </p:sp>
      <p:graphicFrame>
        <p:nvGraphicFramePr>
          <p:cNvPr id="18" name="図表 17"/>
          <p:cNvGraphicFramePr/>
          <p:nvPr>
            <p:extLst/>
          </p:nvPr>
        </p:nvGraphicFramePr>
        <p:xfrm>
          <a:off x="395536" y="548680"/>
          <a:ext cx="7560840" cy="1555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pSp>
        <p:nvGrpSpPr>
          <p:cNvPr id="19" name="グループ化 18"/>
          <p:cNvGrpSpPr/>
          <p:nvPr/>
        </p:nvGrpSpPr>
        <p:grpSpPr>
          <a:xfrm>
            <a:off x="4100559" y="1774090"/>
            <a:ext cx="1565407" cy="661987"/>
            <a:chOff x="4741242" y="4200393"/>
            <a:chExt cx="1565407" cy="661987"/>
          </a:xfrm>
        </p:grpSpPr>
        <p:sp>
          <p:nvSpPr>
            <p:cNvPr id="20" name="円/楕円 17"/>
            <p:cNvSpPr/>
            <p:nvPr/>
          </p:nvSpPr>
          <p:spPr>
            <a:xfrm>
              <a:off x="4770590" y="4200393"/>
              <a:ext cx="1506712" cy="66198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741242" y="4322178"/>
              <a:ext cx="1565407" cy="370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115000"/>
                </a:lnSpc>
                <a:spcBef>
                  <a:spcPct val="0"/>
                </a:spcBef>
                <a:buFontTx/>
                <a:buNone/>
              </a:pPr>
              <a:r>
                <a:rPr lang="ja-JP" altLang="en-US" sz="1800" dirty="0">
                  <a:latin typeface="HGPｺﾞｼｯｸE" panose="020B0900000000000000" pitchFamily="50" charset="-128"/>
                  <a:ea typeface="HGPｺﾞｼｯｸE" panose="020B0900000000000000" pitchFamily="50" charset="-128"/>
                  <a:cs typeface="Estrangelo Edessa" pitchFamily="66" charset="0"/>
                </a:rPr>
                <a:t>動作内容</a:t>
              </a:r>
              <a:endParaRPr lang="en-US" altLang="ja-JP" sz="18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Estrangelo Edessa" pitchFamily="66" charset="0"/>
              </a:endParaRPr>
            </a:p>
          </p:txBody>
        </p:sp>
      </p:grpSp>
      <p:sp>
        <p:nvSpPr>
          <p:cNvPr id="22" name="スクロール: 縦 21"/>
          <p:cNvSpPr/>
          <p:nvPr/>
        </p:nvSpPr>
        <p:spPr>
          <a:xfrm>
            <a:off x="7481869" y="716609"/>
            <a:ext cx="1690706" cy="1321105"/>
          </a:xfrm>
          <a:prstGeom prst="verticalScroll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/>
              <a:t>エラーレート改善による</a:t>
            </a:r>
            <a:endParaRPr kumimoji="1" lang="en-US" altLang="ja-JP" sz="1800" dirty="0"/>
          </a:p>
          <a:p>
            <a:pPr algn="ctr"/>
            <a:r>
              <a:rPr lang="ja-JP" altLang="en-US" sz="1800" dirty="0"/>
              <a:t>利得の向上</a:t>
            </a:r>
            <a:endParaRPr kumimoji="1" lang="en-US" altLang="ja-JP" sz="1800" dirty="0"/>
          </a:p>
        </p:txBody>
      </p:sp>
      <p:sp>
        <p:nvSpPr>
          <p:cNvPr id="23" name="吹き出し: 円形 22"/>
          <p:cNvSpPr/>
          <p:nvPr/>
        </p:nvSpPr>
        <p:spPr>
          <a:xfrm>
            <a:off x="7164288" y="209197"/>
            <a:ext cx="1008111" cy="543109"/>
          </a:xfrm>
          <a:prstGeom prst="wedgeEllipseCallout">
            <a:avLst>
              <a:gd name="adj1" fmla="val -44178"/>
              <a:gd name="adj2" fmla="val 62501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3</a:t>
            </a:r>
            <a:r>
              <a:rPr kumimoji="1" lang="ja-JP" altLang="en-US" sz="1400" dirty="0"/>
              <a:t>地点</a:t>
            </a:r>
            <a:r>
              <a:rPr kumimoji="1" lang="en-US" altLang="ja-JP" sz="2000" dirty="0"/>
              <a:t>5dB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28404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268760"/>
            <a:ext cx="6382800" cy="452524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634082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ミッション系のみ</a:t>
            </a:r>
          </a:p>
        </p:txBody>
      </p:sp>
      <p:cxnSp>
        <p:nvCxnSpPr>
          <p:cNvPr id="5" name="直線コネクタ 4"/>
          <p:cNvCxnSpPr>
            <a:endCxn id="6" idx="3"/>
          </p:cNvCxnSpPr>
          <p:nvPr/>
        </p:nvCxnSpPr>
        <p:spPr>
          <a:xfrm flipH="1">
            <a:off x="2887638" y="3717032"/>
            <a:ext cx="1180307" cy="910855"/>
          </a:xfrm>
          <a:prstGeom prst="line">
            <a:avLst/>
          </a:prstGeom>
          <a:ln>
            <a:solidFill>
              <a:srgbClr val="00B05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35"/>
          <p:cNvSpPr txBox="1"/>
          <p:nvPr/>
        </p:nvSpPr>
        <p:spPr>
          <a:xfrm>
            <a:off x="1763688" y="4470724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00B05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sz="1050" kern="100" dirty="0">
                <a:effectLst/>
                <a:ea typeface="ＭＳ 明朝"/>
                <a:cs typeface="Times New Roman"/>
              </a:rPr>
              <a:t>カメラ基板</a:t>
            </a:r>
          </a:p>
        </p:txBody>
      </p:sp>
      <p:cxnSp>
        <p:nvCxnSpPr>
          <p:cNvPr id="7" name="直線コネクタ 6"/>
          <p:cNvCxnSpPr/>
          <p:nvPr/>
        </p:nvCxnSpPr>
        <p:spPr>
          <a:xfrm flipV="1">
            <a:off x="5004048" y="2441432"/>
            <a:ext cx="1293430" cy="1275600"/>
          </a:xfrm>
          <a:prstGeom prst="line">
            <a:avLst/>
          </a:prstGeom>
          <a:ln>
            <a:solidFill>
              <a:srgbClr val="FFFF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37"/>
          <p:cNvSpPr txBox="1"/>
          <p:nvPr/>
        </p:nvSpPr>
        <p:spPr>
          <a:xfrm>
            <a:off x="6297478" y="2284269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FFF0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sz="1050" kern="100">
                <a:effectLst/>
                <a:ea typeface="ＭＳ 明朝"/>
                <a:cs typeface="Times New Roman"/>
              </a:rPr>
              <a:t>カメラ</a:t>
            </a:r>
          </a:p>
        </p:txBody>
      </p:sp>
      <p:cxnSp>
        <p:nvCxnSpPr>
          <p:cNvPr id="15" name="直線コネクタ 14"/>
          <p:cNvCxnSpPr>
            <a:endCxn id="16" idx="3"/>
          </p:cNvCxnSpPr>
          <p:nvPr/>
        </p:nvCxnSpPr>
        <p:spPr>
          <a:xfrm flipH="1" flipV="1">
            <a:off x="2922894" y="1929978"/>
            <a:ext cx="1256274" cy="994966"/>
          </a:xfrm>
          <a:prstGeom prst="line">
            <a:avLst/>
          </a:prstGeom>
          <a:ln>
            <a:solidFill>
              <a:srgbClr val="FEFCB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35"/>
          <p:cNvSpPr txBox="1"/>
          <p:nvPr/>
        </p:nvSpPr>
        <p:spPr>
          <a:xfrm>
            <a:off x="1798944" y="1772815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EFCB2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ja-JP" sz="1050" kern="100" dirty="0">
                <a:effectLst/>
                <a:ea typeface="ＭＳ 明朝"/>
                <a:cs typeface="Times New Roman"/>
              </a:rPr>
              <a:t>100kbps</a:t>
            </a:r>
            <a:r>
              <a:rPr lang="ja-JP" altLang="en-US" sz="1050" kern="100" dirty="0">
                <a:effectLst/>
                <a:ea typeface="ＭＳ 明朝"/>
                <a:cs typeface="Times New Roman"/>
              </a:rPr>
              <a:t>無線機</a:t>
            </a:r>
            <a:endParaRPr lang="ja-JP" sz="1050" kern="100" dirty="0">
              <a:effectLst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385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r>
              <a:rPr kumimoji="1" lang="ja-JP" altLang="en-US" dirty="0"/>
              <a:t>系</a:t>
            </a:r>
            <a:endParaRPr kumimoji="1" lang="en-US" altLang="ja-JP" dirty="0"/>
          </a:p>
          <a:p>
            <a:pPr lvl="1"/>
            <a:r>
              <a:rPr lang="ja-JP" altLang="en-US" dirty="0"/>
              <a:t>ミッション</a:t>
            </a:r>
            <a:endParaRPr lang="en-US" altLang="ja-JP" dirty="0"/>
          </a:p>
          <a:p>
            <a:pPr lvl="2"/>
            <a:r>
              <a:rPr lang="ja-JP" altLang="en-US" dirty="0"/>
              <a:t>衛星の存在理由</a:t>
            </a:r>
            <a:endParaRPr lang="en-US" altLang="ja-JP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36912"/>
            <a:ext cx="6382800" cy="452524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衛星開発用語</a:t>
            </a:r>
            <a:endParaRPr kumimoji="1" lang="ja-JP" altLang="en-US" dirty="0"/>
          </a:p>
        </p:txBody>
      </p:sp>
      <p:cxnSp>
        <p:nvCxnSpPr>
          <p:cNvPr id="5" name="直線コネクタ 4"/>
          <p:cNvCxnSpPr>
            <a:endCxn id="6" idx="3"/>
          </p:cNvCxnSpPr>
          <p:nvPr/>
        </p:nvCxnSpPr>
        <p:spPr>
          <a:xfrm flipH="1">
            <a:off x="3103662" y="5085184"/>
            <a:ext cx="1180307" cy="910855"/>
          </a:xfrm>
          <a:prstGeom prst="line">
            <a:avLst/>
          </a:prstGeom>
          <a:ln>
            <a:solidFill>
              <a:srgbClr val="00B05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35"/>
          <p:cNvSpPr txBox="1"/>
          <p:nvPr/>
        </p:nvSpPr>
        <p:spPr>
          <a:xfrm>
            <a:off x="1979712" y="5838876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00B05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sz="1050" kern="100" dirty="0">
                <a:effectLst/>
                <a:ea typeface="ＭＳ 明朝"/>
                <a:cs typeface="Times New Roman"/>
              </a:rPr>
              <a:t>カメラ基板</a:t>
            </a:r>
          </a:p>
        </p:txBody>
      </p:sp>
      <p:cxnSp>
        <p:nvCxnSpPr>
          <p:cNvPr id="7" name="直線コネクタ 6"/>
          <p:cNvCxnSpPr/>
          <p:nvPr/>
        </p:nvCxnSpPr>
        <p:spPr>
          <a:xfrm flipV="1">
            <a:off x="5220072" y="3809584"/>
            <a:ext cx="1293430" cy="1275600"/>
          </a:xfrm>
          <a:prstGeom prst="line">
            <a:avLst/>
          </a:prstGeom>
          <a:ln>
            <a:solidFill>
              <a:srgbClr val="FFFF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37"/>
          <p:cNvSpPr txBox="1"/>
          <p:nvPr/>
        </p:nvSpPr>
        <p:spPr>
          <a:xfrm>
            <a:off x="6513502" y="3652421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FFF0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sz="1050" kern="100">
                <a:effectLst/>
                <a:ea typeface="ＭＳ 明朝"/>
                <a:cs typeface="Times New Roman"/>
              </a:rPr>
              <a:t>カメラ</a:t>
            </a:r>
          </a:p>
        </p:txBody>
      </p:sp>
      <p:cxnSp>
        <p:nvCxnSpPr>
          <p:cNvPr id="15" name="直線コネクタ 14"/>
          <p:cNvCxnSpPr>
            <a:endCxn id="16" idx="3"/>
          </p:cNvCxnSpPr>
          <p:nvPr/>
        </p:nvCxnSpPr>
        <p:spPr>
          <a:xfrm flipH="1" flipV="1">
            <a:off x="3138918" y="3298130"/>
            <a:ext cx="1256274" cy="994966"/>
          </a:xfrm>
          <a:prstGeom prst="line">
            <a:avLst/>
          </a:prstGeom>
          <a:ln>
            <a:solidFill>
              <a:srgbClr val="FEFCB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35"/>
          <p:cNvSpPr txBox="1"/>
          <p:nvPr/>
        </p:nvSpPr>
        <p:spPr>
          <a:xfrm>
            <a:off x="2014968" y="3140967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EFCB2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ja-JP" sz="1050" kern="100" dirty="0">
                <a:effectLst/>
                <a:ea typeface="ＭＳ 明朝"/>
                <a:cs typeface="Times New Roman"/>
              </a:rPr>
              <a:t>100kbps</a:t>
            </a:r>
            <a:r>
              <a:rPr lang="ja-JP" altLang="en-US" sz="1050" kern="100" dirty="0">
                <a:effectLst/>
                <a:ea typeface="ＭＳ 明朝"/>
                <a:cs typeface="Times New Roman"/>
              </a:rPr>
              <a:t>無線機</a:t>
            </a:r>
            <a:endParaRPr lang="ja-JP" sz="1050" kern="100" dirty="0">
              <a:effectLst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326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衛星開発用語</a:t>
            </a:r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系</a:t>
            </a:r>
            <a:endParaRPr kumimoji="1" lang="en-US" altLang="ja-JP" dirty="0"/>
          </a:p>
          <a:p>
            <a:pPr lvl="1"/>
            <a:r>
              <a:rPr lang="ja-JP" altLang="en-US" dirty="0"/>
              <a:t>構体</a:t>
            </a:r>
            <a:endParaRPr lang="en-US" altLang="ja-JP" dirty="0"/>
          </a:p>
          <a:p>
            <a:pPr lvl="2"/>
            <a:r>
              <a:rPr lang="ja-JP" altLang="en-US" dirty="0"/>
              <a:t>強度や振動計算をする</a:t>
            </a:r>
            <a:endParaRPr lang="en-US" altLang="ja-JP" dirty="0"/>
          </a:p>
          <a:p>
            <a:pPr lvl="2"/>
            <a:r>
              <a:rPr lang="ja-JP" altLang="en-US" dirty="0"/>
              <a:t>材料を決定する</a:t>
            </a:r>
          </a:p>
          <a:p>
            <a:pPr lvl="1"/>
            <a:r>
              <a:rPr lang="ja-JP" altLang="en-US" dirty="0"/>
              <a:t>熱制御</a:t>
            </a:r>
            <a:endParaRPr lang="en-US" altLang="ja-JP" dirty="0"/>
          </a:p>
          <a:p>
            <a:pPr lvl="2"/>
            <a:r>
              <a:rPr lang="ja-JP" altLang="en-US" dirty="0"/>
              <a:t>真空中における熱収支を計算する</a:t>
            </a:r>
          </a:p>
          <a:p>
            <a:pPr lvl="1"/>
            <a:r>
              <a:rPr lang="en-US" altLang="ja-JP" dirty="0"/>
              <a:t>C&amp;DH</a:t>
            </a:r>
          </a:p>
          <a:p>
            <a:pPr lvl="2"/>
            <a:r>
              <a:rPr lang="ja-JP" altLang="en-US" dirty="0"/>
              <a:t>電源系</a:t>
            </a:r>
            <a:endParaRPr lang="en-US" altLang="ja-JP" dirty="0"/>
          </a:p>
          <a:p>
            <a:pPr lvl="3"/>
            <a:r>
              <a:rPr lang="ja-JP" altLang="en-US" dirty="0"/>
              <a:t>電源管理を行う</a:t>
            </a:r>
            <a:endParaRPr lang="en-US" altLang="ja-JP" dirty="0"/>
          </a:p>
          <a:p>
            <a:pPr lvl="3"/>
            <a:r>
              <a:rPr lang="ja-JP" altLang="en-US" dirty="0"/>
              <a:t>太陽光発電パネルからの電力を計算し、充電を行う</a:t>
            </a:r>
            <a:endParaRPr lang="en-US" altLang="ja-JP" dirty="0"/>
          </a:p>
          <a:p>
            <a:pPr lvl="2"/>
            <a:r>
              <a:rPr lang="ja-JP" altLang="en-US" dirty="0"/>
              <a:t>センサー系</a:t>
            </a:r>
            <a:endParaRPr lang="en-US" altLang="ja-JP" dirty="0"/>
          </a:p>
          <a:p>
            <a:pPr lvl="3"/>
            <a:r>
              <a:rPr lang="ja-JP" altLang="en-US" dirty="0"/>
              <a:t>射出検知をおこなう</a:t>
            </a:r>
            <a:endParaRPr lang="en-US" altLang="ja-JP" dirty="0"/>
          </a:p>
          <a:p>
            <a:pPr lvl="3"/>
            <a:r>
              <a:rPr lang="ja-JP" altLang="en-US" dirty="0"/>
              <a:t>温度管理を行う</a:t>
            </a:r>
            <a:endParaRPr lang="en-US" altLang="ja-JP" dirty="0"/>
          </a:p>
          <a:p>
            <a:pPr lvl="3"/>
            <a:endParaRPr lang="ja-JP" altLang="en-US" dirty="0"/>
          </a:p>
          <a:p>
            <a:pPr lvl="1"/>
            <a:endParaRPr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963" y="449710"/>
            <a:ext cx="3600000" cy="26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9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コンテンツ プレースホルダー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72" y="1182762"/>
            <a:ext cx="7150280" cy="4752528"/>
          </a:xfr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147248" cy="418058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バス系のみ</a:t>
            </a:r>
          </a:p>
        </p:txBody>
      </p:sp>
      <p:cxnSp>
        <p:nvCxnSpPr>
          <p:cNvPr id="5" name="直線コネクタ 4"/>
          <p:cNvCxnSpPr>
            <a:endCxn id="6" idx="2"/>
          </p:cNvCxnSpPr>
          <p:nvPr/>
        </p:nvCxnSpPr>
        <p:spPr>
          <a:xfrm flipV="1">
            <a:off x="4950835" y="1857127"/>
            <a:ext cx="1777660" cy="765795"/>
          </a:xfrm>
          <a:prstGeom prst="line">
            <a:avLst/>
          </a:prstGeom>
          <a:ln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28"/>
          <p:cNvSpPr txBox="1"/>
          <p:nvPr/>
        </p:nvSpPr>
        <p:spPr>
          <a:xfrm>
            <a:off x="6166520" y="1542802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F000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sz="1050" kern="100">
                <a:effectLst/>
                <a:ea typeface="ＭＳ 明朝"/>
                <a:cs typeface="Times New Roman"/>
              </a:rPr>
              <a:t>バッテリー</a:t>
            </a:r>
          </a:p>
        </p:txBody>
      </p:sp>
      <p:cxnSp>
        <p:nvCxnSpPr>
          <p:cNvPr id="7" name="直線コネクタ 6"/>
          <p:cNvCxnSpPr>
            <a:endCxn id="8" idx="3"/>
          </p:cNvCxnSpPr>
          <p:nvPr/>
        </p:nvCxnSpPr>
        <p:spPr>
          <a:xfrm flipH="1">
            <a:off x="2609950" y="4066691"/>
            <a:ext cx="1590257" cy="434953"/>
          </a:xfrm>
          <a:prstGeom prst="line">
            <a:avLst/>
          </a:prstGeom>
          <a:ln>
            <a:solidFill>
              <a:srgbClr val="FF00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30"/>
          <p:cNvSpPr txBox="1"/>
          <p:nvPr/>
        </p:nvSpPr>
        <p:spPr>
          <a:xfrm>
            <a:off x="1486000" y="4344481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FF3399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000" kern="100">
                <a:effectLst/>
                <a:latin typeface="Times New Roman"/>
                <a:ea typeface="ＭＳ 明朝"/>
                <a:cs typeface="Times New Roman"/>
              </a:rPr>
              <a:t>Sensor</a:t>
            </a:r>
            <a:r>
              <a:rPr lang="ja-JP" sz="1000" kern="100">
                <a:effectLst/>
                <a:latin typeface="Times New Roman"/>
                <a:ea typeface="ＭＳ 明朝"/>
                <a:cs typeface="Times New Roman"/>
              </a:rPr>
              <a:t>基板</a:t>
            </a:r>
            <a:endParaRPr lang="ja-JP" sz="1050" kern="100">
              <a:effectLst/>
              <a:ea typeface="ＭＳ 明朝"/>
              <a:cs typeface="Times New Roman"/>
            </a:endParaRPr>
          </a:p>
        </p:txBody>
      </p:sp>
      <p:cxnSp>
        <p:nvCxnSpPr>
          <p:cNvPr id="9" name="直線コネクタ 8"/>
          <p:cNvCxnSpPr>
            <a:endCxn id="10" idx="1"/>
          </p:cNvCxnSpPr>
          <p:nvPr/>
        </p:nvCxnSpPr>
        <p:spPr>
          <a:xfrm>
            <a:off x="4950835" y="4927178"/>
            <a:ext cx="1071669" cy="443513"/>
          </a:xfrm>
          <a:prstGeom prst="line">
            <a:avLst/>
          </a:prstGeom>
          <a:ln>
            <a:solidFill>
              <a:srgbClr val="00FF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32"/>
          <p:cNvSpPr txBox="1"/>
          <p:nvPr/>
        </p:nvSpPr>
        <p:spPr>
          <a:xfrm>
            <a:off x="6022504" y="5213528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92D05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000" kern="100">
                <a:effectLst/>
                <a:latin typeface="Times New Roman"/>
                <a:ea typeface="ＭＳ 明朝"/>
                <a:cs typeface="Times New Roman"/>
              </a:rPr>
              <a:t>SatCom</a:t>
            </a:r>
            <a:endParaRPr lang="ja-JP" sz="1050" kern="100">
              <a:effectLst/>
              <a:ea typeface="ＭＳ 明朝"/>
              <a:cs typeface="Times New Roman"/>
            </a:endParaRPr>
          </a:p>
        </p:txBody>
      </p:sp>
      <p:cxnSp>
        <p:nvCxnSpPr>
          <p:cNvPr id="18" name="直線コネクタ 17"/>
          <p:cNvCxnSpPr>
            <a:endCxn id="19" idx="2"/>
          </p:cNvCxnSpPr>
          <p:nvPr/>
        </p:nvCxnSpPr>
        <p:spPr>
          <a:xfrm flipV="1">
            <a:off x="5374432" y="3236637"/>
            <a:ext cx="1437973" cy="466405"/>
          </a:xfrm>
          <a:prstGeom prst="line">
            <a:avLst/>
          </a:prstGeom>
          <a:ln>
            <a:solidFill>
              <a:srgbClr val="0070C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28"/>
          <p:cNvSpPr txBox="1"/>
          <p:nvPr/>
        </p:nvSpPr>
        <p:spPr>
          <a:xfrm>
            <a:off x="6250430" y="2922312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0070C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ja-JP" altLang="en-US" sz="1050" kern="100" dirty="0">
                <a:ea typeface="ＭＳ 明朝"/>
                <a:cs typeface="Times New Roman"/>
              </a:rPr>
              <a:t>無線機</a:t>
            </a:r>
            <a:endParaRPr lang="ja-JP" sz="1050" kern="100" dirty="0">
              <a:effectLst/>
              <a:ea typeface="ＭＳ 明朝"/>
              <a:cs typeface="Times New Roman"/>
            </a:endParaRPr>
          </a:p>
        </p:txBody>
      </p:sp>
      <p:cxnSp>
        <p:nvCxnSpPr>
          <p:cNvPr id="23" name="直線コネクタ 22"/>
          <p:cNvCxnSpPr>
            <a:endCxn id="24" idx="3"/>
          </p:cNvCxnSpPr>
          <p:nvPr/>
        </p:nvCxnSpPr>
        <p:spPr>
          <a:xfrm flipH="1" flipV="1">
            <a:off x="2854152" y="1544189"/>
            <a:ext cx="1346055" cy="719665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30"/>
          <p:cNvSpPr txBox="1"/>
          <p:nvPr/>
        </p:nvSpPr>
        <p:spPr>
          <a:xfrm>
            <a:off x="1730202" y="1387026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rgbClr val="00B0F0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ja-JP" sz="1000" kern="100" dirty="0">
                <a:latin typeface="Times New Roman"/>
                <a:ea typeface="ＭＳ 明朝"/>
                <a:cs typeface="Times New Roman"/>
              </a:rPr>
              <a:t>EPS</a:t>
            </a:r>
            <a:r>
              <a:rPr lang="ja-JP" sz="1000" kern="100" dirty="0">
                <a:effectLst/>
                <a:latin typeface="Times New Roman"/>
                <a:ea typeface="ＭＳ 明朝"/>
                <a:cs typeface="Times New Roman"/>
              </a:rPr>
              <a:t>基板</a:t>
            </a:r>
            <a:endParaRPr lang="ja-JP" sz="1050" kern="100" dirty="0">
              <a:effectLst/>
              <a:ea typeface="ＭＳ 明朝"/>
              <a:cs typeface="Times New Roman"/>
            </a:endParaRPr>
          </a:p>
        </p:txBody>
      </p:sp>
      <p:cxnSp>
        <p:nvCxnSpPr>
          <p:cNvPr id="26" name="直線コネクタ 25"/>
          <p:cNvCxnSpPr>
            <a:endCxn id="27" idx="3"/>
          </p:cNvCxnSpPr>
          <p:nvPr/>
        </p:nvCxnSpPr>
        <p:spPr>
          <a:xfrm flipH="1" flipV="1">
            <a:off x="2609950" y="2263854"/>
            <a:ext cx="1828378" cy="575092"/>
          </a:xfrm>
          <a:prstGeom prst="line">
            <a:avLst/>
          </a:prstGeom>
          <a:ln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30"/>
          <p:cNvSpPr txBox="1"/>
          <p:nvPr/>
        </p:nvSpPr>
        <p:spPr>
          <a:xfrm>
            <a:off x="1486000" y="2106691"/>
            <a:ext cx="1123950" cy="314325"/>
          </a:xfrm>
          <a:prstGeom prst="rect">
            <a:avLst/>
          </a:prstGeom>
          <a:solidFill>
            <a:schemeClr val="lt1"/>
          </a:solidFill>
          <a:ln w="6350">
            <a:solidFill>
              <a:schemeClr val="accent6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ja-JP" sz="1000" kern="100" dirty="0">
                <a:latin typeface="Times New Roman"/>
                <a:ea typeface="ＭＳ 明朝"/>
                <a:cs typeface="Times New Roman"/>
              </a:rPr>
              <a:t>C&amp;DH</a:t>
            </a:r>
            <a:r>
              <a:rPr lang="ja-JP" sz="1000" kern="100" dirty="0">
                <a:effectLst/>
                <a:latin typeface="Times New Roman"/>
                <a:ea typeface="ＭＳ 明朝"/>
                <a:cs typeface="Times New Roman"/>
              </a:rPr>
              <a:t>基板</a:t>
            </a:r>
            <a:endParaRPr lang="ja-JP" sz="1050" kern="100" dirty="0">
              <a:effectLst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837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衛星開発用語</a:t>
            </a:r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650"/>
          </a:xfrm>
        </p:spPr>
        <p:txBody>
          <a:bodyPr/>
          <a:lstStyle/>
          <a:p>
            <a:r>
              <a:rPr kumimoji="1" lang="ja-JP" altLang="en-US" dirty="0"/>
              <a:t>系</a:t>
            </a:r>
            <a:endParaRPr kumimoji="1" lang="en-US" altLang="ja-JP" dirty="0"/>
          </a:p>
          <a:p>
            <a:pPr lvl="1"/>
            <a:r>
              <a:rPr lang="ja-JP" altLang="en-US" dirty="0"/>
              <a:t>通信</a:t>
            </a:r>
            <a:endParaRPr lang="en-US" altLang="ja-JP" dirty="0"/>
          </a:p>
          <a:p>
            <a:pPr lvl="2"/>
            <a:r>
              <a:rPr lang="ja-JP" altLang="en-US" dirty="0"/>
              <a:t>コマンドを受信する</a:t>
            </a:r>
            <a:endParaRPr lang="en-US" altLang="ja-JP" dirty="0"/>
          </a:p>
          <a:p>
            <a:pPr lvl="2"/>
            <a:r>
              <a:rPr lang="ja-JP" altLang="en-US" dirty="0"/>
              <a:t>各種データを送信する</a:t>
            </a:r>
            <a:endParaRPr lang="en-US" altLang="ja-JP" dirty="0"/>
          </a:p>
          <a:p>
            <a:pPr lvl="2"/>
            <a:r>
              <a:rPr lang="ja-JP" altLang="en-US" dirty="0"/>
              <a:t>アンテナを展開する</a:t>
            </a:r>
          </a:p>
          <a:p>
            <a:pPr lvl="1"/>
            <a:r>
              <a:rPr lang="ja-JP" altLang="en-US" dirty="0"/>
              <a:t>姿勢制御</a:t>
            </a:r>
            <a:endParaRPr lang="en-US" altLang="ja-JP" dirty="0"/>
          </a:p>
          <a:p>
            <a:pPr lvl="2"/>
            <a:r>
              <a:rPr lang="ja-JP" altLang="en-US" dirty="0"/>
              <a:t>回転や向きを制御する</a:t>
            </a:r>
            <a:endParaRPr lang="en-US" altLang="ja-JP" dirty="0"/>
          </a:p>
          <a:p>
            <a:pPr lvl="1"/>
            <a:r>
              <a:rPr lang="ja-JP" altLang="en-US" dirty="0"/>
              <a:t>軌道計算</a:t>
            </a:r>
            <a:endParaRPr lang="en-US" altLang="ja-JP" dirty="0"/>
          </a:p>
          <a:p>
            <a:pPr lvl="2"/>
            <a:r>
              <a:rPr lang="ja-JP" altLang="en-US" dirty="0"/>
              <a:t>衛星が周回する軌道を計算する</a:t>
            </a:r>
            <a:endParaRPr lang="en-US" altLang="ja-JP" dirty="0"/>
          </a:p>
          <a:p>
            <a:pPr lvl="2"/>
            <a:r>
              <a:rPr lang="ja-JP" altLang="en-US" dirty="0"/>
              <a:t>衛星が地上局の上空にする時間を計算する</a:t>
            </a:r>
          </a:p>
          <a:p>
            <a:pPr lvl="1"/>
            <a:endParaRPr lang="ja-JP" altLang="en-US" dirty="0"/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5"/>
          <a:stretch/>
        </p:blipFill>
        <p:spPr>
          <a:xfrm>
            <a:off x="4605889" y="1026217"/>
            <a:ext cx="4584136" cy="2847101"/>
          </a:xfrm>
          <a:prstGeom prst="rect">
            <a:avLst/>
          </a:prstGeom>
        </p:spPr>
      </p:pic>
      <p:grpSp>
        <p:nvGrpSpPr>
          <p:cNvPr id="22" name="グループ化 21"/>
          <p:cNvGrpSpPr/>
          <p:nvPr/>
        </p:nvGrpSpPr>
        <p:grpSpPr>
          <a:xfrm>
            <a:off x="4788024" y="1446735"/>
            <a:ext cx="4858370" cy="2426584"/>
            <a:chOff x="1976319" y="260798"/>
            <a:chExt cx="6711788" cy="3773044"/>
          </a:xfrm>
        </p:grpSpPr>
        <p:grpSp>
          <p:nvGrpSpPr>
            <p:cNvPr id="23" name="グループ化 22"/>
            <p:cNvGrpSpPr/>
            <p:nvPr/>
          </p:nvGrpSpPr>
          <p:grpSpPr>
            <a:xfrm>
              <a:off x="1976319" y="260798"/>
              <a:ext cx="6711788" cy="3773044"/>
              <a:chOff x="1976319" y="260798"/>
              <a:chExt cx="6711788" cy="3773044"/>
            </a:xfrm>
          </p:grpSpPr>
          <p:grpSp>
            <p:nvGrpSpPr>
              <p:cNvPr id="26" name="グループ化 25"/>
              <p:cNvGrpSpPr/>
              <p:nvPr/>
            </p:nvGrpSpPr>
            <p:grpSpPr>
              <a:xfrm>
                <a:off x="1976319" y="319960"/>
                <a:ext cx="1519916" cy="740954"/>
                <a:chOff x="-499595" y="-7845"/>
                <a:chExt cx="1520322" cy="741183"/>
              </a:xfrm>
            </p:grpSpPr>
            <p:cxnSp>
              <p:nvCxnSpPr>
                <p:cNvPr id="51" name="直線コネクタ 50"/>
                <p:cNvCxnSpPr>
                  <a:cxnSpLocks/>
                  <a:endCxn id="52" idx="3"/>
                </p:cNvCxnSpPr>
                <p:nvPr/>
              </p:nvCxnSpPr>
              <p:spPr>
                <a:xfrm flipH="1" flipV="1">
                  <a:off x="216397" y="305664"/>
                  <a:ext cx="804330" cy="427674"/>
                </a:xfrm>
                <a:prstGeom prst="line">
                  <a:avLst/>
                </a:prstGeom>
                <a:ln w="15875">
                  <a:solidFill>
                    <a:schemeClr val="accent1">
                      <a:lumMod val="40000"/>
                      <a:lumOff val="60000"/>
                    </a:schemeClr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テキスト ボックス 9"/>
                <p:cNvSpPr txBox="1"/>
                <p:nvPr/>
              </p:nvSpPr>
              <p:spPr>
                <a:xfrm>
                  <a:off x="-499595" y="-7845"/>
                  <a:ext cx="715992" cy="627019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EPS</a:t>
                  </a: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基板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27" name="グループ化 26"/>
              <p:cNvGrpSpPr/>
              <p:nvPr/>
            </p:nvGrpSpPr>
            <p:grpSpPr>
              <a:xfrm>
                <a:off x="3020673" y="260798"/>
                <a:ext cx="1275029" cy="897097"/>
                <a:chOff x="-395492" y="-67026"/>
                <a:chExt cx="1275369" cy="897374"/>
              </a:xfrm>
            </p:grpSpPr>
            <p:cxnSp>
              <p:nvCxnSpPr>
                <p:cNvPr id="49" name="直線コネクタ 48"/>
                <p:cNvCxnSpPr>
                  <a:cxnSpLocks/>
                  <a:endCxn id="50" idx="2"/>
                </p:cNvCxnSpPr>
                <p:nvPr/>
              </p:nvCxnSpPr>
              <p:spPr>
                <a:xfrm flipH="1" flipV="1">
                  <a:off x="44456" y="552148"/>
                  <a:ext cx="835421" cy="278200"/>
                </a:xfrm>
                <a:prstGeom prst="line">
                  <a:avLst/>
                </a:prstGeom>
                <a:ln w="15875">
                  <a:solidFill>
                    <a:srgbClr val="FFC000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テキスト ボックス 13"/>
                <p:cNvSpPr txBox="1"/>
                <p:nvPr/>
              </p:nvSpPr>
              <p:spPr>
                <a:xfrm>
                  <a:off x="-395492" y="-67026"/>
                  <a:ext cx="879894" cy="619172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FFC000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C&amp;DH</a:t>
                  </a: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基板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28" name="グループ化 27"/>
              <p:cNvGrpSpPr/>
              <p:nvPr/>
            </p:nvGrpSpPr>
            <p:grpSpPr>
              <a:xfrm>
                <a:off x="3721712" y="2294999"/>
                <a:ext cx="879204" cy="1738842"/>
                <a:chOff x="20997" y="-1276794"/>
                <a:chExt cx="879894" cy="1740259"/>
              </a:xfrm>
            </p:grpSpPr>
            <p:cxnSp>
              <p:nvCxnSpPr>
                <p:cNvPr id="47" name="直線コネクタ 46"/>
                <p:cNvCxnSpPr>
                  <a:cxnSpLocks/>
                  <a:endCxn id="48" idx="0"/>
                </p:cNvCxnSpPr>
                <p:nvPr/>
              </p:nvCxnSpPr>
              <p:spPr>
                <a:xfrm>
                  <a:off x="327143" y="-1276794"/>
                  <a:ext cx="133801" cy="1198876"/>
                </a:xfrm>
                <a:prstGeom prst="line">
                  <a:avLst/>
                </a:prstGeom>
                <a:ln w="15875">
                  <a:solidFill>
                    <a:srgbClr val="00B050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テキスト ボックス 16"/>
                <p:cNvSpPr txBox="1"/>
                <p:nvPr/>
              </p:nvSpPr>
              <p:spPr>
                <a:xfrm>
                  <a:off x="20997" y="-77918"/>
                  <a:ext cx="879894" cy="541383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solidFill>
                    <a:srgbClr val="00B050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カメラ基板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29" name="グループ化 28"/>
              <p:cNvGrpSpPr/>
              <p:nvPr/>
            </p:nvGrpSpPr>
            <p:grpSpPr>
              <a:xfrm>
                <a:off x="4131279" y="1904920"/>
                <a:ext cx="1293406" cy="2128922"/>
                <a:chOff x="-855596" y="-1632588"/>
                <a:chExt cx="1294448" cy="2130699"/>
              </a:xfrm>
            </p:grpSpPr>
            <p:cxnSp>
              <p:nvCxnSpPr>
                <p:cNvPr id="45" name="直線コネクタ 44"/>
                <p:cNvCxnSpPr/>
                <p:nvPr/>
              </p:nvCxnSpPr>
              <p:spPr>
                <a:xfrm>
                  <a:off x="-855596" y="-1632588"/>
                  <a:ext cx="760504" cy="1639906"/>
                </a:xfrm>
                <a:prstGeom prst="line">
                  <a:avLst/>
                </a:prstGeom>
                <a:ln w="15875">
                  <a:solidFill>
                    <a:srgbClr val="FFFF00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テキスト ボックス 19"/>
                <p:cNvSpPr txBox="1"/>
                <p:nvPr/>
              </p:nvSpPr>
              <p:spPr>
                <a:xfrm>
                  <a:off x="-234339" y="-54925"/>
                  <a:ext cx="673191" cy="553036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solidFill>
                    <a:srgbClr val="FFFF00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カメラ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30" name="グループ化 29"/>
              <p:cNvGrpSpPr/>
              <p:nvPr/>
            </p:nvGrpSpPr>
            <p:grpSpPr>
              <a:xfrm>
                <a:off x="4701377" y="1845974"/>
                <a:ext cx="1457656" cy="1832897"/>
                <a:chOff x="-1251364" y="-1752628"/>
                <a:chExt cx="1458707" cy="1833679"/>
              </a:xfrm>
            </p:grpSpPr>
            <p:cxnSp>
              <p:nvCxnSpPr>
                <p:cNvPr id="43" name="直線コネクタ 42"/>
                <p:cNvCxnSpPr/>
                <p:nvPr/>
              </p:nvCxnSpPr>
              <p:spPr>
                <a:xfrm>
                  <a:off x="-1251364" y="-1752628"/>
                  <a:ext cx="470317" cy="1243289"/>
                </a:xfrm>
                <a:prstGeom prst="line">
                  <a:avLst/>
                </a:prstGeom>
                <a:ln w="15875">
                  <a:solidFill>
                    <a:srgbClr val="FFFFCC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テキスト ボックス 22"/>
                <p:cNvSpPr txBox="1"/>
                <p:nvPr/>
              </p:nvSpPr>
              <p:spPr>
                <a:xfrm>
                  <a:off x="-864101" y="-509207"/>
                  <a:ext cx="1071444" cy="590258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FFFFCC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100kbps</a:t>
                  </a: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無線機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5029179" y="1061004"/>
                <a:ext cx="1751184" cy="2146236"/>
                <a:chOff x="-966501" y="-1554263"/>
                <a:chExt cx="1752882" cy="2147795"/>
              </a:xfrm>
            </p:grpSpPr>
            <p:cxnSp>
              <p:nvCxnSpPr>
                <p:cNvPr id="41" name="直線コネクタ 40"/>
                <p:cNvCxnSpPr>
                  <a:cxnSpLocks/>
                  <a:endCxn id="42" idx="0"/>
                </p:cNvCxnSpPr>
                <p:nvPr/>
              </p:nvCxnSpPr>
              <p:spPr>
                <a:xfrm>
                  <a:off x="-966501" y="-1554263"/>
                  <a:ext cx="1268638" cy="1561963"/>
                </a:xfrm>
                <a:prstGeom prst="line">
                  <a:avLst/>
                </a:prstGeom>
                <a:ln w="15875">
                  <a:solidFill>
                    <a:srgbClr val="FF0000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テキスト ボックス 26"/>
                <p:cNvSpPr txBox="1"/>
                <p:nvPr/>
              </p:nvSpPr>
              <p:spPr>
                <a:xfrm>
                  <a:off x="-182109" y="7699"/>
                  <a:ext cx="968490" cy="585833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FF0000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ja-JP" sz="1000" kern="100">
                      <a:effectLst/>
                      <a:latin typeface="Times New Roman"/>
                      <a:ea typeface="ＭＳ 明朝"/>
                      <a:cs typeface="Times New Roman"/>
                    </a:rPr>
                    <a:t>バッテリー</a:t>
                  </a:r>
                  <a:endParaRPr lang="ja-JP" sz="1050" kern="10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32" name="グループ化 31"/>
              <p:cNvGrpSpPr/>
              <p:nvPr/>
            </p:nvGrpSpPr>
            <p:grpSpPr>
              <a:xfrm>
                <a:off x="5615771" y="1613070"/>
                <a:ext cx="1709362" cy="845805"/>
                <a:chOff x="-2031628" y="-1191451"/>
                <a:chExt cx="1710959" cy="846308"/>
              </a:xfrm>
            </p:grpSpPr>
            <p:cxnSp>
              <p:nvCxnSpPr>
                <p:cNvPr id="39" name="直線コネクタ 38"/>
                <p:cNvCxnSpPr/>
                <p:nvPr/>
              </p:nvCxnSpPr>
              <p:spPr>
                <a:xfrm>
                  <a:off x="-2031628" y="-1191451"/>
                  <a:ext cx="885746" cy="518270"/>
                </a:xfrm>
                <a:prstGeom prst="line">
                  <a:avLst/>
                </a:prstGeom>
                <a:ln w="15875">
                  <a:solidFill>
                    <a:srgbClr val="0070C0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テキスト ボックス 30"/>
                <p:cNvSpPr txBox="1"/>
                <p:nvPr/>
              </p:nvSpPr>
              <p:spPr>
                <a:xfrm>
                  <a:off x="-1392113" y="-673090"/>
                  <a:ext cx="1071444" cy="327947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0070C0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無線機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33" name="グループ化 32"/>
              <p:cNvGrpSpPr/>
              <p:nvPr/>
            </p:nvGrpSpPr>
            <p:grpSpPr>
              <a:xfrm>
                <a:off x="6047116" y="1190447"/>
                <a:ext cx="1709338" cy="1104553"/>
                <a:chOff x="-2031604" y="-1191382"/>
                <a:chExt cx="1710935" cy="1105211"/>
              </a:xfrm>
            </p:grpSpPr>
            <p:cxnSp>
              <p:nvCxnSpPr>
                <p:cNvPr id="37" name="直線コネクタ 36"/>
                <p:cNvCxnSpPr>
                  <a:cxnSpLocks/>
                  <a:endCxn id="38" idx="1"/>
                </p:cNvCxnSpPr>
                <p:nvPr/>
              </p:nvCxnSpPr>
              <p:spPr>
                <a:xfrm>
                  <a:off x="-2031604" y="-1191382"/>
                  <a:ext cx="639490" cy="811752"/>
                </a:xfrm>
                <a:prstGeom prst="line">
                  <a:avLst/>
                </a:prstGeom>
                <a:ln w="15875">
                  <a:solidFill>
                    <a:srgbClr val="E806CD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テキスト ボックス 33"/>
                <p:cNvSpPr txBox="1"/>
                <p:nvPr/>
              </p:nvSpPr>
              <p:spPr>
                <a:xfrm>
                  <a:off x="-1392114" y="-673090"/>
                  <a:ext cx="1071445" cy="586919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E806CD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Sensor</a:t>
                  </a:r>
                  <a:r>
                    <a:rPr lang="ja-JP" sz="1000" kern="100" dirty="0">
                      <a:effectLst/>
                      <a:latin typeface="Times New Roman"/>
                      <a:ea typeface="ＭＳ 明朝"/>
                      <a:cs typeface="Times New Roman"/>
                    </a:rPr>
                    <a:t>基板</a:t>
                  </a:r>
                  <a:endParaRPr lang="ja-JP" sz="1050" kern="100" dirty="0">
                    <a:effectLst/>
                    <a:ea typeface="ＭＳ 明朝"/>
                    <a:cs typeface="Times New Roman"/>
                  </a:endParaRPr>
                </a:p>
              </p:txBody>
            </p:sp>
          </p:grpSp>
          <p:grpSp>
            <p:nvGrpSpPr>
              <p:cNvPr id="34" name="グループ化 33"/>
              <p:cNvGrpSpPr/>
              <p:nvPr/>
            </p:nvGrpSpPr>
            <p:grpSpPr>
              <a:xfrm>
                <a:off x="6452559" y="1061047"/>
                <a:ext cx="2235548" cy="458375"/>
                <a:chOff x="-2558307" y="-803790"/>
                <a:chExt cx="2237638" cy="458647"/>
              </a:xfrm>
            </p:grpSpPr>
            <p:cxnSp>
              <p:nvCxnSpPr>
                <p:cNvPr id="35" name="直線コネクタ 34"/>
                <p:cNvCxnSpPr>
                  <a:endCxn id="36" idx="1"/>
                </p:cNvCxnSpPr>
                <p:nvPr/>
              </p:nvCxnSpPr>
              <p:spPr>
                <a:xfrm>
                  <a:off x="-2558307" y="-803790"/>
                  <a:ext cx="1166194" cy="294673"/>
                </a:xfrm>
                <a:prstGeom prst="line">
                  <a:avLst/>
                </a:prstGeom>
                <a:ln w="15875">
                  <a:solidFill>
                    <a:srgbClr val="22F627"/>
                  </a:solidFill>
                  <a:headEnd type="oval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テキスト ボックス 36"/>
                <p:cNvSpPr txBox="1"/>
                <p:nvPr/>
              </p:nvSpPr>
              <p:spPr>
                <a:xfrm>
                  <a:off x="-1392113" y="-673090"/>
                  <a:ext cx="1071444" cy="327947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rgbClr val="22F627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1000" kern="100">
                      <a:effectLst/>
                      <a:latin typeface="Times New Roman"/>
                      <a:ea typeface="ＭＳ 明朝"/>
                      <a:cs typeface="Times New Roman"/>
                    </a:rPr>
                    <a:t>SatCom</a:t>
                  </a:r>
                  <a:endParaRPr lang="ja-JP" sz="1050" kern="100">
                    <a:effectLst/>
                    <a:ea typeface="ＭＳ 明朝"/>
                    <a:cs typeface="Times New Roman"/>
                  </a:endParaRPr>
                </a:p>
              </p:txBody>
            </p:sp>
          </p:grpSp>
        </p:grpSp>
        <p:cxnSp>
          <p:nvCxnSpPr>
            <p:cNvPr id="24" name="直線コネクタ 23"/>
            <p:cNvCxnSpPr/>
            <p:nvPr/>
          </p:nvCxnSpPr>
          <p:spPr>
            <a:xfrm flipH="1" flipV="1">
              <a:off x="4495800" y="952500"/>
              <a:ext cx="308610" cy="491490"/>
            </a:xfrm>
            <a:prstGeom prst="line">
              <a:avLst/>
            </a:prstGeom>
            <a:ln w="1587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44"/>
            <p:cNvSpPr txBox="1"/>
            <p:nvPr/>
          </p:nvSpPr>
          <p:spPr>
            <a:xfrm>
              <a:off x="4048125" y="319960"/>
              <a:ext cx="879476" cy="626825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tx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ja-JP" sz="1000" kern="100">
                  <a:effectLst/>
                  <a:latin typeface="Times New Roman"/>
                  <a:ea typeface="ＭＳ 明朝"/>
                  <a:cs typeface="Times New Roman"/>
                </a:rPr>
                <a:t>磁気トルカ</a:t>
              </a:r>
              <a:endParaRPr lang="ja-JP" sz="1050" kern="100">
                <a:effectLst/>
                <a:ea typeface="ＭＳ 明朝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045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衛星開発用語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系</a:t>
            </a:r>
            <a:endParaRPr kumimoji="1" lang="en-US" altLang="ja-JP" dirty="0"/>
          </a:p>
          <a:p>
            <a:pPr lvl="1"/>
            <a:r>
              <a:rPr lang="ja-JP" altLang="en-US" dirty="0"/>
              <a:t>地上局</a:t>
            </a:r>
            <a:endParaRPr lang="en-US" altLang="ja-JP" dirty="0"/>
          </a:p>
          <a:p>
            <a:pPr lvl="2"/>
            <a:r>
              <a:rPr lang="ja-JP" altLang="en-US" dirty="0"/>
              <a:t>いわゆる管制制御室</a:t>
            </a:r>
            <a:endParaRPr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8" y="2648504"/>
            <a:ext cx="4977099" cy="3732824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084" y="3941796"/>
            <a:ext cx="4541154" cy="291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5074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技術分野一覧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 dirty="0"/>
              <a:t>宇宙工学</a:t>
            </a:r>
            <a:endParaRPr lang="en-US" altLang="ja-JP" dirty="0"/>
          </a:p>
          <a:p>
            <a:pPr lvl="1"/>
            <a:r>
              <a:rPr lang="ja-JP" altLang="en-US" dirty="0"/>
              <a:t>熱解析</a:t>
            </a:r>
            <a:endParaRPr lang="en-US" altLang="ja-JP" dirty="0"/>
          </a:p>
          <a:p>
            <a:pPr lvl="2"/>
            <a:r>
              <a:rPr lang="ja-JP" altLang="en-US" dirty="0"/>
              <a:t>真空</a:t>
            </a:r>
            <a:endParaRPr lang="en-US" altLang="ja-JP" dirty="0"/>
          </a:p>
          <a:p>
            <a:pPr lvl="2"/>
            <a:r>
              <a:rPr lang="ja-JP" altLang="en-US" dirty="0"/>
              <a:t>材料</a:t>
            </a:r>
            <a:endParaRPr lang="en-US" altLang="ja-JP" dirty="0"/>
          </a:p>
          <a:p>
            <a:pPr lvl="2"/>
            <a:r>
              <a:rPr lang="ja-JP" altLang="en-US" dirty="0"/>
              <a:t>軌道計算</a:t>
            </a:r>
            <a:endParaRPr lang="en-US" altLang="ja-JP" dirty="0"/>
          </a:p>
          <a:p>
            <a:pPr lvl="1"/>
            <a:r>
              <a:rPr lang="ja-JP" altLang="en-US" dirty="0"/>
              <a:t>構造解析</a:t>
            </a:r>
            <a:endParaRPr lang="en-US" altLang="ja-JP" dirty="0"/>
          </a:p>
          <a:p>
            <a:pPr lvl="2"/>
            <a:r>
              <a:rPr lang="ja-JP" altLang="en-US" dirty="0"/>
              <a:t>振動</a:t>
            </a:r>
            <a:endParaRPr lang="en-US" altLang="ja-JP" dirty="0"/>
          </a:p>
          <a:p>
            <a:pPr lvl="2"/>
            <a:r>
              <a:rPr lang="ja-JP" altLang="en-US" dirty="0"/>
              <a:t>材料</a:t>
            </a:r>
            <a:endParaRPr lang="en-US" altLang="ja-JP" dirty="0"/>
          </a:p>
          <a:p>
            <a:pPr lvl="1"/>
            <a:r>
              <a:rPr lang="ja-JP" altLang="en-US" dirty="0"/>
              <a:t>姿勢制御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無線</a:t>
            </a:r>
            <a:endParaRPr lang="en-US" altLang="ja-JP" dirty="0"/>
          </a:p>
          <a:p>
            <a:pPr lvl="1"/>
            <a:r>
              <a:rPr lang="en-US" altLang="ja-JP" dirty="0"/>
              <a:t>SDR</a:t>
            </a:r>
          </a:p>
          <a:p>
            <a:pPr lvl="1"/>
            <a:r>
              <a:rPr lang="ja-JP" altLang="en-US" dirty="0"/>
              <a:t>デジタル通信</a:t>
            </a:r>
            <a:endParaRPr lang="en-US" altLang="ja-JP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電子工学</a:t>
            </a:r>
            <a:endParaRPr lang="en-US" altLang="ja-JP" dirty="0"/>
          </a:p>
          <a:p>
            <a:pPr lvl="1"/>
            <a:r>
              <a:rPr lang="ja-JP" altLang="en-US" dirty="0"/>
              <a:t>電子回路設計</a:t>
            </a:r>
            <a:endParaRPr lang="en-US" altLang="ja-JP" dirty="0"/>
          </a:p>
          <a:p>
            <a:pPr lvl="1"/>
            <a:r>
              <a:rPr lang="ja-JP" altLang="en-US" dirty="0"/>
              <a:t>パワーエレクトロニクス</a:t>
            </a:r>
            <a:endParaRPr lang="en-US" altLang="ja-JP" dirty="0"/>
          </a:p>
          <a:p>
            <a:pPr lvl="2"/>
            <a:r>
              <a:rPr lang="ja-JP" altLang="en-US" dirty="0"/>
              <a:t>太陽光発電</a:t>
            </a:r>
            <a:endParaRPr lang="en-US" altLang="ja-JP" dirty="0"/>
          </a:p>
          <a:p>
            <a:pPr lvl="2"/>
            <a:r>
              <a:rPr lang="en-US" altLang="ja-JP" dirty="0"/>
              <a:t>2</a:t>
            </a:r>
            <a:r>
              <a:rPr lang="ja-JP" altLang="en-US" dirty="0"/>
              <a:t>次電池</a:t>
            </a:r>
            <a:endParaRPr lang="en-US" altLang="ja-JP" dirty="0"/>
          </a:p>
          <a:p>
            <a:pPr lvl="1"/>
            <a:r>
              <a:rPr lang="ja-JP" altLang="en-US" dirty="0"/>
              <a:t>放射線対策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組み込みソフトウェア</a:t>
            </a:r>
            <a:endParaRPr lang="en-US" altLang="ja-JP" dirty="0"/>
          </a:p>
          <a:p>
            <a:pPr lvl="1"/>
            <a:r>
              <a:rPr lang="ja-JP" altLang="en-US" dirty="0"/>
              <a:t>マイコン</a:t>
            </a:r>
            <a:endParaRPr lang="en-US" altLang="ja-JP" dirty="0"/>
          </a:p>
          <a:p>
            <a:pPr lvl="2"/>
            <a:r>
              <a:rPr lang="en-US" altLang="ja-JP" dirty="0"/>
              <a:t>PIC</a:t>
            </a:r>
          </a:p>
          <a:p>
            <a:pPr lvl="2"/>
            <a:r>
              <a:rPr lang="en-US" altLang="ja-JP" dirty="0"/>
              <a:t>H8</a:t>
            </a:r>
          </a:p>
          <a:p>
            <a:pPr lvl="2"/>
            <a:r>
              <a:rPr lang="en-US" altLang="ja-JP" dirty="0"/>
              <a:t>Cortex-M3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5640917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913</TotalTime>
  <Words>1425</Words>
  <Application>Microsoft Office PowerPoint</Application>
  <PresentationFormat>画面に合わせる (4:3)</PresentationFormat>
  <Paragraphs>309</Paragraphs>
  <Slides>22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2" baseType="lpstr">
      <vt:lpstr>Estrangelo Edessa</vt:lpstr>
      <vt:lpstr>HGPｺﾞｼｯｸE</vt:lpstr>
      <vt:lpstr>ＭＳ Ｐゴシック</vt:lpstr>
      <vt:lpstr>ＭＳ 明朝</vt:lpstr>
      <vt:lpstr>游ゴシック</vt:lpstr>
      <vt:lpstr>Arial</vt:lpstr>
      <vt:lpstr>Century</vt:lpstr>
      <vt:lpstr>Times</vt:lpstr>
      <vt:lpstr>Times New Roman</vt:lpstr>
      <vt:lpstr>siprop</vt:lpstr>
      <vt:lpstr>衛星無線受信ソフトウェア開発 </vt:lpstr>
      <vt:lpstr>PowerPoint プレゼンテーション</vt:lpstr>
      <vt:lpstr>超小型衛星プロジェクト：AO-stars</vt:lpstr>
      <vt:lpstr>超小型衛星プロジェクト：AO-stars</vt:lpstr>
      <vt:lpstr>相乗りで宇宙へ！</vt:lpstr>
      <vt:lpstr>衛星種類</vt:lpstr>
      <vt:lpstr>超小型衛星(CubeSat)は？</vt:lpstr>
      <vt:lpstr>なぜ？超小型衛星？</vt:lpstr>
      <vt:lpstr>天体用衛星(1U:10cm^3)</vt:lpstr>
      <vt:lpstr>天体用衛星(1U:10cm^3)</vt:lpstr>
      <vt:lpstr>PowerPoint プレゼンテーション</vt:lpstr>
      <vt:lpstr>問題点</vt:lpstr>
      <vt:lpstr>考慮点</vt:lpstr>
      <vt:lpstr>PowerPoint プレゼンテーション</vt:lpstr>
      <vt:lpstr>PowerPoint プレゼンテーション</vt:lpstr>
      <vt:lpstr>ミッション系のみ</vt:lpstr>
      <vt:lpstr>衛星開発用語</vt:lpstr>
      <vt:lpstr>衛星開発用語</vt:lpstr>
      <vt:lpstr>バス系のみ</vt:lpstr>
      <vt:lpstr>衛星開発用語</vt:lpstr>
      <vt:lpstr>衛星開発用語</vt:lpstr>
      <vt:lpstr>技術分野一覧</vt:lpstr>
    </vt:vector>
  </TitlesOfParts>
  <Company>self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99</cp:revision>
  <dcterms:created xsi:type="dcterms:W3CDTF">2017-01-21T05:20:13Z</dcterms:created>
  <dcterms:modified xsi:type="dcterms:W3CDTF">2017-05-20T07:33:20Z</dcterms:modified>
</cp:coreProperties>
</file>