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2" r:id="rId4"/>
    <p:sldId id="265" r:id="rId5"/>
    <p:sldId id="292" r:id="rId6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9" autoAdjust="0"/>
    <p:restoredTop sz="90318" autoAdjust="0"/>
  </p:normalViewPr>
  <p:slideViewPr>
    <p:cSldViewPr>
      <p:cViewPr varScale="1">
        <p:scale>
          <a:sx n="97" d="100"/>
          <a:sy n="97" d="100"/>
        </p:scale>
        <p:origin x="-79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93135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工具gōngjù</a:t>
            </a:r>
            <a:endParaRPr kumimoji="1" lang="ja-JP" altLang="en-US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09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dirty="0" smtClean="0"/>
              <a:t>Boot File</a:t>
            </a:r>
            <a:r>
              <a:rPr lang="en-US" dirty="0" smtClean="0"/>
              <a:t> </a:t>
            </a:r>
            <a:r>
              <a:rPr lang="en-US" dirty="0" smtClean="0"/>
              <a:t>of </a:t>
            </a:r>
            <a:r>
              <a:rPr lang="en-US" dirty="0" err="1" smtClean="0"/>
              <a:t>Pandaboard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it with Patch of Boot Option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git://git.omapzoom.org/repo/u-boot.git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u-boot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>
                <a:solidFill>
                  <a:srgbClr val="FF0000"/>
                </a:solidFill>
              </a:rPr>
              <a:t>wget</a:t>
            </a:r>
            <a:r>
              <a:rPr lang="en-US" altLang="ja-JP" dirty="0">
                <a:solidFill>
                  <a:srgbClr val="FF0000"/>
                </a:solidFill>
              </a:rPr>
              <a:t> http://android-development-environment.googlecode.com/files/0001-change-bootarges.patch</a:t>
            </a:r>
            <a:endParaRPr lang="en-US" altLang="ja-JP" dirty="0" smtClean="0">
              <a:solidFill>
                <a:srgbClr val="FF0000"/>
              </a:solidFill>
            </a:endParaRP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>
                <a:solidFill>
                  <a:srgbClr val="FF0000"/>
                </a:solidFill>
              </a:rPr>
              <a:t>git</a:t>
            </a:r>
            <a:r>
              <a:rPr lang="en-US" altLang="ja-JP" dirty="0" smtClean="0">
                <a:solidFill>
                  <a:srgbClr val="FF0000"/>
                </a:solidFill>
              </a:rPr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573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About </a:t>
            </a:r>
            <a:r>
              <a:rPr lang="en-US" altLang="ja-JP" dirty="0" err="1" smtClean="0"/>
              <a:t>b</a:t>
            </a:r>
            <a:r>
              <a:rPr kumimoji="1" lang="en-US" altLang="ja-JP" dirty="0" err="1" smtClean="0"/>
              <a:t>oot.scr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Contents </a:t>
            </a:r>
            <a:r>
              <a:rPr lang="en-US" altLang="ja-JP" dirty="0" smtClean="0"/>
              <a:t>of </a:t>
            </a:r>
            <a:r>
              <a:rPr lang="en-US" altLang="ja-JP" dirty="0" smtClean="0"/>
              <a:t>Patch</a:t>
            </a:r>
          </a:p>
          <a:p>
            <a:endParaRPr kumimoji="1"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38164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--- a/include/</a:t>
            </a:r>
            <a:r>
              <a:rPr lang="en-US" altLang="ja-JP" sz="1800" dirty="0" err="1"/>
              <a:t>configs</a:t>
            </a:r>
            <a:r>
              <a:rPr lang="en-US" altLang="ja-JP" sz="1800" dirty="0"/>
              <a:t>/omap4430panda.h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>
                <a:solidFill>
                  <a:srgbClr val="FF0000"/>
                </a:solidFill>
              </a:rPr>
              <a:t>+++ b/include/</a:t>
            </a:r>
            <a:r>
              <a:rPr lang="en-US" altLang="ja-JP" sz="1800" dirty="0" err="1">
                <a:solidFill>
                  <a:srgbClr val="FF0000"/>
                </a:solidFill>
              </a:rPr>
              <a:t>configs</a:t>
            </a:r>
            <a:r>
              <a:rPr lang="en-US" altLang="ja-JP" sz="1800" dirty="0">
                <a:solidFill>
                  <a:srgbClr val="FF0000"/>
                </a:solidFill>
              </a:rPr>
              <a:t>/omap4430panda.h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@@ -147,8 +147,7 @@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       " </a:t>
            </a:r>
            <a:r>
              <a:rPr lang="en-US" altLang="ja-JP" sz="1800" dirty="0" err="1"/>
              <a:t>ip</a:t>
            </a:r>
            <a:r>
              <a:rPr lang="en-US" altLang="ja-JP" sz="1800" dirty="0"/>
              <a:t>=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#else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 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-#define CONFIG_BOOTARGS "console=ttyO2,115200n8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=512M" \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       " 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=/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vram</a:t>
            </a:r>
            <a:r>
              <a:rPr lang="en-US" altLang="ja-JP" sz="1800" dirty="0"/>
              <a:t>=32M </a:t>
            </a:r>
            <a:r>
              <a:rPr lang="en-US" altLang="ja-JP" sz="1800" dirty="0" err="1"/>
              <a:t>omapfb.vram</a:t>
            </a:r>
            <a:r>
              <a:rPr lang="en-US" altLang="ja-JP" sz="1800" dirty="0"/>
              <a:t>=0:16M </a:t>
            </a:r>
            <a:r>
              <a:rPr lang="en-US" altLang="ja-JP" sz="1800" dirty="0" err="1"/>
              <a:t>androidboot.console</a:t>
            </a:r>
            <a:r>
              <a:rPr lang="en-US" altLang="ja-JP" sz="1800" dirty="0"/>
              <a:t>=ttyO2"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+</a:t>
            </a:r>
            <a:r>
              <a:rPr lang="en-US" altLang="ja-JP" sz="1800" dirty="0">
                <a:solidFill>
                  <a:srgbClr val="FF0000"/>
                </a:solidFill>
              </a:rPr>
              <a:t>#define CONFIG_BOOTARGS "</a:t>
            </a:r>
            <a:r>
              <a:rPr lang="en-US" altLang="ja-JP" sz="1800" dirty="0" err="1">
                <a:solidFill>
                  <a:srgbClr val="FF0000"/>
                </a:solidFill>
              </a:rPr>
              <a:t>kgdboc</a:t>
            </a:r>
            <a:r>
              <a:rPr lang="en-US" altLang="ja-JP" sz="1800" dirty="0">
                <a:solidFill>
                  <a:srgbClr val="FF0000"/>
                </a:solidFill>
              </a:rPr>
              <a:t>=ttyO2,115200 console=ttyO2,115200n8 </a:t>
            </a:r>
            <a:r>
              <a:rPr lang="en-US" altLang="ja-JP" sz="1800" dirty="0" err="1">
                <a:solidFill>
                  <a:srgbClr val="FF0000"/>
                </a:solidFill>
              </a:rPr>
              <a:t>mem</a:t>
            </a:r>
            <a:r>
              <a:rPr lang="en-US" altLang="ja-JP" sz="1800" dirty="0">
                <a:solidFill>
                  <a:srgbClr val="FF0000"/>
                </a:solidFill>
              </a:rPr>
              <a:t>=1G </a:t>
            </a:r>
            <a:r>
              <a:rPr lang="en-US" altLang="ja-JP" sz="1800" dirty="0" err="1">
                <a:solidFill>
                  <a:srgbClr val="FF0000"/>
                </a:solidFill>
              </a:rPr>
              <a:t>androidboot.console</a:t>
            </a:r>
            <a:r>
              <a:rPr lang="en-US" altLang="ja-JP" sz="1800" dirty="0">
                <a:solidFill>
                  <a:srgbClr val="FF0000"/>
                </a:solidFill>
              </a:rPr>
              <a:t>=ttyO2"</a:t>
            </a:r>
          </a:p>
        </p:txBody>
      </p:sp>
    </p:spTree>
    <p:extLst>
      <p:ext uri="{BB962C8B-B14F-4D97-AF65-F5344CB8AC3E}">
        <p14:creationId xmlns:p14="http://schemas.microsoft.com/office/powerpoint/2010/main" val="382763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About </a:t>
            </a:r>
            <a:r>
              <a:rPr lang="en-US" altLang="ja-JP" dirty="0" err="1" smtClean="0"/>
              <a:t>b</a:t>
            </a:r>
            <a:r>
              <a:rPr kumimoji="1" lang="en-US" altLang="ja-JP" dirty="0" err="1" smtClean="0"/>
              <a:t>oot.scr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If you want to change boot option by script file</a:t>
            </a:r>
          </a:p>
          <a:p>
            <a:pPr lvl="1"/>
            <a:r>
              <a:rPr lang="en-US" altLang="ja-JP" dirty="0" smtClean="0"/>
              <a:t>Sample </a:t>
            </a:r>
            <a:r>
              <a:rPr lang="en-US" altLang="ja-JP" dirty="0" smtClean="0"/>
              <a:t>of </a:t>
            </a:r>
            <a:r>
              <a:rPr lang="en-US" altLang="ja-JP" dirty="0"/>
              <a:t>B</a:t>
            </a:r>
            <a:r>
              <a:rPr lang="en-US" altLang="ja-JP" dirty="0" smtClean="0"/>
              <a:t>oot Script file: </a:t>
            </a:r>
            <a:r>
              <a:rPr lang="en-US" altLang="ja-JP" dirty="0" smtClean="0"/>
              <a:t>File Name=boot.txt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pPr marL="0" indent="0">
              <a:buNone/>
            </a:pPr>
            <a:endParaRPr lang="en-US" altLang="ja-JP" dirty="0" smtClean="0"/>
          </a:p>
          <a:p>
            <a:pPr lvl="1"/>
            <a:r>
              <a:rPr lang="en-US" altLang="ja-JP" dirty="0" smtClean="0"/>
              <a:t>How to </a:t>
            </a:r>
            <a:r>
              <a:rPr lang="en-US" altLang="ja-JP" dirty="0" smtClean="0"/>
              <a:t>Make </a:t>
            </a:r>
            <a:r>
              <a:rPr lang="en-US" altLang="ja-JP" dirty="0" err="1" smtClean="0"/>
              <a:t>boot.scr</a:t>
            </a:r>
            <a:r>
              <a:rPr lang="en-US" altLang="ja-JP" dirty="0" smtClean="0"/>
              <a:t> from Boot </a:t>
            </a:r>
            <a:r>
              <a:rPr lang="en-US" altLang="ja-JP" dirty="0"/>
              <a:t>S</a:t>
            </a:r>
            <a:r>
              <a:rPr lang="en-US" altLang="ja-JP" dirty="0" smtClean="0"/>
              <a:t>cript file</a:t>
            </a:r>
            <a:endParaRPr lang="en-US" altLang="ja-JP" dirty="0" smtClean="0"/>
          </a:p>
          <a:p>
            <a:pPr lvl="2"/>
            <a:r>
              <a:rPr lang="en-US" altLang="ja-JP" dirty="0" err="1"/>
              <a:t>mkimage</a:t>
            </a:r>
            <a:r>
              <a:rPr lang="en-US" altLang="ja-JP" dirty="0"/>
              <a:t> -A arm -T script -O </a:t>
            </a:r>
            <a:r>
              <a:rPr lang="en-US" altLang="ja-JP" dirty="0" err="1"/>
              <a:t>linux</a:t>
            </a:r>
            <a:r>
              <a:rPr lang="en-US" altLang="ja-JP" dirty="0"/>
              <a:t> -C none -a 0 -e 0 -n "</a:t>
            </a:r>
            <a:r>
              <a:rPr lang="en-US" altLang="ja-JP" dirty="0" err="1"/>
              <a:t>boot.scr</a:t>
            </a:r>
            <a:r>
              <a:rPr lang="en-US" altLang="ja-JP" dirty="0"/>
              <a:t>" -d boot.scr.txt </a:t>
            </a:r>
            <a:r>
              <a:rPr lang="en-US" altLang="ja-JP" dirty="0" err="1"/>
              <a:t>boot.scr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04864"/>
            <a:ext cx="6933161" cy="28083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fdt_high</a:t>
            </a:r>
            <a:r>
              <a:rPr lang="en-US" altLang="ja-JP" sz="1800" dirty="0"/>
              <a:t> "0xffffffff"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bootcmd</a:t>
            </a:r>
            <a:r>
              <a:rPr lang="en-US" altLang="ja-JP" sz="1800" dirty="0"/>
              <a:t> "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0x80200000 </a:t>
            </a:r>
            <a:r>
              <a:rPr lang="en-US" altLang="ja-JP" sz="1800" dirty="0" err="1"/>
              <a:t>uImage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0x81600000 </a:t>
            </a:r>
            <a:r>
              <a:rPr lang="en-US" altLang="ja-JP" sz="1800" dirty="0" err="1"/>
              <a:t>uInitrd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fatload</a:t>
            </a:r>
            <a:r>
              <a:rPr lang="en-US" altLang="ja-JP" sz="1800" dirty="0"/>
              <a:t> mmc 0:1 0x815f0000 </a:t>
            </a:r>
            <a:r>
              <a:rPr lang="en-US" altLang="ja-JP" sz="1800" dirty="0" err="1"/>
              <a:t>board.dtb</a:t>
            </a:r>
            <a:r>
              <a:rPr lang="en-US" altLang="ja-JP" sz="1800" dirty="0"/>
              <a:t>; </a:t>
            </a:r>
            <a:r>
              <a:rPr lang="en-US" altLang="ja-JP" sz="1800" dirty="0" err="1"/>
              <a:t>bootm</a:t>
            </a:r>
            <a:r>
              <a:rPr lang="en-US" altLang="ja-JP" sz="1800" dirty="0"/>
              <a:t> 0x80200000 0x81600000 0x815f0000"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setenv</a:t>
            </a:r>
            <a:r>
              <a:rPr lang="en-US" altLang="ja-JP" sz="1800" dirty="0"/>
              <a:t> </a:t>
            </a:r>
            <a:r>
              <a:rPr lang="en-US" altLang="ja-JP" sz="1800" dirty="0" err="1"/>
              <a:t>bootargs</a:t>
            </a:r>
            <a:r>
              <a:rPr lang="en-US" altLang="ja-JP" sz="1800" dirty="0"/>
              <a:t> "console=ttyO2,115200n8 </a:t>
            </a:r>
            <a:r>
              <a:rPr lang="en-US" altLang="ja-JP" sz="1800" dirty="0" err="1"/>
              <a:t>rootwait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ro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earlyprintk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fixrtc</a:t>
            </a:r>
            <a:r>
              <a:rPr lang="en-US" altLang="ja-JP" sz="1800" dirty="0"/>
              <a:t> </a:t>
            </a:r>
            <a:r>
              <a:rPr lang="en-US" altLang="ja-JP" sz="1800" dirty="0" err="1"/>
              <a:t>nocompcache</a:t>
            </a:r>
            <a:r>
              <a:rPr lang="en-US" altLang="ja-JP" sz="1800" dirty="0"/>
              <a:t> </a:t>
            </a:r>
            <a:r>
              <a:rPr lang="en-US" altLang="ja-JP" sz="1800" dirty="0" err="1"/>
              <a:t>vram</a:t>
            </a:r>
            <a:r>
              <a:rPr lang="en-US" altLang="ja-JP" sz="1800" dirty="0"/>
              <a:t>=48M </a:t>
            </a:r>
            <a:r>
              <a:rPr lang="en-US" altLang="ja-JP" sz="1800" dirty="0" err="1"/>
              <a:t>omapfb.vram</a:t>
            </a:r>
            <a:r>
              <a:rPr lang="en-US" altLang="ja-JP" sz="1800" dirty="0"/>
              <a:t>=0:24M,1:24M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=456M@0x80000000 </a:t>
            </a:r>
            <a:r>
              <a:rPr lang="en-US" altLang="ja-JP" sz="1800" dirty="0" err="1"/>
              <a:t>mem</a:t>
            </a:r>
            <a:r>
              <a:rPr lang="en-US" altLang="ja-JP" sz="1800" dirty="0"/>
              <a:t>=512M@0xA0000000 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=/</a:t>
            </a:r>
            <a:r>
              <a:rPr lang="en-US" altLang="ja-JP" sz="1800" dirty="0" err="1"/>
              <a:t>init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androidboot.console</a:t>
            </a:r>
            <a:r>
              <a:rPr lang="en-US" altLang="ja-JP" sz="1800" dirty="0"/>
              <a:t>=ttyO2 </a:t>
            </a:r>
            <a:r>
              <a:rPr lang="en-US" altLang="ja-JP" sz="1800" dirty="0" err="1"/>
              <a:t>omapfb.mode</a:t>
            </a:r>
            <a:r>
              <a:rPr lang="en-US" altLang="ja-JP" sz="1800" dirty="0"/>
              <a:t>=dvi:1280x800MR-24@60 </a:t>
            </a:r>
            <a:r>
              <a:rPr lang="en-US" altLang="ja-JP" sz="1800" dirty="0" err="1"/>
              <a:t>consoleblank</a:t>
            </a:r>
            <a:r>
              <a:rPr lang="en-US" altLang="ja-JP" sz="1800" dirty="0"/>
              <a:t>=0"</a:t>
            </a:r>
          </a:p>
        </p:txBody>
      </p:sp>
    </p:spTree>
    <p:extLst>
      <p:ext uri="{BB962C8B-B14F-4D97-AF65-F5344CB8AC3E}">
        <p14:creationId xmlns:p14="http://schemas.microsoft.com/office/powerpoint/2010/main" val="65396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Common Setup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Build Tools</a:t>
            </a:r>
          </a:p>
          <a:p>
            <a:pPr lvl="1"/>
            <a:r>
              <a:rPr lang="en-US" altLang="ja-JP" dirty="0" err="1"/>
              <a:t>sudo</a:t>
            </a:r>
            <a:r>
              <a:rPr lang="en-US" altLang="ja-JP" dirty="0"/>
              <a:t> apt-get </a:t>
            </a:r>
            <a:r>
              <a:rPr lang="en-US" altLang="ja-JP" dirty="0" smtClean="0"/>
              <a:t>install </a:t>
            </a:r>
          </a:p>
          <a:p>
            <a:pPr lvl="2"/>
            <a:r>
              <a:rPr lang="en-US" altLang="ja-JP" dirty="0"/>
              <a:t>bison build-essential curl flex </a:t>
            </a:r>
            <a:r>
              <a:rPr lang="en-US" altLang="ja-JP" dirty="0" err="1"/>
              <a:t>git</a:t>
            </a:r>
            <a:r>
              <a:rPr lang="en-US" altLang="ja-JP" dirty="0"/>
              <a:t>-core </a:t>
            </a:r>
            <a:r>
              <a:rPr lang="en-US" altLang="ja-JP" dirty="0" err="1"/>
              <a:t>gnupg</a:t>
            </a:r>
            <a:r>
              <a:rPr lang="en-US" altLang="ja-JP" dirty="0"/>
              <a:t> </a:t>
            </a:r>
            <a:r>
              <a:rPr lang="en-US" altLang="ja-JP" dirty="0" err="1"/>
              <a:t>gperf</a:t>
            </a:r>
            <a:r>
              <a:rPr lang="en-US" altLang="ja-JP" dirty="0"/>
              <a:t> libesd0-dev libncurses5-dev libsdl1.2-dev libwxgtk2.8-dev libxml2 libxml2-utils </a:t>
            </a:r>
            <a:r>
              <a:rPr lang="en-US" altLang="ja-JP" dirty="0" err="1"/>
              <a:t>lzop</a:t>
            </a:r>
            <a:r>
              <a:rPr lang="en-US" altLang="ja-JP" dirty="0"/>
              <a:t> openjdk-6-jdk openjdk-6-jre </a:t>
            </a:r>
            <a:r>
              <a:rPr lang="en-US" altLang="ja-JP" dirty="0" err="1"/>
              <a:t>pngcrush</a:t>
            </a:r>
            <a:r>
              <a:rPr lang="en-US" altLang="ja-JP" dirty="0"/>
              <a:t> </a:t>
            </a:r>
            <a:r>
              <a:rPr lang="en-US" altLang="ja-JP" dirty="0" err="1"/>
              <a:t>schedtool</a:t>
            </a:r>
            <a:r>
              <a:rPr lang="en-US" altLang="ja-JP" dirty="0"/>
              <a:t> </a:t>
            </a:r>
            <a:r>
              <a:rPr lang="en-US" altLang="ja-JP" dirty="0" err="1"/>
              <a:t>squashfs</a:t>
            </a:r>
            <a:r>
              <a:rPr lang="en-US" altLang="ja-JP" dirty="0"/>
              <a:t>-tools </a:t>
            </a:r>
            <a:r>
              <a:rPr lang="en-US" altLang="ja-JP" dirty="0" err="1"/>
              <a:t>xsltproc</a:t>
            </a:r>
            <a:r>
              <a:rPr lang="en-US" altLang="ja-JP" dirty="0"/>
              <a:t> zip zlib1g-dev</a:t>
            </a:r>
          </a:p>
          <a:p>
            <a:pPr lvl="2"/>
            <a:r>
              <a:rPr lang="en-US" altLang="ja-JP" dirty="0"/>
              <a:t>g++-</a:t>
            </a:r>
            <a:r>
              <a:rPr lang="en-US" altLang="ja-JP" dirty="0" err="1"/>
              <a:t>multilib</a:t>
            </a:r>
            <a:r>
              <a:rPr lang="en-US" altLang="ja-JP" dirty="0"/>
              <a:t> </a:t>
            </a:r>
            <a:r>
              <a:rPr lang="en-US" altLang="ja-JP" dirty="0" err="1"/>
              <a:t>gcc-multilib</a:t>
            </a:r>
            <a:r>
              <a:rPr lang="en-US" altLang="ja-JP" dirty="0"/>
              <a:t> lib32ncurses5-dev lib32readline-gplv2-dev lib32z1-dev</a:t>
            </a:r>
          </a:p>
          <a:p>
            <a:pPr lvl="2"/>
            <a:endParaRPr lang="en-US" altLang="ja-JP" dirty="0" smtClean="0"/>
          </a:p>
          <a:p>
            <a:r>
              <a:rPr lang="en-US" altLang="ja-JP" dirty="0" smtClean="0"/>
              <a:t>Setup Build Tools for ARM</a:t>
            </a:r>
          </a:p>
          <a:p>
            <a:pPr lvl="1"/>
            <a:r>
              <a:rPr lang="en-US" altLang="ja-JP" dirty="0" err="1">
                <a:solidFill>
                  <a:srgbClr val="FF0000"/>
                </a:solidFill>
              </a:rPr>
              <a:t>sudo</a:t>
            </a:r>
            <a:r>
              <a:rPr lang="en-US" altLang="ja-JP" dirty="0">
                <a:solidFill>
                  <a:srgbClr val="FF0000"/>
                </a:solidFill>
              </a:rPr>
              <a:t> apt-get install </a:t>
            </a:r>
          </a:p>
          <a:p>
            <a:pPr lvl="2"/>
            <a:r>
              <a:rPr lang="en-US" altLang="ja-JP" dirty="0" err="1">
                <a:solidFill>
                  <a:srgbClr val="FF0000"/>
                </a:solidFill>
              </a:rPr>
              <a:t>uboot-mkimage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endParaRPr lang="en-US" altLang="ja-JP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177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277</Words>
  <Application>Microsoft Office PowerPoint</Application>
  <PresentationFormat>画面に合わせる (4:3)</PresentationFormat>
  <Paragraphs>58</Paragraphs>
  <Slides>5</Slides>
  <Notes>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siprop</vt:lpstr>
      <vt:lpstr>Boot File of Pandaboard</vt:lpstr>
      <vt:lpstr>Download &amp; Build u-boot</vt:lpstr>
      <vt:lpstr>About boot.scr</vt:lpstr>
      <vt:lpstr>About boot.scr</vt:lpstr>
      <vt:lpstr>Common Setup 1/2</vt:lpstr>
    </vt:vector>
  </TitlesOfParts>
  <Company>self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</cp:lastModifiedBy>
  <cp:revision>22</cp:revision>
  <dcterms:created xsi:type="dcterms:W3CDTF">2013-12-05T12:17:56Z</dcterms:created>
  <dcterms:modified xsi:type="dcterms:W3CDTF">2013-12-05T19:59:36Z</dcterms:modified>
</cp:coreProperties>
</file>