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63" r:id="rId4"/>
    <p:sldId id="261" r:id="rId5"/>
    <p:sldId id="260" r:id="rId6"/>
    <p:sldId id="275" r:id="rId7"/>
    <p:sldId id="264" r:id="rId8"/>
    <p:sldId id="262" r:id="rId9"/>
    <p:sldId id="271" r:id="rId10"/>
    <p:sldId id="270" r:id="rId11"/>
    <p:sldId id="276" r:id="rId12"/>
    <p:sldId id="267" r:id="rId13"/>
    <p:sldId id="277" r:id="rId14"/>
  </p:sldIdLst>
  <p:sldSz cx="9144000" cy="6858000" type="screen4x3"/>
  <p:notesSz cx="6805613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FF"/>
    <a:srgbClr val="FF6FCF"/>
    <a:srgbClr val="E8E8E8"/>
    <a:srgbClr val="FF0000"/>
    <a:srgbClr val="CCFFCC"/>
    <a:srgbClr val="FFFF99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0318" autoAdjust="0"/>
  </p:normalViewPr>
  <p:slideViewPr>
    <p:cSldViewPr>
      <p:cViewPr varScale="1">
        <p:scale>
          <a:sx n="80" d="100"/>
          <a:sy n="80" d="100"/>
        </p:scale>
        <p:origin x="10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ata\MyDocuments\Project\Stars\AO-STARS\Test\&#25918;&#23556;&#32218;&#35430;&#39443;\RPiZero\Logge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[Logger.xlsx]Loger!$V$1:$V$2</c:f>
              <c:strCache>
                <c:ptCount val="2"/>
                <c:pt idx="1">
                  <c:v>0.001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[Logger.xlsx]Loger!$Q$3:$Q$731</c:f>
              <c:strCache>
                <c:ptCount val="708"/>
                <c:pt idx="0">
                  <c:v>経過（分）</c:v>
                </c:pt>
                <c:pt idx="1">
                  <c:v>-43.3 </c:v>
                </c:pt>
                <c:pt idx="2">
                  <c:v>-43.0 </c:v>
                </c:pt>
                <c:pt idx="3">
                  <c:v>-42.5 </c:v>
                </c:pt>
                <c:pt idx="4">
                  <c:v>-42.0 </c:v>
                </c:pt>
                <c:pt idx="5">
                  <c:v>-41.5 </c:v>
                </c:pt>
                <c:pt idx="6">
                  <c:v>-41.0 </c:v>
                </c:pt>
                <c:pt idx="7">
                  <c:v>-40.5 </c:v>
                </c:pt>
                <c:pt idx="8">
                  <c:v>-40.0 </c:v>
                </c:pt>
                <c:pt idx="9">
                  <c:v>-39.5 </c:v>
                </c:pt>
                <c:pt idx="10">
                  <c:v>-39.0 </c:v>
                </c:pt>
                <c:pt idx="11">
                  <c:v>-38.5 </c:v>
                </c:pt>
                <c:pt idx="12">
                  <c:v>-38.0 </c:v>
                </c:pt>
                <c:pt idx="13">
                  <c:v>-37.5 </c:v>
                </c:pt>
                <c:pt idx="14">
                  <c:v>-37.0 </c:v>
                </c:pt>
                <c:pt idx="15">
                  <c:v>-36.5 </c:v>
                </c:pt>
                <c:pt idx="16">
                  <c:v>-36.0 </c:v>
                </c:pt>
                <c:pt idx="17">
                  <c:v>-35.5 </c:v>
                </c:pt>
                <c:pt idx="18">
                  <c:v>-35.0 </c:v>
                </c:pt>
                <c:pt idx="19">
                  <c:v>-34.5 </c:v>
                </c:pt>
                <c:pt idx="20">
                  <c:v>-34.0 </c:v>
                </c:pt>
                <c:pt idx="21">
                  <c:v>-33.5 </c:v>
                </c:pt>
                <c:pt idx="22">
                  <c:v>-33.0 </c:v>
                </c:pt>
                <c:pt idx="23">
                  <c:v>-32.5 </c:v>
                </c:pt>
                <c:pt idx="24">
                  <c:v>-32.0 </c:v>
                </c:pt>
                <c:pt idx="25">
                  <c:v>-31.5 </c:v>
                </c:pt>
                <c:pt idx="26">
                  <c:v>-31.0 </c:v>
                </c:pt>
                <c:pt idx="27">
                  <c:v>-30.5 </c:v>
                </c:pt>
                <c:pt idx="28">
                  <c:v>-30.0 </c:v>
                </c:pt>
                <c:pt idx="29">
                  <c:v>-29.5 </c:v>
                </c:pt>
                <c:pt idx="30">
                  <c:v>-29.0 </c:v>
                </c:pt>
                <c:pt idx="31">
                  <c:v>-28.5 </c:v>
                </c:pt>
                <c:pt idx="32">
                  <c:v>-28.0 </c:v>
                </c:pt>
                <c:pt idx="33">
                  <c:v>-27.5 </c:v>
                </c:pt>
                <c:pt idx="34">
                  <c:v>-27.0 </c:v>
                </c:pt>
                <c:pt idx="35">
                  <c:v>-26.5 </c:v>
                </c:pt>
                <c:pt idx="36">
                  <c:v>-26.0 </c:v>
                </c:pt>
                <c:pt idx="37">
                  <c:v>-25.5 </c:v>
                </c:pt>
                <c:pt idx="38">
                  <c:v>-25.0 </c:v>
                </c:pt>
                <c:pt idx="39">
                  <c:v>-24.5 </c:v>
                </c:pt>
                <c:pt idx="40">
                  <c:v>-24.0 </c:v>
                </c:pt>
                <c:pt idx="41">
                  <c:v>-23.5 </c:v>
                </c:pt>
                <c:pt idx="42">
                  <c:v>-23.0 </c:v>
                </c:pt>
                <c:pt idx="43">
                  <c:v>-22.5 </c:v>
                </c:pt>
                <c:pt idx="44">
                  <c:v>-22.0 </c:v>
                </c:pt>
                <c:pt idx="45">
                  <c:v>-21.5 </c:v>
                </c:pt>
                <c:pt idx="46">
                  <c:v>-21.0 </c:v>
                </c:pt>
                <c:pt idx="47">
                  <c:v>-20.5 </c:v>
                </c:pt>
                <c:pt idx="48">
                  <c:v>-20.0 </c:v>
                </c:pt>
                <c:pt idx="49">
                  <c:v>-19.5 </c:v>
                </c:pt>
                <c:pt idx="50">
                  <c:v>-19.0 </c:v>
                </c:pt>
                <c:pt idx="51">
                  <c:v>-18.5 </c:v>
                </c:pt>
                <c:pt idx="52">
                  <c:v>-18.0 </c:v>
                </c:pt>
                <c:pt idx="53">
                  <c:v>-17.5 </c:v>
                </c:pt>
                <c:pt idx="54">
                  <c:v>-17.0 </c:v>
                </c:pt>
                <c:pt idx="55">
                  <c:v>-16.5 </c:v>
                </c:pt>
                <c:pt idx="56">
                  <c:v>-16.0 </c:v>
                </c:pt>
                <c:pt idx="57">
                  <c:v>-15.5 </c:v>
                </c:pt>
                <c:pt idx="58">
                  <c:v>-15.0 </c:v>
                </c:pt>
                <c:pt idx="59">
                  <c:v>-14.5 </c:v>
                </c:pt>
                <c:pt idx="60">
                  <c:v>-14.0 </c:v>
                </c:pt>
                <c:pt idx="61">
                  <c:v>-13.5 </c:v>
                </c:pt>
                <c:pt idx="62">
                  <c:v>-13.0 </c:v>
                </c:pt>
                <c:pt idx="63">
                  <c:v>-12.5 </c:v>
                </c:pt>
                <c:pt idx="64">
                  <c:v>-12.0 </c:v>
                </c:pt>
                <c:pt idx="65">
                  <c:v>-11.5 </c:v>
                </c:pt>
                <c:pt idx="66">
                  <c:v>-11.0 </c:v>
                </c:pt>
                <c:pt idx="67">
                  <c:v>-10.5 </c:v>
                </c:pt>
                <c:pt idx="68">
                  <c:v>-10.0 </c:v>
                </c:pt>
                <c:pt idx="69">
                  <c:v>-9.5 </c:v>
                </c:pt>
                <c:pt idx="70">
                  <c:v>-9.0 </c:v>
                </c:pt>
                <c:pt idx="71">
                  <c:v>-8.5 </c:v>
                </c:pt>
                <c:pt idx="72">
                  <c:v>-8.0 </c:v>
                </c:pt>
                <c:pt idx="73">
                  <c:v>-7.5 </c:v>
                </c:pt>
                <c:pt idx="74">
                  <c:v>-7.0 </c:v>
                </c:pt>
                <c:pt idx="75">
                  <c:v>-6.5 </c:v>
                </c:pt>
                <c:pt idx="76">
                  <c:v>-6.0 </c:v>
                </c:pt>
                <c:pt idx="77">
                  <c:v>-5.5 </c:v>
                </c:pt>
                <c:pt idx="78">
                  <c:v>-5.0 </c:v>
                </c:pt>
                <c:pt idx="79">
                  <c:v>-4.5 </c:v>
                </c:pt>
                <c:pt idx="80">
                  <c:v>-4.0 </c:v>
                </c:pt>
                <c:pt idx="81">
                  <c:v>-3.5 </c:v>
                </c:pt>
                <c:pt idx="82">
                  <c:v>-3.0 </c:v>
                </c:pt>
                <c:pt idx="83">
                  <c:v>-2.5 </c:v>
                </c:pt>
                <c:pt idx="84">
                  <c:v>-2.0 </c:v>
                </c:pt>
                <c:pt idx="85">
                  <c:v>-1.5 </c:v>
                </c:pt>
                <c:pt idx="86">
                  <c:v>-1.0 </c:v>
                </c:pt>
                <c:pt idx="87">
                  <c:v>-0.5 </c:v>
                </c:pt>
                <c:pt idx="88">
                  <c:v>0.0 </c:v>
                </c:pt>
                <c:pt idx="89">
                  <c:v>0.5 </c:v>
                </c:pt>
                <c:pt idx="90">
                  <c:v>1.0 </c:v>
                </c:pt>
                <c:pt idx="91">
                  <c:v>1.5 </c:v>
                </c:pt>
                <c:pt idx="92">
                  <c:v>2.0 </c:v>
                </c:pt>
                <c:pt idx="93">
                  <c:v>2.5 </c:v>
                </c:pt>
                <c:pt idx="94">
                  <c:v>3.0 </c:v>
                </c:pt>
                <c:pt idx="95">
                  <c:v>3.5 </c:v>
                </c:pt>
                <c:pt idx="96">
                  <c:v>4.0 </c:v>
                </c:pt>
                <c:pt idx="97">
                  <c:v>4.5 </c:v>
                </c:pt>
                <c:pt idx="98">
                  <c:v>5.0 </c:v>
                </c:pt>
                <c:pt idx="99">
                  <c:v>5.5 </c:v>
                </c:pt>
                <c:pt idx="100">
                  <c:v>6.0 </c:v>
                </c:pt>
                <c:pt idx="101">
                  <c:v>6.5 </c:v>
                </c:pt>
                <c:pt idx="102">
                  <c:v>7.0 </c:v>
                </c:pt>
                <c:pt idx="103">
                  <c:v>7.5 </c:v>
                </c:pt>
                <c:pt idx="104">
                  <c:v>8.0 </c:v>
                </c:pt>
                <c:pt idx="105">
                  <c:v>8.5 </c:v>
                </c:pt>
                <c:pt idx="106">
                  <c:v>9.0 </c:v>
                </c:pt>
                <c:pt idx="107">
                  <c:v>9.5 </c:v>
                </c:pt>
                <c:pt idx="108">
                  <c:v>10.0 </c:v>
                </c:pt>
                <c:pt idx="109">
                  <c:v>10.5 </c:v>
                </c:pt>
                <c:pt idx="110">
                  <c:v>11.0 </c:v>
                </c:pt>
                <c:pt idx="111">
                  <c:v>11.5 </c:v>
                </c:pt>
                <c:pt idx="112">
                  <c:v>12.0 </c:v>
                </c:pt>
                <c:pt idx="113">
                  <c:v>12.5 </c:v>
                </c:pt>
                <c:pt idx="114">
                  <c:v>13.0 </c:v>
                </c:pt>
                <c:pt idx="115">
                  <c:v>13.5 </c:v>
                </c:pt>
                <c:pt idx="116">
                  <c:v>14.0 </c:v>
                </c:pt>
                <c:pt idx="117">
                  <c:v>14.5 </c:v>
                </c:pt>
                <c:pt idx="118">
                  <c:v>15.0 </c:v>
                </c:pt>
                <c:pt idx="119">
                  <c:v>15.5 </c:v>
                </c:pt>
                <c:pt idx="120">
                  <c:v>16.0 </c:v>
                </c:pt>
                <c:pt idx="121">
                  <c:v>16.5 </c:v>
                </c:pt>
                <c:pt idx="122">
                  <c:v>17.0 </c:v>
                </c:pt>
                <c:pt idx="123">
                  <c:v>17.5 </c:v>
                </c:pt>
                <c:pt idx="124">
                  <c:v>18.0 </c:v>
                </c:pt>
                <c:pt idx="125">
                  <c:v>18.5 </c:v>
                </c:pt>
                <c:pt idx="126">
                  <c:v>19.0 </c:v>
                </c:pt>
                <c:pt idx="127">
                  <c:v>19.5 </c:v>
                </c:pt>
                <c:pt idx="128">
                  <c:v>20.0 </c:v>
                </c:pt>
                <c:pt idx="129">
                  <c:v>20.5 </c:v>
                </c:pt>
                <c:pt idx="130">
                  <c:v>21.0 </c:v>
                </c:pt>
                <c:pt idx="131">
                  <c:v>21.5 </c:v>
                </c:pt>
                <c:pt idx="132">
                  <c:v>22.0 </c:v>
                </c:pt>
                <c:pt idx="133">
                  <c:v>22.5 </c:v>
                </c:pt>
                <c:pt idx="134">
                  <c:v>23.0 </c:v>
                </c:pt>
                <c:pt idx="135">
                  <c:v>23.5 </c:v>
                </c:pt>
                <c:pt idx="136">
                  <c:v>24.0 </c:v>
                </c:pt>
                <c:pt idx="137">
                  <c:v>24.5 </c:v>
                </c:pt>
                <c:pt idx="138">
                  <c:v>25.0 </c:v>
                </c:pt>
                <c:pt idx="139">
                  <c:v>25.5 </c:v>
                </c:pt>
                <c:pt idx="140">
                  <c:v>26.0 </c:v>
                </c:pt>
                <c:pt idx="141">
                  <c:v>26.5 </c:v>
                </c:pt>
                <c:pt idx="142">
                  <c:v>27.0 </c:v>
                </c:pt>
                <c:pt idx="143">
                  <c:v>27.5 </c:v>
                </c:pt>
                <c:pt idx="144">
                  <c:v>28.0 </c:v>
                </c:pt>
                <c:pt idx="145">
                  <c:v>28.5 </c:v>
                </c:pt>
                <c:pt idx="146">
                  <c:v>29.0 </c:v>
                </c:pt>
                <c:pt idx="147">
                  <c:v>29.5 </c:v>
                </c:pt>
                <c:pt idx="148">
                  <c:v>30.0 </c:v>
                </c:pt>
                <c:pt idx="149">
                  <c:v>30.5 </c:v>
                </c:pt>
                <c:pt idx="150">
                  <c:v>31.0 </c:v>
                </c:pt>
                <c:pt idx="151">
                  <c:v>31.5 </c:v>
                </c:pt>
                <c:pt idx="152">
                  <c:v>32.0 </c:v>
                </c:pt>
                <c:pt idx="153">
                  <c:v>32.5 </c:v>
                </c:pt>
                <c:pt idx="154">
                  <c:v>33.0 </c:v>
                </c:pt>
                <c:pt idx="155">
                  <c:v>33.5 </c:v>
                </c:pt>
                <c:pt idx="156">
                  <c:v>34.0 </c:v>
                </c:pt>
                <c:pt idx="157">
                  <c:v>34.5 </c:v>
                </c:pt>
                <c:pt idx="158">
                  <c:v>35.0 </c:v>
                </c:pt>
                <c:pt idx="159">
                  <c:v>35.5 </c:v>
                </c:pt>
                <c:pt idx="160">
                  <c:v>36.0 </c:v>
                </c:pt>
                <c:pt idx="161">
                  <c:v>36.5 </c:v>
                </c:pt>
                <c:pt idx="162">
                  <c:v>37.0 </c:v>
                </c:pt>
                <c:pt idx="163">
                  <c:v>37.5 </c:v>
                </c:pt>
                <c:pt idx="164">
                  <c:v>38.0 </c:v>
                </c:pt>
                <c:pt idx="165">
                  <c:v>38.5 </c:v>
                </c:pt>
                <c:pt idx="166">
                  <c:v>39.0 </c:v>
                </c:pt>
                <c:pt idx="167">
                  <c:v>39.5 </c:v>
                </c:pt>
                <c:pt idx="168">
                  <c:v>40.0 </c:v>
                </c:pt>
                <c:pt idx="169">
                  <c:v>40.5 </c:v>
                </c:pt>
                <c:pt idx="170">
                  <c:v>41.0 </c:v>
                </c:pt>
                <c:pt idx="171">
                  <c:v>41.5 </c:v>
                </c:pt>
                <c:pt idx="172">
                  <c:v>42.0 </c:v>
                </c:pt>
                <c:pt idx="173">
                  <c:v>42.5 </c:v>
                </c:pt>
                <c:pt idx="174">
                  <c:v>43.0 </c:v>
                </c:pt>
                <c:pt idx="175">
                  <c:v>43.5 </c:v>
                </c:pt>
                <c:pt idx="176">
                  <c:v>44.0 </c:v>
                </c:pt>
                <c:pt idx="177">
                  <c:v>44.5 </c:v>
                </c:pt>
                <c:pt idx="178">
                  <c:v>45.0 </c:v>
                </c:pt>
                <c:pt idx="179">
                  <c:v>45.5 </c:v>
                </c:pt>
                <c:pt idx="180">
                  <c:v>46.0 </c:v>
                </c:pt>
                <c:pt idx="181">
                  <c:v>46.5 </c:v>
                </c:pt>
                <c:pt idx="182">
                  <c:v>47.0 </c:v>
                </c:pt>
                <c:pt idx="183">
                  <c:v>47.5 </c:v>
                </c:pt>
                <c:pt idx="184">
                  <c:v>48.0 </c:v>
                </c:pt>
                <c:pt idx="185">
                  <c:v>48.5 </c:v>
                </c:pt>
                <c:pt idx="186">
                  <c:v>49.0 </c:v>
                </c:pt>
                <c:pt idx="187">
                  <c:v>49.5 </c:v>
                </c:pt>
                <c:pt idx="188">
                  <c:v>50.0 </c:v>
                </c:pt>
                <c:pt idx="189">
                  <c:v>50.5 </c:v>
                </c:pt>
                <c:pt idx="190">
                  <c:v>51.0 </c:v>
                </c:pt>
                <c:pt idx="191">
                  <c:v>51.5 </c:v>
                </c:pt>
                <c:pt idx="192">
                  <c:v>52.0 </c:v>
                </c:pt>
                <c:pt idx="193">
                  <c:v>52.5 </c:v>
                </c:pt>
                <c:pt idx="194">
                  <c:v>53.0 </c:v>
                </c:pt>
                <c:pt idx="195">
                  <c:v>53.5 </c:v>
                </c:pt>
                <c:pt idx="196">
                  <c:v>54.0 </c:v>
                </c:pt>
                <c:pt idx="197">
                  <c:v>54.5 </c:v>
                </c:pt>
                <c:pt idx="198">
                  <c:v>55.0 </c:v>
                </c:pt>
                <c:pt idx="199">
                  <c:v>55.5 </c:v>
                </c:pt>
                <c:pt idx="200">
                  <c:v>56.0 </c:v>
                </c:pt>
                <c:pt idx="201">
                  <c:v>56.5 </c:v>
                </c:pt>
                <c:pt idx="202">
                  <c:v>57.0 </c:v>
                </c:pt>
                <c:pt idx="203">
                  <c:v>57.5 </c:v>
                </c:pt>
                <c:pt idx="204">
                  <c:v>58.0 </c:v>
                </c:pt>
                <c:pt idx="205">
                  <c:v>58.5 </c:v>
                </c:pt>
                <c:pt idx="206">
                  <c:v>59.0 </c:v>
                </c:pt>
                <c:pt idx="207">
                  <c:v>59.5 </c:v>
                </c:pt>
                <c:pt idx="208">
                  <c:v>60.0 </c:v>
                </c:pt>
                <c:pt idx="209">
                  <c:v>60.5 </c:v>
                </c:pt>
                <c:pt idx="210">
                  <c:v>61.0 </c:v>
                </c:pt>
                <c:pt idx="211">
                  <c:v>61.5 </c:v>
                </c:pt>
                <c:pt idx="212">
                  <c:v>62.0 </c:v>
                </c:pt>
                <c:pt idx="213">
                  <c:v>62.5 </c:v>
                </c:pt>
                <c:pt idx="214">
                  <c:v>63.0 </c:v>
                </c:pt>
                <c:pt idx="215">
                  <c:v>63.5 </c:v>
                </c:pt>
                <c:pt idx="216">
                  <c:v>64.0 </c:v>
                </c:pt>
                <c:pt idx="217">
                  <c:v>64.5 </c:v>
                </c:pt>
                <c:pt idx="218">
                  <c:v>65.0 </c:v>
                </c:pt>
                <c:pt idx="219">
                  <c:v>65.5 </c:v>
                </c:pt>
                <c:pt idx="220">
                  <c:v>66.0 </c:v>
                </c:pt>
                <c:pt idx="221">
                  <c:v>66.5 </c:v>
                </c:pt>
                <c:pt idx="222">
                  <c:v>67.0 </c:v>
                </c:pt>
                <c:pt idx="223">
                  <c:v>67.5 </c:v>
                </c:pt>
                <c:pt idx="224">
                  <c:v>68.0 </c:v>
                </c:pt>
                <c:pt idx="225">
                  <c:v>68.5 </c:v>
                </c:pt>
                <c:pt idx="226">
                  <c:v>69.0 </c:v>
                </c:pt>
                <c:pt idx="227">
                  <c:v>69.5 </c:v>
                </c:pt>
                <c:pt idx="228">
                  <c:v>70.0 </c:v>
                </c:pt>
                <c:pt idx="229">
                  <c:v>70.5 </c:v>
                </c:pt>
                <c:pt idx="230">
                  <c:v>71.0 </c:v>
                </c:pt>
                <c:pt idx="231">
                  <c:v>71.5 </c:v>
                </c:pt>
                <c:pt idx="232">
                  <c:v>72.0 </c:v>
                </c:pt>
                <c:pt idx="233">
                  <c:v>72.5 </c:v>
                </c:pt>
                <c:pt idx="234">
                  <c:v>73.0 </c:v>
                </c:pt>
                <c:pt idx="235">
                  <c:v>73.5 </c:v>
                </c:pt>
                <c:pt idx="236">
                  <c:v>74.0 </c:v>
                </c:pt>
                <c:pt idx="237">
                  <c:v>74.5 </c:v>
                </c:pt>
                <c:pt idx="238">
                  <c:v>75.0 </c:v>
                </c:pt>
                <c:pt idx="239">
                  <c:v>75.5 </c:v>
                </c:pt>
                <c:pt idx="240">
                  <c:v>76.0 </c:v>
                </c:pt>
                <c:pt idx="241">
                  <c:v>76.5 </c:v>
                </c:pt>
                <c:pt idx="242">
                  <c:v>77.0 </c:v>
                </c:pt>
                <c:pt idx="243">
                  <c:v>77.5 </c:v>
                </c:pt>
                <c:pt idx="244">
                  <c:v>78.0 </c:v>
                </c:pt>
                <c:pt idx="245">
                  <c:v>78.5 </c:v>
                </c:pt>
                <c:pt idx="246">
                  <c:v>79.0 </c:v>
                </c:pt>
                <c:pt idx="247">
                  <c:v>79.5 </c:v>
                </c:pt>
                <c:pt idx="248">
                  <c:v>80.0 </c:v>
                </c:pt>
                <c:pt idx="249">
                  <c:v>80.5 </c:v>
                </c:pt>
                <c:pt idx="250">
                  <c:v>81.0 </c:v>
                </c:pt>
                <c:pt idx="251">
                  <c:v>81.5 </c:v>
                </c:pt>
                <c:pt idx="252">
                  <c:v>82.0 </c:v>
                </c:pt>
                <c:pt idx="253">
                  <c:v>82.5 </c:v>
                </c:pt>
                <c:pt idx="254">
                  <c:v>83.0 </c:v>
                </c:pt>
                <c:pt idx="255">
                  <c:v>83.5 </c:v>
                </c:pt>
                <c:pt idx="256">
                  <c:v>84.0 </c:v>
                </c:pt>
                <c:pt idx="257">
                  <c:v>84.5 </c:v>
                </c:pt>
                <c:pt idx="258">
                  <c:v>85.0 </c:v>
                </c:pt>
                <c:pt idx="259">
                  <c:v>85.5 </c:v>
                </c:pt>
                <c:pt idx="260">
                  <c:v>86.0 </c:v>
                </c:pt>
                <c:pt idx="261">
                  <c:v>86.5 </c:v>
                </c:pt>
                <c:pt idx="262">
                  <c:v>87.0 </c:v>
                </c:pt>
                <c:pt idx="263">
                  <c:v>87.5 </c:v>
                </c:pt>
                <c:pt idx="264">
                  <c:v>88.0 </c:v>
                </c:pt>
                <c:pt idx="265">
                  <c:v>88.5 </c:v>
                </c:pt>
                <c:pt idx="266">
                  <c:v>89.0 </c:v>
                </c:pt>
                <c:pt idx="267">
                  <c:v>89.5 </c:v>
                </c:pt>
                <c:pt idx="268">
                  <c:v>90.0 </c:v>
                </c:pt>
                <c:pt idx="269">
                  <c:v>90.5 </c:v>
                </c:pt>
                <c:pt idx="270">
                  <c:v>91.0 </c:v>
                </c:pt>
                <c:pt idx="271">
                  <c:v>91.5 </c:v>
                </c:pt>
                <c:pt idx="272">
                  <c:v>92.0 </c:v>
                </c:pt>
                <c:pt idx="273">
                  <c:v>92.5 </c:v>
                </c:pt>
                <c:pt idx="274">
                  <c:v>93.0 </c:v>
                </c:pt>
                <c:pt idx="275">
                  <c:v>93.5 </c:v>
                </c:pt>
                <c:pt idx="276">
                  <c:v>94.0 </c:v>
                </c:pt>
                <c:pt idx="277">
                  <c:v>94.5 </c:v>
                </c:pt>
                <c:pt idx="278">
                  <c:v>95.0 </c:v>
                </c:pt>
                <c:pt idx="279">
                  <c:v>95.5 </c:v>
                </c:pt>
                <c:pt idx="280">
                  <c:v>96.0 </c:v>
                </c:pt>
                <c:pt idx="281">
                  <c:v>96.5 </c:v>
                </c:pt>
                <c:pt idx="282">
                  <c:v>97.0 </c:v>
                </c:pt>
                <c:pt idx="283">
                  <c:v>97.5 </c:v>
                </c:pt>
                <c:pt idx="284">
                  <c:v>98.0 </c:v>
                </c:pt>
                <c:pt idx="285">
                  <c:v>98.5 </c:v>
                </c:pt>
                <c:pt idx="286">
                  <c:v>99.0 </c:v>
                </c:pt>
                <c:pt idx="287">
                  <c:v>99.5 </c:v>
                </c:pt>
                <c:pt idx="288">
                  <c:v>100.0 </c:v>
                </c:pt>
                <c:pt idx="289">
                  <c:v>100.5 </c:v>
                </c:pt>
                <c:pt idx="290">
                  <c:v>101.0 </c:v>
                </c:pt>
                <c:pt idx="291">
                  <c:v>101.5 </c:v>
                </c:pt>
                <c:pt idx="292">
                  <c:v>102.0 </c:v>
                </c:pt>
                <c:pt idx="293">
                  <c:v>102.5 </c:v>
                </c:pt>
                <c:pt idx="294">
                  <c:v>103.0 </c:v>
                </c:pt>
                <c:pt idx="295">
                  <c:v>103.5 </c:v>
                </c:pt>
                <c:pt idx="296">
                  <c:v>104.0 </c:v>
                </c:pt>
                <c:pt idx="297">
                  <c:v>104.5 </c:v>
                </c:pt>
                <c:pt idx="298">
                  <c:v>105.0 </c:v>
                </c:pt>
                <c:pt idx="299">
                  <c:v>105.5 </c:v>
                </c:pt>
                <c:pt idx="300">
                  <c:v>106.0 </c:v>
                </c:pt>
                <c:pt idx="301">
                  <c:v>106.5 </c:v>
                </c:pt>
                <c:pt idx="302">
                  <c:v>107.0 </c:v>
                </c:pt>
                <c:pt idx="303">
                  <c:v>107.5 </c:v>
                </c:pt>
                <c:pt idx="304">
                  <c:v>108.0 </c:v>
                </c:pt>
                <c:pt idx="305">
                  <c:v>108.5 </c:v>
                </c:pt>
                <c:pt idx="306">
                  <c:v>109.0 </c:v>
                </c:pt>
                <c:pt idx="307">
                  <c:v>109.5 </c:v>
                </c:pt>
                <c:pt idx="308">
                  <c:v>110.0 </c:v>
                </c:pt>
                <c:pt idx="309">
                  <c:v>110.5 </c:v>
                </c:pt>
                <c:pt idx="310">
                  <c:v>111.0 </c:v>
                </c:pt>
                <c:pt idx="311">
                  <c:v>111.5 </c:v>
                </c:pt>
                <c:pt idx="312">
                  <c:v>112.0 </c:v>
                </c:pt>
                <c:pt idx="313">
                  <c:v>112.5 </c:v>
                </c:pt>
                <c:pt idx="314">
                  <c:v>113.0 </c:v>
                </c:pt>
                <c:pt idx="315">
                  <c:v>113.5 </c:v>
                </c:pt>
                <c:pt idx="316">
                  <c:v>114.0 </c:v>
                </c:pt>
                <c:pt idx="317">
                  <c:v>114.5 </c:v>
                </c:pt>
                <c:pt idx="318">
                  <c:v>115.0 </c:v>
                </c:pt>
                <c:pt idx="319">
                  <c:v>115.5 </c:v>
                </c:pt>
                <c:pt idx="320">
                  <c:v>116.0 </c:v>
                </c:pt>
                <c:pt idx="321">
                  <c:v>116.5 </c:v>
                </c:pt>
                <c:pt idx="322">
                  <c:v>117.0 </c:v>
                </c:pt>
                <c:pt idx="323">
                  <c:v>117.5 </c:v>
                </c:pt>
                <c:pt idx="324">
                  <c:v>118.0 </c:v>
                </c:pt>
                <c:pt idx="325">
                  <c:v>118.5 </c:v>
                </c:pt>
                <c:pt idx="326">
                  <c:v>119.0 </c:v>
                </c:pt>
                <c:pt idx="327">
                  <c:v>119.5 </c:v>
                </c:pt>
                <c:pt idx="328">
                  <c:v>120.0 </c:v>
                </c:pt>
                <c:pt idx="329">
                  <c:v>120.5 </c:v>
                </c:pt>
                <c:pt idx="330">
                  <c:v>121.0 </c:v>
                </c:pt>
                <c:pt idx="331">
                  <c:v>121.5 </c:v>
                </c:pt>
                <c:pt idx="332">
                  <c:v>122.0 </c:v>
                </c:pt>
                <c:pt idx="333">
                  <c:v>122.5 </c:v>
                </c:pt>
                <c:pt idx="334">
                  <c:v>123.0 </c:v>
                </c:pt>
                <c:pt idx="335">
                  <c:v>123.5 </c:v>
                </c:pt>
                <c:pt idx="336">
                  <c:v>124.0 </c:v>
                </c:pt>
                <c:pt idx="337">
                  <c:v>124.5 </c:v>
                </c:pt>
                <c:pt idx="338">
                  <c:v>125.0 </c:v>
                </c:pt>
                <c:pt idx="339">
                  <c:v>125.5 </c:v>
                </c:pt>
                <c:pt idx="340">
                  <c:v>126.0 </c:v>
                </c:pt>
                <c:pt idx="341">
                  <c:v>126.5 </c:v>
                </c:pt>
                <c:pt idx="342">
                  <c:v>127.0 </c:v>
                </c:pt>
                <c:pt idx="343">
                  <c:v>127.5 </c:v>
                </c:pt>
                <c:pt idx="344">
                  <c:v>128.0 </c:v>
                </c:pt>
                <c:pt idx="345">
                  <c:v>128.5 </c:v>
                </c:pt>
                <c:pt idx="346">
                  <c:v>129.0 </c:v>
                </c:pt>
                <c:pt idx="347">
                  <c:v>129.5 </c:v>
                </c:pt>
                <c:pt idx="348">
                  <c:v>130.0 </c:v>
                </c:pt>
                <c:pt idx="349">
                  <c:v>130.5 </c:v>
                </c:pt>
                <c:pt idx="350">
                  <c:v>131.0 </c:v>
                </c:pt>
                <c:pt idx="351">
                  <c:v>131.5 </c:v>
                </c:pt>
                <c:pt idx="352">
                  <c:v>132.0 </c:v>
                </c:pt>
                <c:pt idx="353">
                  <c:v>132.5 </c:v>
                </c:pt>
                <c:pt idx="354">
                  <c:v>133.0 </c:v>
                </c:pt>
                <c:pt idx="355">
                  <c:v>133.5 </c:v>
                </c:pt>
                <c:pt idx="356">
                  <c:v>134.0 </c:v>
                </c:pt>
                <c:pt idx="357">
                  <c:v>134.5 </c:v>
                </c:pt>
                <c:pt idx="358">
                  <c:v>135.0 </c:v>
                </c:pt>
                <c:pt idx="359">
                  <c:v>135.5 </c:v>
                </c:pt>
                <c:pt idx="360">
                  <c:v>136.0 </c:v>
                </c:pt>
                <c:pt idx="361">
                  <c:v>136.5 </c:v>
                </c:pt>
                <c:pt idx="362">
                  <c:v>137.0 </c:v>
                </c:pt>
                <c:pt idx="363">
                  <c:v>137.5 </c:v>
                </c:pt>
                <c:pt idx="364">
                  <c:v>138.0 </c:v>
                </c:pt>
                <c:pt idx="365">
                  <c:v>138.5 </c:v>
                </c:pt>
                <c:pt idx="366">
                  <c:v>139.0 </c:v>
                </c:pt>
                <c:pt idx="367">
                  <c:v>139.5 </c:v>
                </c:pt>
                <c:pt idx="368">
                  <c:v>140.0 </c:v>
                </c:pt>
                <c:pt idx="369">
                  <c:v>140.5 </c:v>
                </c:pt>
                <c:pt idx="370">
                  <c:v>141.0 </c:v>
                </c:pt>
                <c:pt idx="371">
                  <c:v>141.5 </c:v>
                </c:pt>
                <c:pt idx="372">
                  <c:v>142.0 </c:v>
                </c:pt>
                <c:pt idx="373">
                  <c:v>142.5 </c:v>
                </c:pt>
                <c:pt idx="374">
                  <c:v>143.0 </c:v>
                </c:pt>
                <c:pt idx="375">
                  <c:v>143.5 </c:v>
                </c:pt>
                <c:pt idx="376">
                  <c:v>144.0 </c:v>
                </c:pt>
                <c:pt idx="377">
                  <c:v>144.5 </c:v>
                </c:pt>
                <c:pt idx="378">
                  <c:v>145.0 </c:v>
                </c:pt>
                <c:pt idx="379">
                  <c:v>145.5 </c:v>
                </c:pt>
                <c:pt idx="380">
                  <c:v>146.0 </c:v>
                </c:pt>
                <c:pt idx="381">
                  <c:v>146.5 </c:v>
                </c:pt>
                <c:pt idx="382">
                  <c:v>147.0 </c:v>
                </c:pt>
                <c:pt idx="383">
                  <c:v>147.5 </c:v>
                </c:pt>
                <c:pt idx="384">
                  <c:v>148.0 </c:v>
                </c:pt>
                <c:pt idx="385">
                  <c:v>148.5 </c:v>
                </c:pt>
                <c:pt idx="386">
                  <c:v>149.0 </c:v>
                </c:pt>
                <c:pt idx="387">
                  <c:v>149.5 </c:v>
                </c:pt>
                <c:pt idx="388">
                  <c:v>150.0 </c:v>
                </c:pt>
                <c:pt idx="389">
                  <c:v>150.5 </c:v>
                </c:pt>
                <c:pt idx="390">
                  <c:v>151.0 </c:v>
                </c:pt>
                <c:pt idx="391">
                  <c:v>151.5 </c:v>
                </c:pt>
                <c:pt idx="392">
                  <c:v>152.0 </c:v>
                </c:pt>
                <c:pt idx="393">
                  <c:v>152.5 </c:v>
                </c:pt>
                <c:pt idx="394">
                  <c:v>153.0 </c:v>
                </c:pt>
                <c:pt idx="395">
                  <c:v>153.5 </c:v>
                </c:pt>
                <c:pt idx="396">
                  <c:v>154.0 </c:v>
                </c:pt>
                <c:pt idx="397">
                  <c:v>154.5 </c:v>
                </c:pt>
                <c:pt idx="398">
                  <c:v>155.0 </c:v>
                </c:pt>
                <c:pt idx="399">
                  <c:v>155.5 </c:v>
                </c:pt>
                <c:pt idx="400">
                  <c:v>156.0 </c:v>
                </c:pt>
                <c:pt idx="401">
                  <c:v>156.5 </c:v>
                </c:pt>
                <c:pt idx="402">
                  <c:v>157.0 </c:v>
                </c:pt>
                <c:pt idx="403">
                  <c:v>157.5 </c:v>
                </c:pt>
                <c:pt idx="404">
                  <c:v>158.0 </c:v>
                </c:pt>
                <c:pt idx="405">
                  <c:v>158.5 </c:v>
                </c:pt>
                <c:pt idx="406">
                  <c:v>159.0 </c:v>
                </c:pt>
                <c:pt idx="407">
                  <c:v>159.5 </c:v>
                </c:pt>
                <c:pt idx="408">
                  <c:v>160.0 </c:v>
                </c:pt>
                <c:pt idx="409">
                  <c:v>160.5 </c:v>
                </c:pt>
                <c:pt idx="410">
                  <c:v>161.0 </c:v>
                </c:pt>
                <c:pt idx="411">
                  <c:v>161.5 </c:v>
                </c:pt>
                <c:pt idx="412">
                  <c:v>162.0 </c:v>
                </c:pt>
                <c:pt idx="413">
                  <c:v>162.5 </c:v>
                </c:pt>
                <c:pt idx="414">
                  <c:v>163.0 </c:v>
                </c:pt>
                <c:pt idx="415">
                  <c:v>163.5 </c:v>
                </c:pt>
                <c:pt idx="416">
                  <c:v>164.0 </c:v>
                </c:pt>
                <c:pt idx="417">
                  <c:v>164.5 </c:v>
                </c:pt>
                <c:pt idx="418">
                  <c:v>165.0 </c:v>
                </c:pt>
                <c:pt idx="419">
                  <c:v>165.5 </c:v>
                </c:pt>
                <c:pt idx="420">
                  <c:v>166.0 </c:v>
                </c:pt>
                <c:pt idx="421">
                  <c:v>166.5 </c:v>
                </c:pt>
                <c:pt idx="422">
                  <c:v>167.0 </c:v>
                </c:pt>
                <c:pt idx="423">
                  <c:v>167.5 </c:v>
                </c:pt>
                <c:pt idx="424">
                  <c:v>168.0 </c:v>
                </c:pt>
                <c:pt idx="425">
                  <c:v>168.5 </c:v>
                </c:pt>
                <c:pt idx="426">
                  <c:v>169.0 </c:v>
                </c:pt>
                <c:pt idx="427">
                  <c:v>169.5 </c:v>
                </c:pt>
                <c:pt idx="428">
                  <c:v>170.0 </c:v>
                </c:pt>
                <c:pt idx="429">
                  <c:v>170.5 </c:v>
                </c:pt>
                <c:pt idx="430">
                  <c:v>171.0 </c:v>
                </c:pt>
                <c:pt idx="431">
                  <c:v>171.5 </c:v>
                </c:pt>
                <c:pt idx="432">
                  <c:v>172.0 </c:v>
                </c:pt>
                <c:pt idx="433">
                  <c:v>172.5 </c:v>
                </c:pt>
                <c:pt idx="434">
                  <c:v>173.0 </c:v>
                </c:pt>
                <c:pt idx="435">
                  <c:v>173.5 </c:v>
                </c:pt>
                <c:pt idx="436">
                  <c:v>174.0 </c:v>
                </c:pt>
                <c:pt idx="437">
                  <c:v>174.5 </c:v>
                </c:pt>
                <c:pt idx="438">
                  <c:v>175.0 </c:v>
                </c:pt>
                <c:pt idx="439">
                  <c:v>175.5 </c:v>
                </c:pt>
                <c:pt idx="440">
                  <c:v>176.0 </c:v>
                </c:pt>
                <c:pt idx="441">
                  <c:v>176.5 </c:v>
                </c:pt>
                <c:pt idx="442">
                  <c:v>177.0 </c:v>
                </c:pt>
                <c:pt idx="443">
                  <c:v>177.5 </c:v>
                </c:pt>
                <c:pt idx="444">
                  <c:v>178.0 </c:v>
                </c:pt>
                <c:pt idx="445">
                  <c:v>178.5 </c:v>
                </c:pt>
                <c:pt idx="446">
                  <c:v>179.0 </c:v>
                </c:pt>
                <c:pt idx="447">
                  <c:v>179.5 </c:v>
                </c:pt>
                <c:pt idx="448">
                  <c:v>180.0 </c:v>
                </c:pt>
                <c:pt idx="449">
                  <c:v>180.5 </c:v>
                </c:pt>
                <c:pt idx="450">
                  <c:v>181.0 </c:v>
                </c:pt>
                <c:pt idx="451">
                  <c:v>181.5 </c:v>
                </c:pt>
                <c:pt idx="452">
                  <c:v>182.0 </c:v>
                </c:pt>
                <c:pt idx="453">
                  <c:v>182.5 </c:v>
                </c:pt>
                <c:pt idx="454">
                  <c:v>183.0 </c:v>
                </c:pt>
                <c:pt idx="455">
                  <c:v>183.5 </c:v>
                </c:pt>
                <c:pt idx="456">
                  <c:v>184.0 </c:v>
                </c:pt>
                <c:pt idx="457">
                  <c:v>184.5 </c:v>
                </c:pt>
                <c:pt idx="458">
                  <c:v>185.0 </c:v>
                </c:pt>
                <c:pt idx="459">
                  <c:v>185.5 </c:v>
                </c:pt>
                <c:pt idx="460">
                  <c:v>186.0 </c:v>
                </c:pt>
                <c:pt idx="461">
                  <c:v>186.5 </c:v>
                </c:pt>
                <c:pt idx="462">
                  <c:v>187.0 </c:v>
                </c:pt>
                <c:pt idx="463">
                  <c:v>187.5 </c:v>
                </c:pt>
                <c:pt idx="464">
                  <c:v>188.0 </c:v>
                </c:pt>
                <c:pt idx="465">
                  <c:v>188.5 </c:v>
                </c:pt>
                <c:pt idx="466">
                  <c:v>189.0 </c:v>
                </c:pt>
                <c:pt idx="467">
                  <c:v>189.5 </c:v>
                </c:pt>
                <c:pt idx="468">
                  <c:v>190.0 </c:v>
                </c:pt>
                <c:pt idx="469">
                  <c:v>190.5 </c:v>
                </c:pt>
                <c:pt idx="470">
                  <c:v>191.0 </c:v>
                </c:pt>
                <c:pt idx="471">
                  <c:v>191.5 </c:v>
                </c:pt>
                <c:pt idx="472">
                  <c:v>192.0 </c:v>
                </c:pt>
                <c:pt idx="473">
                  <c:v>192.5 </c:v>
                </c:pt>
                <c:pt idx="474">
                  <c:v>193.0 </c:v>
                </c:pt>
                <c:pt idx="475">
                  <c:v>193.5 </c:v>
                </c:pt>
                <c:pt idx="476">
                  <c:v>194.0 </c:v>
                </c:pt>
                <c:pt idx="477">
                  <c:v>194.5 </c:v>
                </c:pt>
                <c:pt idx="478">
                  <c:v>195.0 </c:v>
                </c:pt>
                <c:pt idx="479">
                  <c:v>195.5 </c:v>
                </c:pt>
                <c:pt idx="480">
                  <c:v>196.0 </c:v>
                </c:pt>
                <c:pt idx="481">
                  <c:v>196.5 </c:v>
                </c:pt>
                <c:pt idx="482">
                  <c:v>197.0 </c:v>
                </c:pt>
                <c:pt idx="483">
                  <c:v>197.5 </c:v>
                </c:pt>
                <c:pt idx="484">
                  <c:v>198.0 </c:v>
                </c:pt>
                <c:pt idx="485">
                  <c:v>198.5 </c:v>
                </c:pt>
                <c:pt idx="486">
                  <c:v>199.0 </c:v>
                </c:pt>
                <c:pt idx="487">
                  <c:v>199.5 </c:v>
                </c:pt>
                <c:pt idx="488">
                  <c:v>200.0 </c:v>
                </c:pt>
                <c:pt idx="489">
                  <c:v>200.5 </c:v>
                </c:pt>
                <c:pt idx="490">
                  <c:v>201.0 </c:v>
                </c:pt>
                <c:pt idx="491">
                  <c:v>201.5 </c:v>
                </c:pt>
                <c:pt idx="492">
                  <c:v>202.0 </c:v>
                </c:pt>
                <c:pt idx="493">
                  <c:v>202.5 </c:v>
                </c:pt>
                <c:pt idx="494">
                  <c:v>203.0 </c:v>
                </c:pt>
                <c:pt idx="495">
                  <c:v>203.5 </c:v>
                </c:pt>
                <c:pt idx="496">
                  <c:v>204.0 </c:v>
                </c:pt>
                <c:pt idx="497">
                  <c:v>204.5 </c:v>
                </c:pt>
                <c:pt idx="498">
                  <c:v>205.0 </c:v>
                </c:pt>
                <c:pt idx="499">
                  <c:v>205.5 </c:v>
                </c:pt>
                <c:pt idx="500">
                  <c:v>206.0 </c:v>
                </c:pt>
                <c:pt idx="501">
                  <c:v>206.5 </c:v>
                </c:pt>
                <c:pt idx="502">
                  <c:v>207.0 </c:v>
                </c:pt>
                <c:pt idx="503">
                  <c:v>207.5 </c:v>
                </c:pt>
                <c:pt idx="504">
                  <c:v>208.0 </c:v>
                </c:pt>
                <c:pt idx="505">
                  <c:v>208.5 </c:v>
                </c:pt>
                <c:pt idx="506">
                  <c:v>209.0 </c:v>
                </c:pt>
                <c:pt idx="507">
                  <c:v>209.5 </c:v>
                </c:pt>
                <c:pt idx="508">
                  <c:v>210.0 </c:v>
                </c:pt>
                <c:pt idx="509">
                  <c:v>210.5 </c:v>
                </c:pt>
                <c:pt idx="510">
                  <c:v>211.0 </c:v>
                </c:pt>
                <c:pt idx="511">
                  <c:v>211.5 </c:v>
                </c:pt>
                <c:pt idx="512">
                  <c:v>212.0 </c:v>
                </c:pt>
                <c:pt idx="513">
                  <c:v>212.5 </c:v>
                </c:pt>
                <c:pt idx="514">
                  <c:v>213.0 </c:v>
                </c:pt>
                <c:pt idx="515">
                  <c:v>213.5 </c:v>
                </c:pt>
                <c:pt idx="516">
                  <c:v>214.0 </c:v>
                </c:pt>
                <c:pt idx="517">
                  <c:v>214.5 </c:v>
                </c:pt>
                <c:pt idx="518">
                  <c:v>215.0 </c:v>
                </c:pt>
                <c:pt idx="519">
                  <c:v>215.5 </c:v>
                </c:pt>
                <c:pt idx="520">
                  <c:v>216.0 </c:v>
                </c:pt>
                <c:pt idx="521">
                  <c:v>216.5 </c:v>
                </c:pt>
                <c:pt idx="522">
                  <c:v>217.0 </c:v>
                </c:pt>
                <c:pt idx="523">
                  <c:v>217.5 </c:v>
                </c:pt>
                <c:pt idx="524">
                  <c:v>218.0 </c:v>
                </c:pt>
                <c:pt idx="525">
                  <c:v>218.5 </c:v>
                </c:pt>
                <c:pt idx="526">
                  <c:v>219.0 </c:v>
                </c:pt>
                <c:pt idx="527">
                  <c:v>219.5 </c:v>
                </c:pt>
                <c:pt idx="528">
                  <c:v>220.0 </c:v>
                </c:pt>
                <c:pt idx="529">
                  <c:v>220.5 </c:v>
                </c:pt>
                <c:pt idx="530">
                  <c:v>221.0 </c:v>
                </c:pt>
                <c:pt idx="531">
                  <c:v>221.5 </c:v>
                </c:pt>
                <c:pt idx="532">
                  <c:v>222.0 </c:v>
                </c:pt>
                <c:pt idx="533">
                  <c:v>222.5 </c:v>
                </c:pt>
                <c:pt idx="534">
                  <c:v>223.0 </c:v>
                </c:pt>
                <c:pt idx="535">
                  <c:v>223.5 </c:v>
                </c:pt>
                <c:pt idx="536">
                  <c:v>224.0 </c:v>
                </c:pt>
                <c:pt idx="537">
                  <c:v>224.5 </c:v>
                </c:pt>
                <c:pt idx="538">
                  <c:v>225.0 </c:v>
                </c:pt>
                <c:pt idx="539">
                  <c:v>225.5 </c:v>
                </c:pt>
                <c:pt idx="540">
                  <c:v>226.0 </c:v>
                </c:pt>
                <c:pt idx="541">
                  <c:v>226.5 </c:v>
                </c:pt>
                <c:pt idx="542">
                  <c:v>227.0 </c:v>
                </c:pt>
                <c:pt idx="543">
                  <c:v>227.5 </c:v>
                </c:pt>
                <c:pt idx="544">
                  <c:v>228.0 </c:v>
                </c:pt>
                <c:pt idx="545">
                  <c:v>228.5 </c:v>
                </c:pt>
                <c:pt idx="546">
                  <c:v>229.0 </c:v>
                </c:pt>
                <c:pt idx="547">
                  <c:v>229.5 </c:v>
                </c:pt>
                <c:pt idx="548">
                  <c:v>230.0 </c:v>
                </c:pt>
                <c:pt idx="549">
                  <c:v>230.5 </c:v>
                </c:pt>
                <c:pt idx="550">
                  <c:v>231.0 </c:v>
                </c:pt>
                <c:pt idx="551">
                  <c:v>231.5 </c:v>
                </c:pt>
                <c:pt idx="552">
                  <c:v>232.0 </c:v>
                </c:pt>
                <c:pt idx="553">
                  <c:v>232.5 </c:v>
                </c:pt>
                <c:pt idx="554">
                  <c:v>233.0 </c:v>
                </c:pt>
                <c:pt idx="555">
                  <c:v>233.5 </c:v>
                </c:pt>
                <c:pt idx="556">
                  <c:v>234.0 </c:v>
                </c:pt>
                <c:pt idx="557">
                  <c:v>234.5 </c:v>
                </c:pt>
                <c:pt idx="558">
                  <c:v>235.0 </c:v>
                </c:pt>
                <c:pt idx="559">
                  <c:v>235.5 </c:v>
                </c:pt>
                <c:pt idx="560">
                  <c:v>236.0 </c:v>
                </c:pt>
                <c:pt idx="561">
                  <c:v>236.5 </c:v>
                </c:pt>
                <c:pt idx="562">
                  <c:v>237.0 </c:v>
                </c:pt>
                <c:pt idx="563">
                  <c:v>237.5 </c:v>
                </c:pt>
                <c:pt idx="564">
                  <c:v>238.0 </c:v>
                </c:pt>
                <c:pt idx="565">
                  <c:v>238.5 </c:v>
                </c:pt>
                <c:pt idx="566">
                  <c:v>239.0 </c:v>
                </c:pt>
                <c:pt idx="567">
                  <c:v>239.5 </c:v>
                </c:pt>
                <c:pt idx="568">
                  <c:v>240.0 </c:v>
                </c:pt>
                <c:pt idx="569">
                  <c:v>240.5 </c:v>
                </c:pt>
                <c:pt idx="570">
                  <c:v>241.0 </c:v>
                </c:pt>
                <c:pt idx="571">
                  <c:v>241.5 </c:v>
                </c:pt>
                <c:pt idx="572">
                  <c:v>242.0 </c:v>
                </c:pt>
                <c:pt idx="573">
                  <c:v>242.5 </c:v>
                </c:pt>
                <c:pt idx="574">
                  <c:v>243.0 </c:v>
                </c:pt>
                <c:pt idx="575">
                  <c:v>243.5 </c:v>
                </c:pt>
                <c:pt idx="576">
                  <c:v>244.0 </c:v>
                </c:pt>
                <c:pt idx="577">
                  <c:v>244.5 </c:v>
                </c:pt>
                <c:pt idx="578">
                  <c:v>245.0 </c:v>
                </c:pt>
                <c:pt idx="579">
                  <c:v>245.5 </c:v>
                </c:pt>
                <c:pt idx="580">
                  <c:v>246.0 </c:v>
                </c:pt>
                <c:pt idx="581">
                  <c:v>246.5 </c:v>
                </c:pt>
                <c:pt idx="582">
                  <c:v>247.0 </c:v>
                </c:pt>
                <c:pt idx="583">
                  <c:v>247.5 </c:v>
                </c:pt>
                <c:pt idx="584">
                  <c:v>248.0 </c:v>
                </c:pt>
                <c:pt idx="585">
                  <c:v>248.5 </c:v>
                </c:pt>
                <c:pt idx="586">
                  <c:v>249.0 </c:v>
                </c:pt>
                <c:pt idx="587">
                  <c:v>249.5 </c:v>
                </c:pt>
                <c:pt idx="588">
                  <c:v>250.0 </c:v>
                </c:pt>
                <c:pt idx="589">
                  <c:v>250.5 </c:v>
                </c:pt>
                <c:pt idx="590">
                  <c:v>251.0 </c:v>
                </c:pt>
                <c:pt idx="591">
                  <c:v>251.5 </c:v>
                </c:pt>
                <c:pt idx="592">
                  <c:v>252.0 </c:v>
                </c:pt>
                <c:pt idx="593">
                  <c:v>252.5 </c:v>
                </c:pt>
                <c:pt idx="594">
                  <c:v>253.0 </c:v>
                </c:pt>
                <c:pt idx="595">
                  <c:v>253.5 </c:v>
                </c:pt>
                <c:pt idx="596">
                  <c:v>254.0 </c:v>
                </c:pt>
                <c:pt idx="597">
                  <c:v>254.5 </c:v>
                </c:pt>
                <c:pt idx="598">
                  <c:v>255.0 </c:v>
                </c:pt>
                <c:pt idx="599">
                  <c:v>255.5 </c:v>
                </c:pt>
                <c:pt idx="600">
                  <c:v>256.0 </c:v>
                </c:pt>
                <c:pt idx="601">
                  <c:v>256.5 </c:v>
                </c:pt>
                <c:pt idx="602">
                  <c:v>257.0 </c:v>
                </c:pt>
                <c:pt idx="603">
                  <c:v>257.5 </c:v>
                </c:pt>
                <c:pt idx="604">
                  <c:v>258.0 </c:v>
                </c:pt>
                <c:pt idx="605">
                  <c:v>258.5 </c:v>
                </c:pt>
                <c:pt idx="606">
                  <c:v>259.0 </c:v>
                </c:pt>
                <c:pt idx="607">
                  <c:v>259.5 </c:v>
                </c:pt>
                <c:pt idx="608">
                  <c:v>260.0 </c:v>
                </c:pt>
                <c:pt idx="609">
                  <c:v>260.5 </c:v>
                </c:pt>
                <c:pt idx="610">
                  <c:v>261.0 </c:v>
                </c:pt>
                <c:pt idx="611">
                  <c:v>261.5 </c:v>
                </c:pt>
                <c:pt idx="612">
                  <c:v>262.0 </c:v>
                </c:pt>
                <c:pt idx="613">
                  <c:v>262.5 </c:v>
                </c:pt>
                <c:pt idx="614">
                  <c:v>23.0 </c:v>
                </c:pt>
                <c:pt idx="615">
                  <c:v>263.5 </c:v>
                </c:pt>
                <c:pt idx="616">
                  <c:v>264.0 </c:v>
                </c:pt>
                <c:pt idx="617">
                  <c:v>264.5 </c:v>
                </c:pt>
                <c:pt idx="618">
                  <c:v>265.0 </c:v>
                </c:pt>
                <c:pt idx="619">
                  <c:v>265.5 </c:v>
                </c:pt>
                <c:pt idx="620">
                  <c:v>266.0 </c:v>
                </c:pt>
                <c:pt idx="621">
                  <c:v>266.5 </c:v>
                </c:pt>
                <c:pt idx="622">
                  <c:v>267.0 </c:v>
                </c:pt>
                <c:pt idx="623">
                  <c:v>267.5 </c:v>
                </c:pt>
                <c:pt idx="624">
                  <c:v>268.0 </c:v>
                </c:pt>
                <c:pt idx="625">
                  <c:v>268.5 </c:v>
                </c:pt>
                <c:pt idx="626">
                  <c:v>269.0 </c:v>
                </c:pt>
                <c:pt idx="627">
                  <c:v>269.5 </c:v>
                </c:pt>
                <c:pt idx="628">
                  <c:v>270.0 </c:v>
                </c:pt>
                <c:pt idx="629">
                  <c:v>270.5 </c:v>
                </c:pt>
                <c:pt idx="630">
                  <c:v>271.0 </c:v>
                </c:pt>
                <c:pt idx="631">
                  <c:v>271.5 </c:v>
                </c:pt>
                <c:pt idx="632">
                  <c:v>272.0 </c:v>
                </c:pt>
                <c:pt idx="633">
                  <c:v>272.5 </c:v>
                </c:pt>
                <c:pt idx="634">
                  <c:v>273.0 </c:v>
                </c:pt>
                <c:pt idx="635">
                  <c:v>273.5 </c:v>
                </c:pt>
                <c:pt idx="636">
                  <c:v>274.0 </c:v>
                </c:pt>
                <c:pt idx="637">
                  <c:v>274.5 </c:v>
                </c:pt>
                <c:pt idx="638">
                  <c:v>275.0 </c:v>
                </c:pt>
                <c:pt idx="639">
                  <c:v>275.5 </c:v>
                </c:pt>
                <c:pt idx="640">
                  <c:v>276.0 </c:v>
                </c:pt>
                <c:pt idx="641">
                  <c:v>276.5 </c:v>
                </c:pt>
                <c:pt idx="642">
                  <c:v>277.0 </c:v>
                </c:pt>
                <c:pt idx="643">
                  <c:v>277.5 </c:v>
                </c:pt>
                <c:pt idx="644">
                  <c:v>278.0 </c:v>
                </c:pt>
                <c:pt idx="645">
                  <c:v>278.5 </c:v>
                </c:pt>
                <c:pt idx="646">
                  <c:v>279.0 </c:v>
                </c:pt>
                <c:pt idx="647">
                  <c:v>279.5 </c:v>
                </c:pt>
                <c:pt idx="648">
                  <c:v>280.0 </c:v>
                </c:pt>
                <c:pt idx="649">
                  <c:v>280.5 </c:v>
                </c:pt>
                <c:pt idx="650">
                  <c:v>281.0 </c:v>
                </c:pt>
                <c:pt idx="651">
                  <c:v>281.5 </c:v>
                </c:pt>
                <c:pt idx="652">
                  <c:v>282.0 </c:v>
                </c:pt>
                <c:pt idx="653">
                  <c:v>282.5 </c:v>
                </c:pt>
                <c:pt idx="654">
                  <c:v>283.0 </c:v>
                </c:pt>
                <c:pt idx="655">
                  <c:v>283.5 </c:v>
                </c:pt>
                <c:pt idx="656">
                  <c:v>284.0 </c:v>
                </c:pt>
                <c:pt idx="657">
                  <c:v>284.5 </c:v>
                </c:pt>
                <c:pt idx="658">
                  <c:v>285.0 </c:v>
                </c:pt>
                <c:pt idx="659">
                  <c:v>285.5 </c:v>
                </c:pt>
                <c:pt idx="660">
                  <c:v>286.0 </c:v>
                </c:pt>
                <c:pt idx="661">
                  <c:v>286.5 </c:v>
                </c:pt>
                <c:pt idx="662">
                  <c:v>287.0 </c:v>
                </c:pt>
                <c:pt idx="663">
                  <c:v>287.5 </c:v>
                </c:pt>
                <c:pt idx="664">
                  <c:v>288.2 </c:v>
                </c:pt>
                <c:pt idx="665">
                  <c:v>288.5 </c:v>
                </c:pt>
                <c:pt idx="666">
                  <c:v>289.0 </c:v>
                </c:pt>
                <c:pt idx="667">
                  <c:v>289.5 </c:v>
                </c:pt>
                <c:pt idx="668">
                  <c:v>290.0 </c:v>
                </c:pt>
                <c:pt idx="669">
                  <c:v>290.5 </c:v>
                </c:pt>
                <c:pt idx="670">
                  <c:v>291.0 </c:v>
                </c:pt>
                <c:pt idx="671">
                  <c:v>291.5 </c:v>
                </c:pt>
                <c:pt idx="672">
                  <c:v>292.0 </c:v>
                </c:pt>
                <c:pt idx="673">
                  <c:v>292.5 </c:v>
                </c:pt>
                <c:pt idx="674">
                  <c:v>293.5 </c:v>
                </c:pt>
                <c:pt idx="675">
                  <c:v>294.0 </c:v>
                </c:pt>
                <c:pt idx="676">
                  <c:v>294.5 </c:v>
                </c:pt>
                <c:pt idx="677">
                  <c:v>295.0 </c:v>
                </c:pt>
                <c:pt idx="678">
                  <c:v>295.5 </c:v>
                </c:pt>
                <c:pt idx="679">
                  <c:v>296.0 </c:v>
                </c:pt>
                <c:pt idx="680">
                  <c:v>296.5 </c:v>
                </c:pt>
                <c:pt idx="681">
                  <c:v>297.0 </c:v>
                </c:pt>
                <c:pt idx="682">
                  <c:v>297.5 </c:v>
                </c:pt>
                <c:pt idx="683">
                  <c:v>298.0 </c:v>
                </c:pt>
                <c:pt idx="684">
                  <c:v>298.5 </c:v>
                </c:pt>
                <c:pt idx="685">
                  <c:v>299.0 </c:v>
                </c:pt>
                <c:pt idx="686">
                  <c:v>299.5 </c:v>
                </c:pt>
                <c:pt idx="687">
                  <c:v>300.0 </c:v>
                </c:pt>
                <c:pt idx="688">
                  <c:v>300.5 </c:v>
                </c:pt>
                <c:pt idx="689">
                  <c:v>301.0 </c:v>
                </c:pt>
                <c:pt idx="690">
                  <c:v>301.5 </c:v>
                </c:pt>
                <c:pt idx="691">
                  <c:v>302.0 </c:v>
                </c:pt>
                <c:pt idx="692">
                  <c:v>302.5 </c:v>
                </c:pt>
                <c:pt idx="693">
                  <c:v>303.0 </c:v>
                </c:pt>
                <c:pt idx="694">
                  <c:v>303.5 </c:v>
                </c:pt>
                <c:pt idx="695">
                  <c:v>304.0 </c:v>
                </c:pt>
                <c:pt idx="696">
                  <c:v>304.5 </c:v>
                </c:pt>
                <c:pt idx="697">
                  <c:v>305.0 </c:v>
                </c:pt>
                <c:pt idx="698">
                  <c:v>305.5 </c:v>
                </c:pt>
                <c:pt idx="699">
                  <c:v>306.0 </c:v>
                </c:pt>
                <c:pt idx="700">
                  <c:v>306.5 </c:v>
                </c:pt>
                <c:pt idx="701">
                  <c:v>307.0 </c:v>
                </c:pt>
                <c:pt idx="702">
                  <c:v>307.5 </c:v>
                </c:pt>
                <c:pt idx="703">
                  <c:v>308.0 </c:v>
                </c:pt>
                <c:pt idx="704">
                  <c:v>308.5 </c:v>
                </c:pt>
                <c:pt idx="705">
                  <c:v>309.0 </c:v>
                </c:pt>
                <c:pt idx="706">
                  <c:v>309.5 </c:v>
                </c:pt>
                <c:pt idx="707">
                  <c:v>310.0 </c:v>
                </c:pt>
              </c:strCache>
            </c:strRef>
          </c:cat>
          <c:val>
            <c:numRef>
              <c:f>[Logger.xlsx]Loger!$V$3:$V$731</c:f>
              <c:numCache>
                <c:formatCode>General</c:formatCode>
                <c:ptCount val="729"/>
                <c:pt idx="0">
                  <c:v>0</c:v>
                </c:pt>
                <c:pt idx="7">
                  <c:v>87.000000000000014</c:v>
                </c:pt>
                <c:pt idx="8">
                  <c:v>92</c:v>
                </c:pt>
                <c:pt idx="9">
                  <c:v>80</c:v>
                </c:pt>
                <c:pt idx="10">
                  <c:v>91</c:v>
                </c:pt>
                <c:pt idx="11">
                  <c:v>82</c:v>
                </c:pt>
                <c:pt idx="12">
                  <c:v>88</c:v>
                </c:pt>
                <c:pt idx="13">
                  <c:v>79</c:v>
                </c:pt>
                <c:pt idx="14">
                  <c:v>85</c:v>
                </c:pt>
                <c:pt idx="15">
                  <c:v>88</c:v>
                </c:pt>
                <c:pt idx="16">
                  <c:v>95</c:v>
                </c:pt>
                <c:pt idx="17">
                  <c:v>96</c:v>
                </c:pt>
                <c:pt idx="18">
                  <c:v>86</c:v>
                </c:pt>
                <c:pt idx="19">
                  <c:v>92</c:v>
                </c:pt>
                <c:pt idx="20">
                  <c:v>93</c:v>
                </c:pt>
                <c:pt idx="21">
                  <c:v>98</c:v>
                </c:pt>
                <c:pt idx="22">
                  <c:v>93</c:v>
                </c:pt>
                <c:pt idx="23">
                  <c:v>81</c:v>
                </c:pt>
                <c:pt idx="24">
                  <c:v>86</c:v>
                </c:pt>
                <c:pt idx="25">
                  <c:v>79</c:v>
                </c:pt>
                <c:pt idx="26">
                  <c:v>84</c:v>
                </c:pt>
                <c:pt idx="27">
                  <c:v>88</c:v>
                </c:pt>
                <c:pt idx="28">
                  <c:v>80</c:v>
                </c:pt>
                <c:pt idx="29">
                  <c:v>82</c:v>
                </c:pt>
                <c:pt idx="30">
                  <c:v>83</c:v>
                </c:pt>
                <c:pt idx="31">
                  <c:v>89</c:v>
                </c:pt>
                <c:pt idx="32">
                  <c:v>88</c:v>
                </c:pt>
                <c:pt idx="33">
                  <c:v>79</c:v>
                </c:pt>
                <c:pt idx="34">
                  <c:v>90</c:v>
                </c:pt>
                <c:pt idx="35">
                  <c:v>81</c:v>
                </c:pt>
                <c:pt idx="36">
                  <c:v>91</c:v>
                </c:pt>
                <c:pt idx="37">
                  <c:v>89</c:v>
                </c:pt>
                <c:pt idx="38">
                  <c:v>90</c:v>
                </c:pt>
                <c:pt idx="39">
                  <c:v>86</c:v>
                </c:pt>
                <c:pt idx="40">
                  <c:v>82</c:v>
                </c:pt>
                <c:pt idx="41">
                  <c:v>82</c:v>
                </c:pt>
                <c:pt idx="42">
                  <c:v>78</c:v>
                </c:pt>
                <c:pt idx="43">
                  <c:v>81</c:v>
                </c:pt>
                <c:pt idx="44">
                  <c:v>82</c:v>
                </c:pt>
                <c:pt idx="45">
                  <c:v>82</c:v>
                </c:pt>
                <c:pt idx="46">
                  <c:v>83</c:v>
                </c:pt>
                <c:pt idx="47">
                  <c:v>86</c:v>
                </c:pt>
                <c:pt idx="48">
                  <c:v>84</c:v>
                </c:pt>
                <c:pt idx="49">
                  <c:v>82</c:v>
                </c:pt>
                <c:pt idx="50">
                  <c:v>84</c:v>
                </c:pt>
                <c:pt idx="51">
                  <c:v>82</c:v>
                </c:pt>
                <c:pt idx="52">
                  <c:v>91</c:v>
                </c:pt>
                <c:pt idx="53">
                  <c:v>88</c:v>
                </c:pt>
                <c:pt idx="54">
                  <c:v>80</c:v>
                </c:pt>
                <c:pt idx="55">
                  <c:v>84</c:v>
                </c:pt>
                <c:pt idx="56">
                  <c:v>83</c:v>
                </c:pt>
                <c:pt idx="57">
                  <c:v>90</c:v>
                </c:pt>
                <c:pt idx="58">
                  <c:v>88</c:v>
                </c:pt>
                <c:pt idx="59">
                  <c:v>85</c:v>
                </c:pt>
                <c:pt idx="60">
                  <c:v>87.000000000000014</c:v>
                </c:pt>
                <c:pt idx="61">
                  <c:v>89</c:v>
                </c:pt>
                <c:pt idx="62">
                  <c:v>84</c:v>
                </c:pt>
                <c:pt idx="63">
                  <c:v>80</c:v>
                </c:pt>
                <c:pt idx="64">
                  <c:v>86</c:v>
                </c:pt>
                <c:pt idx="65">
                  <c:v>80</c:v>
                </c:pt>
                <c:pt idx="66">
                  <c:v>86</c:v>
                </c:pt>
                <c:pt idx="67">
                  <c:v>79</c:v>
                </c:pt>
                <c:pt idx="68">
                  <c:v>81</c:v>
                </c:pt>
                <c:pt idx="69">
                  <c:v>90</c:v>
                </c:pt>
                <c:pt idx="70">
                  <c:v>88</c:v>
                </c:pt>
                <c:pt idx="71">
                  <c:v>82</c:v>
                </c:pt>
                <c:pt idx="72">
                  <c:v>90</c:v>
                </c:pt>
                <c:pt idx="73">
                  <c:v>88</c:v>
                </c:pt>
                <c:pt idx="74">
                  <c:v>80</c:v>
                </c:pt>
                <c:pt idx="75">
                  <c:v>89</c:v>
                </c:pt>
                <c:pt idx="76">
                  <c:v>84</c:v>
                </c:pt>
                <c:pt idx="77">
                  <c:v>81</c:v>
                </c:pt>
                <c:pt idx="78">
                  <c:v>85</c:v>
                </c:pt>
                <c:pt idx="79">
                  <c:v>86</c:v>
                </c:pt>
                <c:pt idx="80">
                  <c:v>81</c:v>
                </c:pt>
                <c:pt idx="81">
                  <c:v>86</c:v>
                </c:pt>
                <c:pt idx="82">
                  <c:v>81</c:v>
                </c:pt>
                <c:pt idx="83">
                  <c:v>83</c:v>
                </c:pt>
                <c:pt idx="84">
                  <c:v>90</c:v>
                </c:pt>
                <c:pt idx="85">
                  <c:v>87.000000000000014</c:v>
                </c:pt>
                <c:pt idx="86">
                  <c:v>89</c:v>
                </c:pt>
                <c:pt idx="87">
                  <c:v>82</c:v>
                </c:pt>
                <c:pt idx="88">
                  <c:v>91</c:v>
                </c:pt>
                <c:pt idx="89">
                  <c:v>81</c:v>
                </c:pt>
                <c:pt idx="90">
                  <c:v>80</c:v>
                </c:pt>
                <c:pt idx="91">
                  <c:v>89</c:v>
                </c:pt>
                <c:pt idx="92">
                  <c:v>83</c:v>
                </c:pt>
                <c:pt idx="93">
                  <c:v>80</c:v>
                </c:pt>
                <c:pt idx="94">
                  <c:v>81</c:v>
                </c:pt>
                <c:pt idx="95">
                  <c:v>91</c:v>
                </c:pt>
                <c:pt idx="96">
                  <c:v>81</c:v>
                </c:pt>
                <c:pt idx="97">
                  <c:v>81</c:v>
                </c:pt>
                <c:pt idx="98">
                  <c:v>86</c:v>
                </c:pt>
                <c:pt idx="99">
                  <c:v>79</c:v>
                </c:pt>
                <c:pt idx="100">
                  <c:v>84</c:v>
                </c:pt>
                <c:pt idx="101">
                  <c:v>86</c:v>
                </c:pt>
                <c:pt idx="102">
                  <c:v>80</c:v>
                </c:pt>
                <c:pt idx="103">
                  <c:v>83</c:v>
                </c:pt>
                <c:pt idx="104">
                  <c:v>79</c:v>
                </c:pt>
                <c:pt idx="105">
                  <c:v>89</c:v>
                </c:pt>
                <c:pt idx="106">
                  <c:v>86</c:v>
                </c:pt>
                <c:pt idx="107">
                  <c:v>89</c:v>
                </c:pt>
                <c:pt idx="108">
                  <c:v>83</c:v>
                </c:pt>
                <c:pt idx="109">
                  <c:v>88</c:v>
                </c:pt>
                <c:pt idx="110">
                  <c:v>87.000000000000014</c:v>
                </c:pt>
                <c:pt idx="111">
                  <c:v>90</c:v>
                </c:pt>
                <c:pt idx="112">
                  <c:v>91</c:v>
                </c:pt>
                <c:pt idx="113">
                  <c:v>80</c:v>
                </c:pt>
                <c:pt idx="114">
                  <c:v>83</c:v>
                </c:pt>
                <c:pt idx="115">
                  <c:v>80</c:v>
                </c:pt>
                <c:pt idx="116">
                  <c:v>83</c:v>
                </c:pt>
                <c:pt idx="117">
                  <c:v>87.000000000000014</c:v>
                </c:pt>
                <c:pt idx="118">
                  <c:v>86</c:v>
                </c:pt>
                <c:pt idx="119">
                  <c:v>81</c:v>
                </c:pt>
                <c:pt idx="120">
                  <c:v>92</c:v>
                </c:pt>
                <c:pt idx="121">
                  <c:v>81</c:v>
                </c:pt>
                <c:pt idx="122">
                  <c:v>87.000000000000014</c:v>
                </c:pt>
                <c:pt idx="123">
                  <c:v>89</c:v>
                </c:pt>
                <c:pt idx="124">
                  <c:v>82</c:v>
                </c:pt>
                <c:pt idx="125">
                  <c:v>82</c:v>
                </c:pt>
                <c:pt idx="126">
                  <c:v>88</c:v>
                </c:pt>
                <c:pt idx="127">
                  <c:v>88</c:v>
                </c:pt>
                <c:pt idx="128">
                  <c:v>88</c:v>
                </c:pt>
                <c:pt idx="129">
                  <c:v>84</c:v>
                </c:pt>
                <c:pt idx="130">
                  <c:v>84</c:v>
                </c:pt>
                <c:pt idx="131">
                  <c:v>79</c:v>
                </c:pt>
                <c:pt idx="132">
                  <c:v>81</c:v>
                </c:pt>
                <c:pt idx="133">
                  <c:v>92</c:v>
                </c:pt>
                <c:pt idx="134">
                  <c:v>87.000000000000014</c:v>
                </c:pt>
                <c:pt idx="135">
                  <c:v>81</c:v>
                </c:pt>
                <c:pt idx="136">
                  <c:v>88</c:v>
                </c:pt>
                <c:pt idx="137">
                  <c:v>85</c:v>
                </c:pt>
                <c:pt idx="138">
                  <c:v>87.000000000000014</c:v>
                </c:pt>
                <c:pt idx="139">
                  <c:v>80</c:v>
                </c:pt>
                <c:pt idx="140">
                  <c:v>81</c:v>
                </c:pt>
                <c:pt idx="141">
                  <c:v>88</c:v>
                </c:pt>
                <c:pt idx="142">
                  <c:v>83</c:v>
                </c:pt>
                <c:pt idx="143">
                  <c:v>88</c:v>
                </c:pt>
                <c:pt idx="144">
                  <c:v>88</c:v>
                </c:pt>
                <c:pt idx="145">
                  <c:v>92</c:v>
                </c:pt>
                <c:pt idx="146">
                  <c:v>80</c:v>
                </c:pt>
                <c:pt idx="147">
                  <c:v>88</c:v>
                </c:pt>
                <c:pt idx="148">
                  <c:v>91</c:v>
                </c:pt>
                <c:pt idx="149">
                  <c:v>84</c:v>
                </c:pt>
                <c:pt idx="150">
                  <c:v>88</c:v>
                </c:pt>
                <c:pt idx="151">
                  <c:v>80</c:v>
                </c:pt>
                <c:pt idx="152">
                  <c:v>88</c:v>
                </c:pt>
                <c:pt idx="153">
                  <c:v>80</c:v>
                </c:pt>
                <c:pt idx="154">
                  <c:v>91</c:v>
                </c:pt>
                <c:pt idx="155">
                  <c:v>91</c:v>
                </c:pt>
                <c:pt idx="156">
                  <c:v>81</c:v>
                </c:pt>
                <c:pt idx="157">
                  <c:v>80</c:v>
                </c:pt>
                <c:pt idx="158">
                  <c:v>89</c:v>
                </c:pt>
                <c:pt idx="159">
                  <c:v>89</c:v>
                </c:pt>
                <c:pt idx="160">
                  <c:v>83</c:v>
                </c:pt>
                <c:pt idx="161">
                  <c:v>82</c:v>
                </c:pt>
                <c:pt idx="162">
                  <c:v>87.000000000000014</c:v>
                </c:pt>
                <c:pt idx="163">
                  <c:v>80</c:v>
                </c:pt>
                <c:pt idx="164">
                  <c:v>83</c:v>
                </c:pt>
                <c:pt idx="165">
                  <c:v>88</c:v>
                </c:pt>
                <c:pt idx="166">
                  <c:v>90</c:v>
                </c:pt>
                <c:pt idx="167">
                  <c:v>89</c:v>
                </c:pt>
                <c:pt idx="168">
                  <c:v>91</c:v>
                </c:pt>
                <c:pt idx="169">
                  <c:v>89</c:v>
                </c:pt>
                <c:pt idx="170">
                  <c:v>81</c:v>
                </c:pt>
                <c:pt idx="171">
                  <c:v>86</c:v>
                </c:pt>
                <c:pt idx="172">
                  <c:v>80</c:v>
                </c:pt>
                <c:pt idx="173">
                  <c:v>86</c:v>
                </c:pt>
                <c:pt idx="174">
                  <c:v>86</c:v>
                </c:pt>
                <c:pt idx="175">
                  <c:v>85</c:v>
                </c:pt>
                <c:pt idx="176">
                  <c:v>84</c:v>
                </c:pt>
                <c:pt idx="177">
                  <c:v>90</c:v>
                </c:pt>
                <c:pt idx="178">
                  <c:v>87.000000000000014</c:v>
                </c:pt>
                <c:pt idx="179">
                  <c:v>83</c:v>
                </c:pt>
                <c:pt idx="180">
                  <c:v>82</c:v>
                </c:pt>
                <c:pt idx="181">
                  <c:v>87.000000000000014</c:v>
                </c:pt>
                <c:pt idx="182">
                  <c:v>82</c:v>
                </c:pt>
                <c:pt idx="183">
                  <c:v>82</c:v>
                </c:pt>
                <c:pt idx="184">
                  <c:v>82</c:v>
                </c:pt>
                <c:pt idx="185">
                  <c:v>88</c:v>
                </c:pt>
                <c:pt idx="186">
                  <c:v>88</c:v>
                </c:pt>
                <c:pt idx="187">
                  <c:v>83</c:v>
                </c:pt>
                <c:pt idx="188">
                  <c:v>86</c:v>
                </c:pt>
                <c:pt idx="189">
                  <c:v>83</c:v>
                </c:pt>
                <c:pt idx="190">
                  <c:v>79</c:v>
                </c:pt>
                <c:pt idx="191">
                  <c:v>82</c:v>
                </c:pt>
                <c:pt idx="192">
                  <c:v>86</c:v>
                </c:pt>
                <c:pt idx="193">
                  <c:v>89</c:v>
                </c:pt>
                <c:pt idx="194">
                  <c:v>89</c:v>
                </c:pt>
                <c:pt idx="195">
                  <c:v>90</c:v>
                </c:pt>
                <c:pt idx="196">
                  <c:v>87.000000000000014</c:v>
                </c:pt>
                <c:pt idx="197">
                  <c:v>90</c:v>
                </c:pt>
                <c:pt idx="198">
                  <c:v>85</c:v>
                </c:pt>
                <c:pt idx="199">
                  <c:v>89</c:v>
                </c:pt>
                <c:pt idx="200">
                  <c:v>86</c:v>
                </c:pt>
                <c:pt idx="201">
                  <c:v>80</c:v>
                </c:pt>
                <c:pt idx="202">
                  <c:v>88</c:v>
                </c:pt>
                <c:pt idx="203">
                  <c:v>81</c:v>
                </c:pt>
                <c:pt idx="204">
                  <c:v>89</c:v>
                </c:pt>
                <c:pt idx="205">
                  <c:v>87.000000000000014</c:v>
                </c:pt>
                <c:pt idx="206">
                  <c:v>88</c:v>
                </c:pt>
                <c:pt idx="207">
                  <c:v>81</c:v>
                </c:pt>
                <c:pt idx="208">
                  <c:v>87.000000000000014</c:v>
                </c:pt>
                <c:pt idx="209">
                  <c:v>82</c:v>
                </c:pt>
                <c:pt idx="210">
                  <c:v>79</c:v>
                </c:pt>
                <c:pt idx="211">
                  <c:v>86</c:v>
                </c:pt>
                <c:pt idx="212">
                  <c:v>91</c:v>
                </c:pt>
                <c:pt idx="213">
                  <c:v>85</c:v>
                </c:pt>
                <c:pt idx="214">
                  <c:v>88</c:v>
                </c:pt>
                <c:pt idx="215">
                  <c:v>89</c:v>
                </c:pt>
                <c:pt idx="216">
                  <c:v>89</c:v>
                </c:pt>
                <c:pt idx="217">
                  <c:v>83</c:v>
                </c:pt>
                <c:pt idx="218">
                  <c:v>82</c:v>
                </c:pt>
                <c:pt idx="219">
                  <c:v>79</c:v>
                </c:pt>
                <c:pt idx="220">
                  <c:v>87.000000000000014</c:v>
                </c:pt>
                <c:pt idx="221">
                  <c:v>83</c:v>
                </c:pt>
                <c:pt idx="222">
                  <c:v>89</c:v>
                </c:pt>
                <c:pt idx="223">
                  <c:v>86</c:v>
                </c:pt>
                <c:pt idx="224">
                  <c:v>84</c:v>
                </c:pt>
                <c:pt idx="225">
                  <c:v>89</c:v>
                </c:pt>
                <c:pt idx="226">
                  <c:v>87.000000000000014</c:v>
                </c:pt>
                <c:pt idx="227">
                  <c:v>81</c:v>
                </c:pt>
                <c:pt idx="228">
                  <c:v>89</c:v>
                </c:pt>
                <c:pt idx="229">
                  <c:v>82</c:v>
                </c:pt>
                <c:pt idx="230">
                  <c:v>83</c:v>
                </c:pt>
                <c:pt idx="231">
                  <c:v>90</c:v>
                </c:pt>
                <c:pt idx="232">
                  <c:v>86</c:v>
                </c:pt>
                <c:pt idx="233">
                  <c:v>90</c:v>
                </c:pt>
                <c:pt idx="234">
                  <c:v>82</c:v>
                </c:pt>
                <c:pt idx="235">
                  <c:v>82</c:v>
                </c:pt>
                <c:pt idx="236">
                  <c:v>88</c:v>
                </c:pt>
                <c:pt idx="237">
                  <c:v>90</c:v>
                </c:pt>
                <c:pt idx="238">
                  <c:v>83</c:v>
                </c:pt>
                <c:pt idx="239">
                  <c:v>89</c:v>
                </c:pt>
                <c:pt idx="240">
                  <c:v>81</c:v>
                </c:pt>
                <c:pt idx="241">
                  <c:v>81</c:v>
                </c:pt>
                <c:pt idx="242">
                  <c:v>87.000000000000014</c:v>
                </c:pt>
                <c:pt idx="243">
                  <c:v>84</c:v>
                </c:pt>
                <c:pt idx="244">
                  <c:v>83</c:v>
                </c:pt>
                <c:pt idx="245">
                  <c:v>89</c:v>
                </c:pt>
                <c:pt idx="246">
                  <c:v>84</c:v>
                </c:pt>
                <c:pt idx="247">
                  <c:v>80</c:v>
                </c:pt>
                <c:pt idx="248">
                  <c:v>87.000000000000014</c:v>
                </c:pt>
                <c:pt idx="249">
                  <c:v>88</c:v>
                </c:pt>
                <c:pt idx="250">
                  <c:v>86</c:v>
                </c:pt>
                <c:pt idx="251">
                  <c:v>80</c:v>
                </c:pt>
                <c:pt idx="252">
                  <c:v>83</c:v>
                </c:pt>
                <c:pt idx="253">
                  <c:v>89</c:v>
                </c:pt>
                <c:pt idx="254">
                  <c:v>82</c:v>
                </c:pt>
                <c:pt idx="255">
                  <c:v>87.000000000000014</c:v>
                </c:pt>
                <c:pt idx="256">
                  <c:v>89</c:v>
                </c:pt>
                <c:pt idx="257">
                  <c:v>84</c:v>
                </c:pt>
                <c:pt idx="258">
                  <c:v>85</c:v>
                </c:pt>
                <c:pt idx="259">
                  <c:v>88</c:v>
                </c:pt>
                <c:pt idx="260">
                  <c:v>89</c:v>
                </c:pt>
                <c:pt idx="261">
                  <c:v>88</c:v>
                </c:pt>
                <c:pt idx="262">
                  <c:v>86</c:v>
                </c:pt>
                <c:pt idx="263">
                  <c:v>89</c:v>
                </c:pt>
                <c:pt idx="264">
                  <c:v>84</c:v>
                </c:pt>
                <c:pt idx="265">
                  <c:v>81</c:v>
                </c:pt>
                <c:pt idx="266">
                  <c:v>86</c:v>
                </c:pt>
                <c:pt idx="267">
                  <c:v>80</c:v>
                </c:pt>
                <c:pt idx="268">
                  <c:v>87.000000000000014</c:v>
                </c:pt>
                <c:pt idx="269">
                  <c:v>84</c:v>
                </c:pt>
                <c:pt idx="270">
                  <c:v>90</c:v>
                </c:pt>
                <c:pt idx="271">
                  <c:v>82</c:v>
                </c:pt>
                <c:pt idx="272">
                  <c:v>82</c:v>
                </c:pt>
                <c:pt idx="273">
                  <c:v>85</c:v>
                </c:pt>
                <c:pt idx="274">
                  <c:v>82</c:v>
                </c:pt>
                <c:pt idx="275">
                  <c:v>86</c:v>
                </c:pt>
                <c:pt idx="276">
                  <c:v>82</c:v>
                </c:pt>
                <c:pt idx="277">
                  <c:v>83</c:v>
                </c:pt>
                <c:pt idx="278">
                  <c:v>87.000000000000014</c:v>
                </c:pt>
                <c:pt idx="279">
                  <c:v>89</c:v>
                </c:pt>
                <c:pt idx="280">
                  <c:v>87.000000000000014</c:v>
                </c:pt>
                <c:pt idx="281">
                  <c:v>82</c:v>
                </c:pt>
                <c:pt idx="282">
                  <c:v>87.000000000000014</c:v>
                </c:pt>
                <c:pt idx="283">
                  <c:v>84</c:v>
                </c:pt>
                <c:pt idx="284">
                  <c:v>86</c:v>
                </c:pt>
                <c:pt idx="285">
                  <c:v>81</c:v>
                </c:pt>
                <c:pt idx="286">
                  <c:v>89</c:v>
                </c:pt>
                <c:pt idx="287">
                  <c:v>84</c:v>
                </c:pt>
                <c:pt idx="288">
                  <c:v>83</c:v>
                </c:pt>
                <c:pt idx="289">
                  <c:v>91</c:v>
                </c:pt>
                <c:pt idx="290">
                  <c:v>81</c:v>
                </c:pt>
                <c:pt idx="291">
                  <c:v>81</c:v>
                </c:pt>
                <c:pt idx="292">
                  <c:v>83</c:v>
                </c:pt>
                <c:pt idx="293">
                  <c:v>81</c:v>
                </c:pt>
                <c:pt idx="294">
                  <c:v>84</c:v>
                </c:pt>
                <c:pt idx="295">
                  <c:v>83</c:v>
                </c:pt>
                <c:pt idx="296">
                  <c:v>89</c:v>
                </c:pt>
                <c:pt idx="297">
                  <c:v>84</c:v>
                </c:pt>
                <c:pt idx="298">
                  <c:v>90</c:v>
                </c:pt>
                <c:pt idx="299">
                  <c:v>87.000000000000014</c:v>
                </c:pt>
                <c:pt idx="300">
                  <c:v>89</c:v>
                </c:pt>
                <c:pt idx="301">
                  <c:v>81</c:v>
                </c:pt>
                <c:pt idx="302">
                  <c:v>80</c:v>
                </c:pt>
                <c:pt idx="303">
                  <c:v>80</c:v>
                </c:pt>
                <c:pt idx="304">
                  <c:v>84</c:v>
                </c:pt>
                <c:pt idx="305">
                  <c:v>90</c:v>
                </c:pt>
                <c:pt idx="306">
                  <c:v>85</c:v>
                </c:pt>
                <c:pt idx="307">
                  <c:v>82</c:v>
                </c:pt>
                <c:pt idx="308">
                  <c:v>81</c:v>
                </c:pt>
                <c:pt idx="309">
                  <c:v>89</c:v>
                </c:pt>
                <c:pt idx="310">
                  <c:v>83</c:v>
                </c:pt>
                <c:pt idx="311">
                  <c:v>81</c:v>
                </c:pt>
                <c:pt idx="312">
                  <c:v>88</c:v>
                </c:pt>
                <c:pt idx="313">
                  <c:v>83</c:v>
                </c:pt>
                <c:pt idx="314">
                  <c:v>90</c:v>
                </c:pt>
                <c:pt idx="315">
                  <c:v>89</c:v>
                </c:pt>
                <c:pt idx="316">
                  <c:v>113</c:v>
                </c:pt>
                <c:pt idx="317">
                  <c:v>85</c:v>
                </c:pt>
                <c:pt idx="318">
                  <c:v>84</c:v>
                </c:pt>
                <c:pt idx="319">
                  <c:v>90</c:v>
                </c:pt>
                <c:pt idx="320">
                  <c:v>85</c:v>
                </c:pt>
                <c:pt idx="321">
                  <c:v>85</c:v>
                </c:pt>
                <c:pt idx="322">
                  <c:v>87.000000000000014</c:v>
                </c:pt>
                <c:pt idx="323">
                  <c:v>82</c:v>
                </c:pt>
                <c:pt idx="324">
                  <c:v>83</c:v>
                </c:pt>
                <c:pt idx="325">
                  <c:v>89</c:v>
                </c:pt>
                <c:pt idx="326">
                  <c:v>82</c:v>
                </c:pt>
                <c:pt idx="327">
                  <c:v>90</c:v>
                </c:pt>
                <c:pt idx="328">
                  <c:v>84</c:v>
                </c:pt>
                <c:pt idx="329">
                  <c:v>81</c:v>
                </c:pt>
                <c:pt idx="330">
                  <c:v>84</c:v>
                </c:pt>
                <c:pt idx="331">
                  <c:v>81</c:v>
                </c:pt>
                <c:pt idx="332">
                  <c:v>93</c:v>
                </c:pt>
                <c:pt idx="333">
                  <c:v>89</c:v>
                </c:pt>
                <c:pt idx="334">
                  <c:v>89</c:v>
                </c:pt>
                <c:pt idx="335">
                  <c:v>82</c:v>
                </c:pt>
                <c:pt idx="336">
                  <c:v>86</c:v>
                </c:pt>
                <c:pt idx="337">
                  <c:v>86</c:v>
                </c:pt>
                <c:pt idx="338">
                  <c:v>85</c:v>
                </c:pt>
                <c:pt idx="339">
                  <c:v>83</c:v>
                </c:pt>
                <c:pt idx="340">
                  <c:v>84</c:v>
                </c:pt>
                <c:pt idx="341">
                  <c:v>83</c:v>
                </c:pt>
                <c:pt idx="342">
                  <c:v>88</c:v>
                </c:pt>
                <c:pt idx="343">
                  <c:v>88</c:v>
                </c:pt>
                <c:pt idx="344">
                  <c:v>82</c:v>
                </c:pt>
                <c:pt idx="345">
                  <c:v>90</c:v>
                </c:pt>
                <c:pt idx="346">
                  <c:v>93</c:v>
                </c:pt>
                <c:pt idx="347">
                  <c:v>83</c:v>
                </c:pt>
                <c:pt idx="348">
                  <c:v>83</c:v>
                </c:pt>
                <c:pt idx="349">
                  <c:v>87.000000000000014</c:v>
                </c:pt>
                <c:pt idx="350">
                  <c:v>92</c:v>
                </c:pt>
                <c:pt idx="351">
                  <c:v>86</c:v>
                </c:pt>
                <c:pt idx="352">
                  <c:v>84</c:v>
                </c:pt>
                <c:pt idx="353">
                  <c:v>89</c:v>
                </c:pt>
                <c:pt idx="354">
                  <c:v>82</c:v>
                </c:pt>
                <c:pt idx="355">
                  <c:v>81</c:v>
                </c:pt>
                <c:pt idx="356">
                  <c:v>88</c:v>
                </c:pt>
                <c:pt idx="357">
                  <c:v>84</c:v>
                </c:pt>
                <c:pt idx="358">
                  <c:v>89</c:v>
                </c:pt>
                <c:pt idx="359">
                  <c:v>82</c:v>
                </c:pt>
                <c:pt idx="360">
                  <c:v>90</c:v>
                </c:pt>
                <c:pt idx="361">
                  <c:v>77</c:v>
                </c:pt>
                <c:pt idx="362">
                  <c:v>83</c:v>
                </c:pt>
                <c:pt idx="363">
                  <c:v>90</c:v>
                </c:pt>
                <c:pt idx="364">
                  <c:v>83</c:v>
                </c:pt>
                <c:pt idx="365">
                  <c:v>83</c:v>
                </c:pt>
                <c:pt idx="366">
                  <c:v>81</c:v>
                </c:pt>
                <c:pt idx="367">
                  <c:v>88</c:v>
                </c:pt>
                <c:pt idx="368">
                  <c:v>80</c:v>
                </c:pt>
                <c:pt idx="369">
                  <c:v>90</c:v>
                </c:pt>
                <c:pt idx="370">
                  <c:v>84</c:v>
                </c:pt>
                <c:pt idx="371">
                  <c:v>89</c:v>
                </c:pt>
                <c:pt idx="372">
                  <c:v>89</c:v>
                </c:pt>
                <c:pt idx="373">
                  <c:v>89</c:v>
                </c:pt>
                <c:pt idx="374">
                  <c:v>89</c:v>
                </c:pt>
                <c:pt idx="375">
                  <c:v>90</c:v>
                </c:pt>
                <c:pt idx="376">
                  <c:v>86</c:v>
                </c:pt>
                <c:pt idx="377">
                  <c:v>86</c:v>
                </c:pt>
                <c:pt idx="378">
                  <c:v>88</c:v>
                </c:pt>
                <c:pt idx="379">
                  <c:v>88</c:v>
                </c:pt>
                <c:pt idx="380">
                  <c:v>83</c:v>
                </c:pt>
                <c:pt idx="381">
                  <c:v>91</c:v>
                </c:pt>
                <c:pt idx="382">
                  <c:v>84</c:v>
                </c:pt>
                <c:pt idx="383">
                  <c:v>85</c:v>
                </c:pt>
                <c:pt idx="384">
                  <c:v>86</c:v>
                </c:pt>
                <c:pt idx="385">
                  <c:v>84</c:v>
                </c:pt>
                <c:pt idx="386">
                  <c:v>82</c:v>
                </c:pt>
                <c:pt idx="387">
                  <c:v>90</c:v>
                </c:pt>
                <c:pt idx="388">
                  <c:v>89</c:v>
                </c:pt>
                <c:pt idx="389">
                  <c:v>82</c:v>
                </c:pt>
                <c:pt idx="390">
                  <c:v>81</c:v>
                </c:pt>
                <c:pt idx="391">
                  <c:v>84</c:v>
                </c:pt>
                <c:pt idx="392">
                  <c:v>88</c:v>
                </c:pt>
                <c:pt idx="393">
                  <c:v>94</c:v>
                </c:pt>
                <c:pt idx="394">
                  <c:v>84</c:v>
                </c:pt>
                <c:pt idx="395">
                  <c:v>81</c:v>
                </c:pt>
                <c:pt idx="396">
                  <c:v>91</c:v>
                </c:pt>
                <c:pt idx="397">
                  <c:v>82</c:v>
                </c:pt>
                <c:pt idx="398">
                  <c:v>89</c:v>
                </c:pt>
                <c:pt idx="399">
                  <c:v>85</c:v>
                </c:pt>
                <c:pt idx="400">
                  <c:v>87.000000000000014</c:v>
                </c:pt>
                <c:pt idx="401">
                  <c:v>90</c:v>
                </c:pt>
                <c:pt idx="402">
                  <c:v>85</c:v>
                </c:pt>
                <c:pt idx="403">
                  <c:v>90</c:v>
                </c:pt>
                <c:pt idx="404">
                  <c:v>90</c:v>
                </c:pt>
                <c:pt idx="405">
                  <c:v>82</c:v>
                </c:pt>
                <c:pt idx="406">
                  <c:v>89</c:v>
                </c:pt>
                <c:pt idx="407">
                  <c:v>90</c:v>
                </c:pt>
                <c:pt idx="408">
                  <c:v>92</c:v>
                </c:pt>
                <c:pt idx="409">
                  <c:v>89</c:v>
                </c:pt>
                <c:pt idx="410">
                  <c:v>83</c:v>
                </c:pt>
                <c:pt idx="411">
                  <c:v>91</c:v>
                </c:pt>
                <c:pt idx="412">
                  <c:v>85</c:v>
                </c:pt>
                <c:pt idx="413">
                  <c:v>90</c:v>
                </c:pt>
                <c:pt idx="414">
                  <c:v>87.000000000000014</c:v>
                </c:pt>
                <c:pt idx="415">
                  <c:v>88</c:v>
                </c:pt>
                <c:pt idx="416">
                  <c:v>81</c:v>
                </c:pt>
                <c:pt idx="417">
                  <c:v>82</c:v>
                </c:pt>
                <c:pt idx="418">
                  <c:v>84</c:v>
                </c:pt>
                <c:pt idx="419">
                  <c:v>89</c:v>
                </c:pt>
                <c:pt idx="420">
                  <c:v>82</c:v>
                </c:pt>
                <c:pt idx="421">
                  <c:v>92</c:v>
                </c:pt>
                <c:pt idx="422">
                  <c:v>88</c:v>
                </c:pt>
                <c:pt idx="423">
                  <c:v>85</c:v>
                </c:pt>
                <c:pt idx="424">
                  <c:v>82</c:v>
                </c:pt>
                <c:pt idx="425">
                  <c:v>85</c:v>
                </c:pt>
                <c:pt idx="426">
                  <c:v>82</c:v>
                </c:pt>
                <c:pt idx="427">
                  <c:v>81</c:v>
                </c:pt>
                <c:pt idx="428">
                  <c:v>87.000000000000014</c:v>
                </c:pt>
                <c:pt idx="429">
                  <c:v>86</c:v>
                </c:pt>
                <c:pt idx="430">
                  <c:v>84</c:v>
                </c:pt>
                <c:pt idx="431">
                  <c:v>89</c:v>
                </c:pt>
                <c:pt idx="432">
                  <c:v>86</c:v>
                </c:pt>
                <c:pt idx="433">
                  <c:v>93</c:v>
                </c:pt>
                <c:pt idx="434">
                  <c:v>87.000000000000014</c:v>
                </c:pt>
                <c:pt idx="435">
                  <c:v>83</c:v>
                </c:pt>
                <c:pt idx="436">
                  <c:v>89</c:v>
                </c:pt>
                <c:pt idx="437">
                  <c:v>89</c:v>
                </c:pt>
                <c:pt idx="438">
                  <c:v>90</c:v>
                </c:pt>
                <c:pt idx="439">
                  <c:v>84</c:v>
                </c:pt>
                <c:pt idx="440">
                  <c:v>89</c:v>
                </c:pt>
                <c:pt idx="441">
                  <c:v>89</c:v>
                </c:pt>
                <c:pt idx="442">
                  <c:v>85</c:v>
                </c:pt>
                <c:pt idx="443">
                  <c:v>83</c:v>
                </c:pt>
                <c:pt idx="444">
                  <c:v>89</c:v>
                </c:pt>
                <c:pt idx="445">
                  <c:v>91</c:v>
                </c:pt>
                <c:pt idx="446">
                  <c:v>83</c:v>
                </c:pt>
                <c:pt idx="447">
                  <c:v>85</c:v>
                </c:pt>
                <c:pt idx="448">
                  <c:v>94</c:v>
                </c:pt>
                <c:pt idx="449">
                  <c:v>90</c:v>
                </c:pt>
                <c:pt idx="450">
                  <c:v>92</c:v>
                </c:pt>
                <c:pt idx="451">
                  <c:v>89</c:v>
                </c:pt>
                <c:pt idx="452">
                  <c:v>83</c:v>
                </c:pt>
                <c:pt idx="453">
                  <c:v>90</c:v>
                </c:pt>
                <c:pt idx="454">
                  <c:v>92</c:v>
                </c:pt>
                <c:pt idx="455">
                  <c:v>84</c:v>
                </c:pt>
                <c:pt idx="456">
                  <c:v>92</c:v>
                </c:pt>
                <c:pt idx="457">
                  <c:v>84</c:v>
                </c:pt>
                <c:pt idx="458">
                  <c:v>82</c:v>
                </c:pt>
                <c:pt idx="459">
                  <c:v>89</c:v>
                </c:pt>
                <c:pt idx="460">
                  <c:v>90</c:v>
                </c:pt>
                <c:pt idx="461">
                  <c:v>86</c:v>
                </c:pt>
                <c:pt idx="462">
                  <c:v>89</c:v>
                </c:pt>
                <c:pt idx="463">
                  <c:v>88</c:v>
                </c:pt>
                <c:pt idx="464">
                  <c:v>88</c:v>
                </c:pt>
                <c:pt idx="465">
                  <c:v>95</c:v>
                </c:pt>
                <c:pt idx="466">
                  <c:v>85</c:v>
                </c:pt>
                <c:pt idx="467">
                  <c:v>83</c:v>
                </c:pt>
                <c:pt idx="468">
                  <c:v>90</c:v>
                </c:pt>
                <c:pt idx="469">
                  <c:v>89</c:v>
                </c:pt>
                <c:pt idx="470">
                  <c:v>83</c:v>
                </c:pt>
                <c:pt idx="471">
                  <c:v>91</c:v>
                </c:pt>
                <c:pt idx="472">
                  <c:v>91</c:v>
                </c:pt>
                <c:pt idx="473">
                  <c:v>86</c:v>
                </c:pt>
                <c:pt idx="474">
                  <c:v>86</c:v>
                </c:pt>
                <c:pt idx="475">
                  <c:v>92</c:v>
                </c:pt>
                <c:pt idx="476">
                  <c:v>92</c:v>
                </c:pt>
                <c:pt idx="477">
                  <c:v>91</c:v>
                </c:pt>
                <c:pt idx="478">
                  <c:v>88</c:v>
                </c:pt>
                <c:pt idx="479">
                  <c:v>90</c:v>
                </c:pt>
                <c:pt idx="480">
                  <c:v>88</c:v>
                </c:pt>
                <c:pt idx="481">
                  <c:v>98</c:v>
                </c:pt>
                <c:pt idx="482">
                  <c:v>86</c:v>
                </c:pt>
                <c:pt idx="483">
                  <c:v>92</c:v>
                </c:pt>
                <c:pt idx="484">
                  <c:v>92</c:v>
                </c:pt>
                <c:pt idx="485">
                  <c:v>82</c:v>
                </c:pt>
                <c:pt idx="486">
                  <c:v>85</c:v>
                </c:pt>
                <c:pt idx="487">
                  <c:v>91</c:v>
                </c:pt>
                <c:pt idx="488">
                  <c:v>88</c:v>
                </c:pt>
                <c:pt idx="489">
                  <c:v>94</c:v>
                </c:pt>
                <c:pt idx="490">
                  <c:v>85</c:v>
                </c:pt>
                <c:pt idx="491">
                  <c:v>94</c:v>
                </c:pt>
                <c:pt idx="492">
                  <c:v>84</c:v>
                </c:pt>
                <c:pt idx="493">
                  <c:v>91</c:v>
                </c:pt>
                <c:pt idx="494">
                  <c:v>88</c:v>
                </c:pt>
                <c:pt idx="495">
                  <c:v>87.000000000000014</c:v>
                </c:pt>
                <c:pt idx="496">
                  <c:v>92</c:v>
                </c:pt>
                <c:pt idx="497">
                  <c:v>92</c:v>
                </c:pt>
                <c:pt idx="498">
                  <c:v>92</c:v>
                </c:pt>
                <c:pt idx="499">
                  <c:v>88</c:v>
                </c:pt>
                <c:pt idx="500">
                  <c:v>94</c:v>
                </c:pt>
                <c:pt idx="501">
                  <c:v>89</c:v>
                </c:pt>
                <c:pt idx="502">
                  <c:v>84</c:v>
                </c:pt>
                <c:pt idx="503">
                  <c:v>87.000000000000014</c:v>
                </c:pt>
                <c:pt idx="504">
                  <c:v>91</c:v>
                </c:pt>
                <c:pt idx="505">
                  <c:v>87.000000000000014</c:v>
                </c:pt>
                <c:pt idx="506">
                  <c:v>92</c:v>
                </c:pt>
                <c:pt idx="507">
                  <c:v>83</c:v>
                </c:pt>
                <c:pt idx="508">
                  <c:v>92</c:v>
                </c:pt>
                <c:pt idx="509">
                  <c:v>85</c:v>
                </c:pt>
                <c:pt idx="510">
                  <c:v>85</c:v>
                </c:pt>
                <c:pt idx="511">
                  <c:v>92</c:v>
                </c:pt>
                <c:pt idx="512">
                  <c:v>94</c:v>
                </c:pt>
                <c:pt idx="513">
                  <c:v>85</c:v>
                </c:pt>
                <c:pt idx="514">
                  <c:v>86</c:v>
                </c:pt>
                <c:pt idx="515">
                  <c:v>85</c:v>
                </c:pt>
                <c:pt idx="516">
                  <c:v>85</c:v>
                </c:pt>
                <c:pt idx="517">
                  <c:v>89</c:v>
                </c:pt>
                <c:pt idx="518">
                  <c:v>87.000000000000014</c:v>
                </c:pt>
                <c:pt idx="519">
                  <c:v>81</c:v>
                </c:pt>
                <c:pt idx="520">
                  <c:v>93</c:v>
                </c:pt>
                <c:pt idx="521">
                  <c:v>89</c:v>
                </c:pt>
                <c:pt idx="522">
                  <c:v>85</c:v>
                </c:pt>
                <c:pt idx="523">
                  <c:v>88</c:v>
                </c:pt>
                <c:pt idx="524">
                  <c:v>87.000000000000014</c:v>
                </c:pt>
                <c:pt idx="525">
                  <c:v>85</c:v>
                </c:pt>
                <c:pt idx="526">
                  <c:v>87.000000000000014</c:v>
                </c:pt>
                <c:pt idx="527">
                  <c:v>94</c:v>
                </c:pt>
                <c:pt idx="528">
                  <c:v>89</c:v>
                </c:pt>
                <c:pt idx="529">
                  <c:v>89</c:v>
                </c:pt>
                <c:pt idx="530">
                  <c:v>87.000000000000014</c:v>
                </c:pt>
                <c:pt idx="531">
                  <c:v>92</c:v>
                </c:pt>
                <c:pt idx="532">
                  <c:v>94</c:v>
                </c:pt>
                <c:pt idx="533">
                  <c:v>89</c:v>
                </c:pt>
                <c:pt idx="534">
                  <c:v>91</c:v>
                </c:pt>
                <c:pt idx="535">
                  <c:v>93</c:v>
                </c:pt>
                <c:pt idx="536">
                  <c:v>90</c:v>
                </c:pt>
                <c:pt idx="537">
                  <c:v>92</c:v>
                </c:pt>
                <c:pt idx="538">
                  <c:v>87.000000000000014</c:v>
                </c:pt>
                <c:pt idx="539">
                  <c:v>78</c:v>
                </c:pt>
                <c:pt idx="540">
                  <c:v>86</c:v>
                </c:pt>
                <c:pt idx="541">
                  <c:v>85</c:v>
                </c:pt>
                <c:pt idx="542">
                  <c:v>93</c:v>
                </c:pt>
                <c:pt idx="543">
                  <c:v>94</c:v>
                </c:pt>
                <c:pt idx="544">
                  <c:v>87.000000000000014</c:v>
                </c:pt>
                <c:pt idx="545">
                  <c:v>95</c:v>
                </c:pt>
                <c:pt idx="546">
                  <c:v>85</c:v>
                </c:pt>
                <c:pt idx="547">
                  <c:v>88</c:v>
                </c:pt>
                <c:pt idx="548">
                  <c:v>94</c:v>
                </c:pt>
                <c:pt idx="552">
                  <c:v>93</c:v>
                </c:pt>
                <c:pt idx="553">
                  <c:v>92</c:v>
                </c:pt>
                <c:pt idx="554">
                  <c:v>88</c:v>
                </c:pt>
                <c:pt idx="555">
                  <c:v>95</c:v>
                </c:pt>
                <c:pt idx="556">
                  <c:v>87.000000000000014</c:v>
                </c:pt>
                <c:pt idx="557">
                  <c:v>92</c:v>
                </c:pt>
                <c:pt idx="558">
                  <c:v>90</c:v>
                </c:pt>
                <c:pt idx="559">
                  <c:v>86</c:v>
                </c:pt>
                <c:pt idx="560">
                  <c:v>89</c:v>
                </c:pt>
                <c:pt idx="561">
                  <c:v>95</c:v>
                </c:pt>
                <c:pt idx="562">
                  <c:v>88</c:v>
                </c:pt>
                <c:pt idx="563">
                  <c:v>94</c:v>
                </c:pt>
                <c:pt idx="566">
                  <c:v>95</c:v>
                </c:pt>
                <c:pt idx="567">
                  <c:v>90</c:v>
                </c:pt>
                <c:pt idx="568">
                  <c:v>95</c:v>
                </c:pt>
                <c:pt idx="569">
                  <c:v>87.000000000000014</c:v>
                </c:pt>
                <c:pt idx="570">
                  <c:v>90</c:v>
                </c:pt>
                <c:pt idx="571">
                  <c:v>91</c:v>
                </c:pt>
                <c:pt idx="572">
                  <c:v>96</c:v>
                </c:pt>
                <c:pt idx="573">
                  <c:v>88</c:v>
                </c:pt>
                <c:pt idx="610">
                  <c:v>93</c:v>
                </c:pt>
                <c:pt idx="611">
                  <c:v>97</c:v>
                </c:pt>
                <c:pt idx="612">
                  <c:v>89</c:v>
                </c:pt>
                <c:pt idx="613">
                  <c:v>96</c:v>
                </c:pt>
                <c:pt idx="614">
                  <c:v>90</c:v>
                </c:pt>
                <c:pt idx="615">
                  <c:v>93</c:v>
                </c:pt>
                <c:pt idx="616">
                  <c:v>89</c:v>
                </c:pt>
                <c:pt idx="617">
                  <c:v>89</c:v>
                </c:pt>
                <c:pt idx="618">
                  <c:v>89</c:v>
                </c:pt>
                <c:pt idx="619">
                  <c:v>92</c:v>
                </c:pt>
                <c:pt idx="620">
                  <c:v>88</c:v>
                </c:pt>
                <c:pt idx="621">
                  <c:v>96</c:v>
                </c:pt>
                <c:pt idx="622">
                  <c:v>90</c:v>
                </c:pt>
                <c:pt idx="623">
                  <c:v>95</c:v>
                </c:pt>
                <c:pt idx="624">
                  <c:v>94</c:v>
                </c:pt>
                <c:pt idx="625">
                  <c:v>93</c:v>
                </c:pt>
                <c:pt idx="626">
                  <c:v>91</c:v>
                </c:pt>
                <c:pt idx="627">
                  <c:v>91</c:v>
                </c:pt>
                <c:pt idx="628">
                  <c:v>88</c:v>
                </c:pt>
                <c:pt idx="629">
                  <c:v>95</c:v>
                </c:pt>
                <c:pt idx="630">
                  <c:v>91</c:v>
                </c:pt>
                <c:pt idx="631">
                  <c:v>90</c:v>
                </c:pt>
                <c:pt idx="632">
                  <c:v>91</c:v>
                </c:pt>
                <c:pt idx="633">
                  <c:v>90</c:v>
                </c:pt>
                <c:pt idx="634">
                  <c:v>98</c:v>
                </c:pt>
                <c:pt idx="635">
                  <c:v>96</c:v>
                </c:pt>
                <c:pt idx="636">
                  <c:v>97</c:v>
                </c:pt>
                <c:pt idx="637">
                  <c:v>99</c:v>
                </c:pt>
                <c:pt idx="638">
                  <c:v>90</c:v>
                </c:pt>
                <c:pt idx="639">
                  <c:v>97</c:v>
                </c:pt>
                <c:pt idx="640">
                  <c:v>93</c:v>
                </c:pt>
                <c:pt idx="641">
                  <c:v>93</c:v>
                </c:pt>
                <c:pt idx="642">
                  <c:v>94</c:v>
                </c:pt>
                <c:pt idx="643">
                  <c:v>98</c:v>
                </c:pt>
                <c:pt idx="644">
                  <c:v>97</c:v>
                </c:pt>
                <c:pt idx="645">
                  <c:v>94</c:v>
                </c:pt>
                <c:pt idx="646">
                  <c:v>99</c:v>
                </c:pt>
                <c:pt idx="647">
                  <c:v>96</c:v>
                </c:pt>
                <c:pt idx="648">
                  <c:v>97</c:v>
                </c:pt>
                <c:pt idx="649">
                  <c:v>90</c:v>
                </c:pt>
                <c:pt idx="650">
                  <c:v>97</c:v>
                </c:pt>
                <c:pt idx="651">
                  <c:v>97</c:v>
                </c:pt>
                <c:pt idx="652">
                  <c:v>100</c:v>
                </c:pt>
                <c:pt idx="653">
                  <c:v>98</c:v>
                </c:pt>
                <c:pt idx="654">
                  <c:v>98</c:v>
                </c:pt>
                <c:pt idx="655">
                  <c:v>92</c:v>
                </c:pt>
                <c:pt idx="656">
                  <c:v>98</c:v>
                </c:pt>
                <c:pt idx="657">
                  <c:v>90</c:v>
                </c:pt>
                <c:pt idx="658">
                  <c:v>96</c:v>
                </c:pt>
                <c:pt idx="659">
                  <c:v>94</c:v>
                </c:pt>
                <c:pt idx="660">
                  <c:v>91</c:v>
                </c:pt>
                <c:pt idx="661">
                  <c:v>98</c:v>
                </c:pt>
                <c:pt idx="662">
                  <c:v>91</c:v>
                </c:pt>
                <c:pt idx="664">
                  <c:v>96</c:v>
                </c:pt>
                <c:pt idx="665">
                  <c:v>98</c:v>
                </c:pt>
                <c:pt idx="666">
                  <c:v>100</c:v>
                </c:pt>
                <c:pt idx="667">
                  <c:v>91</c:v>
                </c:pt>
                <c:pt idx="668">
                  <c:v>97</c:v>
                </c:pt>
                <c:pt idx="669">
                  <c:v>90</c:v>
                </c:pt>
                <c:pt idx="670">
                  <c:v>102.00000000000001</c:v>
                </c:pt>
                <c:pt idx="671">
                  <c:v>93</c:v>
                </c:pt>
                <c:pt idx="674">
                  <c:v>94</c:v>
                </c:pt>
                <c:pt idx="675">
                  <c:v>98</c:v>
                </c:pt>
                <c:pt idx="676">
                  <c:v>93</c:v>
                </c:pt>
                <c:pt idx="677">
                  <c:v>100</c:v>
                </c:pt>
                <c:pt idx="678">
                  <c:v>99</c:v>
                </c:pt>
                <c:pt idx="679">
                  <c:v>94</c:v>
                </c:pt>
                <c:pt idx="683">
                  <c:v>94</c:v>
                </c:pt>
                <c:pt idx="684">
                  <c:v>91</c:v>
                </c:pt>
                <c:pt idx="686">
                  <c:v>93</c:v>
                </c:pt>
                <c:pt idx="687">
                  <c:v>102.00000000000001</c:v>
                </c:pt>
                <c:pt idx="688">
                  <c:v>100</c:v>
                </c:pt>
                <c:pt idx="689">
                  <c:v>99</c:v>
                </c:pt>
                <c:pt idx="693">
                  <c:v>100</c:v>
                </c:pt>
                <c:pt idx="694">
                  <c:v>96</c:v>
                </c:pt>
                <c:pt idx="696">
                  <c:v>98</c:v>
                </c:pt>
                <c:pt idx="697">
                  <c:v>99</c:v>
                </c:pt>
                <c:pt idx="698">
                  <c:v>102.00000000000001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9F3-4409-923E-B4E3992342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19217224"/>
        <c:axId val="519215584"/>
      </c:lineChart>
      <c:catAx>
        <c:axId val="5192172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1600" b="1"/>
                  <a:t>Irradiation Time (min, 0=Start Time, 300=End Time)</a:t>
                </a:r>
                <a:endParaRPr lang="ja-JP" altLang="en-US" sz="1600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19215584"/>
        <c:crosses val="autoZero"/>
        <c:auto val="1"/>
        <c:lblAlgn val="ctr"/>
        <c:lblOffset val="100"/>
        <c:noMultiLvlLbl val="0"/>
      </c:catAx>
      <c:valAx>
        <c:axId val="519215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1600" b="1"/>
                  <a:t>Consumption Current (mA)</a:t>
                </a:r>
                <a:endParaRPr lang="ja-JP" altLang="en-US" sz="1600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in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19217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1126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7288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3537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127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7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C8E8BCF-D075-4AB8-928A-3E3F94723B54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88C0DF-1E56-4507-AF83-A65D4CD974C2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3400" y="119697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924175"/>
            <a:ext cx="4105275" cy="1752600"/>
          </a:xfrm>
        </p:spPr>
        <p:txBody>
          <a:bodyPr/>
          <a:lstStyle>
            <a:lvl1pPr marL="0" indent="0">
              <a:buFont typeface="Times" panose="02020603050405020304" pitchFamily="18" charset="0"/>
              <a:buNone/>
              <a:defRPr sz="2400"/>
            </a:lvl1pPr>
          </a:lstStyle>
          <a:p>
            <a:pPr lvl="0"/>
            <a:r>
              <a:rPr lang="ja-JP" altLang="en-US" noProof="0"/>
              <a:t>マスター サブタイトルの書式設定</a:t>
            </a:r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latin typeface="+mn-lt"/>
              </a:defRPr>
            </a:lvl1pPr>
          </a:lstStyle>
          <a:p>
            <a:endParaRPr lang="en-US" altLang="ja-JP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r>
              <a:rPr lang="en-US" altLang="ja-JP" dirty="0"/>
              <a:t>©</a:t>
            </a:r>
            <a:r>
              <a:rPr lang="en-US" altLang="ja-JP" dirty="0" err="1"/>
              <a:t>SIProp</a:t>
            </a:r>
            <a:r>
              <a:rPr lang="en-US" altLang="ja-JP" dirty="0"/>
              <a:t> Project, 2006-2017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fld id="{15A64784-1DF6-4C85-97B4-9156CAC371C1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0" y="2743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pic>
        <p:nvPicPr>
          <p:cNvPr id="10255" name="Picture 15" descr="siprop-b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siprop-whi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7" name="Picture 17" descr="siprop-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343400"/>
            <a:ext cx="3622675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494614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539347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3810000" cy="532765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3810000" cy="532765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88695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98138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28143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0656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8394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30195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32717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67500" y="0"/>
            <a:ext cx="1943100" cy="645318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6613" y="0"/>
            <a:ext cx="5678487" cy="645318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31707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838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6613" y="0"/>
            <a:ext cx="77724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25538"/>
            <a:ext cx="7772400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 sz="900">
              <a:latin typeface="ＭＳ Ｐゴシック" panose="020B0600070205080204" pitchFamily="50" charset="-128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ja-JP" sz="1000" dirty="0">
                <a:latin typeface="ＭＳ Ｐゴシック" panose="020B0600070205080204" pitchFamily="50" charset="-128"/>
              </a:rPr>
              <a:t>©</a:t>
            </a:r>
            <a:r>
              <a:rPr lang="en-US" altLang="ja-JP" sz="1000" dirty="0" err="1">
                <a:latin typeface="ＭＳ Ｐゴシック" panose="020B0600070205080204" pitchFamily="50" charset="-128"/>
              </a:rPr>
              <a:t>SIProp</a:t>
            </a:r>
            <a:r>
              <a:rPr lang="en-US" altLang="ja-JP" sz="1000" dirty="0">
                <a:latin typeface="ＭＳ Ｐゴシック" panose="020B0600070205080204" pitchFamily="50" charset="-128"/>
              </a:rPr>
              <a:t> Project, 2006-2017</a:t>
            </a: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EA325218-3C17-4A22-AD69-53BB3EEE73EB}" type="slidenum">
              <a:rPr lang="en-US" altLang="ja-JP" sz="1000">
                <a:latin typeface="ＭＳ Ｐゴシック" panose="020B0600070205080204" pitchFamily="50" charset="-128"/>
              </a:rPr>
              <a:pPr algn="r"/>
              <a:t>‹#›</a:t>
            </a:fld>
            <a:endParaRPr lang="en-US" altLang="ja-JP" sz="1000">
              <a:latin typeface="ＭＳ Ｐゴシック" panose="020B0600070205080204" pitchFamily="50" charset="-128"/>
            </a:endParaRPr>
          </a:p>
        </p:txBody>
      </p:sp>
      <p:pic>
        <p:nvPicPr>
          <p:cNvPr id="1044" name="Picture 20" descr="siprop-ba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siprop-logo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863" y="0"/>
            <a:ext cx="1354137" cy="78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iprop-white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Times" panose="02020603050405020304" pitchFamily="18" charset="0"/>
        <a:buBlip>
          <a:blip r:embed="rId16"/>
        </a:buBlip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9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>
          <a:xfrm>
            <a:off x="4643438" y="6596063"/>
            <a:ext cx="4033837" cy="288925"/>
          </a:xfrm>
        </p:spPr>
        <p:txBody>
          <a:bodyPr/>
          <a:lstStyle/>
          <a:p>
            <a:r>
              <a:rPr lang="en-US" altLang="ja-JP" dirty="0"/>
              <a:t>©</a:t>
            </a:r>
            <a:r>
              <a:rPr lang="en-US" altLang="ja-JP" dirty="0" err="1"/>
              <a:t>SIProp</a:t>
            </a:r>
            <a:r>
              <a:rPr lang="en-US" altLang="ja-JP" dirty="0"/>
              <a:t> Project, 2006-2017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CC27800D-94DE-4694-A4F4-80F2213A23F6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400" y="1352550"/>
            <a:ext cx="7772400" cy="1143000"/>
          </a:xfrm>
        </p:spPr>
        <p:txBody>
          <a:bodyPr/>
          <a:lstStyle/>
          <a:p>
            <a:r>
              <a:rPr lang="en-US" altLang="ja-JP" dirty="0"/>
              <a:t>Radiation</a:t>
            </a:r>
            <a:r>
              <a:rPr lang="ja-JP" altLang="en-US" dirty="0"/>
              <a:t> </a:t>
            </a:r>
            <a:r>
              <a:rPr lang="en-US" altLang="ja-JP" dirty="0"/>
              <a:t>Test</a:t>
            </a:r>
            <a:r>
              <a:rPr lang="ja-JP" altLang="en-US" dirty="0"/>
              <a:t> </a:t>
            </a:r>
            <a:r>
              <a:rPr lang="en-US" altLang="ja-JP" dirty="0"/>
              <a:t>–Raspberry Pi Zero-</a:t>
            </a:r>
            <a:endParaRPr lang="ja-JP" altLang="ja-JP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/>
              <a:t>Noritsuna Imamura</a:t>
            </a:r>
          </a:p>
          <a:p>
            <a:r>
              <a:rPr lang="en-US" altLang="ja-JP" dirty="0"/>
              <a:t>noritsuna@siprop.org</a:t>
            </a:r>
            <a:endParaRPr lang="ja-JP" altLang="ja-JP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Purpose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Testing Total Dose for Raspberry PI Zero</a:t>
            </a:r>
          </a:p>
          <a:p>
            <a:pPr lvl="1"/>
            <a:r>
              <a:rPr kumimoji="1" lang="en-US" altLang="ja-JP" dirty="0"/>
              <a:t>Target Devices</a:t>
            </a:r>
          </a:p>
          <a:p>
            <a:pPr lvl="2"/>
            <a:r>
              <a:rPr lang="en-US" altLang="ja-JP" dirty="0"/>
              <a:t>Raspberry PI Zero: Ver.1.2</a:t>
            </a:r>
          </a:p>
          <a:p>
            <a:pPr lvl="2"/>
            <a:r>
              <a:rPr kumimoji="1" lang="en-US" altLang="ja-JP" dirty="0"/>
              <a:t>MicroSD Card: TOSHIBA 8GB Class10(</a:t>
            </a:r>
            <a:r>
              <a:rPr lang="en-US" altLang="ja-JP" b="1" dirty="0"/>
              <a:t>TOSHIBA MSDAR40N08G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116" y="3212317"/>
            <a:ext cx="4466153" cy="3349615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024993"/>
            <a:ext cx="2150459" cy="353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676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Regulation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Target Radiation Dose</a:t>
            </a:r>
          </a:p>
          <a:p>
            <a:pPr lvl="1"/>
            <a:r>
              <a:rPr lang="en-US" altLang="ja-JP" dirty="0"/>
              <a:t>ISS(International Space Station) Orbit</a:t>
            </a:r>
          </a:p>
          <a:p>
            <a:pPr lvl="2"/>
            <a:r>
              <a:rPr lang="en-US" altLang="ja-JP" dirty="0"/>
              <a:t>SSP 30512 Revision C from NASA</a:t>
            </a:r>
          </a:p>
          <a:p>
            <a:pPr lvl="1"/>
            <a:r>
              <a:rPr lang="en-US" altLang="ja-JP" dirty="0"/>
              <a:t>Heat</a:t>
            </a:r>
            <a:r>
              <a:rPr lang="ja-JP" altLang="en-US" dirty="0"/>
              <a:t> </a:t>
            </a:r>
            <a:r>
              <a:rPr lang="en-US" altLang="ja-JP" dirty="0"/>
              <a:t>Sink</a:t>
            </a:r>
            <a:r>
              <a:rPr lang="ja-JP" altLang="en-US" dirty="0"/>
              <a:t>：</a:t>
            </a:r>
            <a:r>
              <a:rPr lang="en-US" altLang="ja-JP" dirty="0"/>
              <a:t> 0.5[mm] Thickness of Aluminum Plate</a:t>
            </a:r>
          </a:p>
          <a:p>
            <a:pPr lvl="2"/>
            <a:r>
              <a:rPr lang="en-US" altLang="ja-JP" dirty="0"/>
              <a:t>8773[rad/year] = 87.73 [gray/year]</a:t>
            </a:r>
          </a:p>
          <a:p>
            <a:pPr lvl="1"/>
            <a:r>
              <a:rPr lang="en-US" altLang="ja-JP" dirty="0"/>
              <a:t>Mission Period: 2.6[year]</a:t>
            </a:r>
            <a:endParaRPr lang="ja-JP" altLang="en-US" dirty="0"/>
          </a:p>
          <a:p>
            <a:pPr lvl="2"/>
            <a:r>
              <a:rPr lang="en-US" altLang="ja-JP" dirty="0"/>
              <a:t>87.73[gray/year] * 2.6[year] = </a:t>
            </a:r>
            <a:r>
              <a:rPr lang="en-US" altLang="ja-JP" b="1" dirty="0">
                <a:solidFill>
                  <a:srgbClr val="FF0000"/>
                </a:solidFill>
              </a:rPr>
              <a:t>228.10 [gray]</a:t>
            </a:r>
          </a:p>
          <a:p>
            <a:r>
              <a:rPr lang="en-US" altLang="ja-JP" dirty="0"/>
              <a:t>Testing Radiation Dose</a:t>
            </a:r>
          </a:p>
          <a:p>
            <a:pPr lvl="1"/>
            <a:r>
              <a:rPr lang="en-US" altLang="ja-JP" dirty="0"/>
              <a:t>Radioactivity: Cobalt-60</a:t>
            </a:r>
          </a:p>
          <a:p>
            <a:pPr lvl="1"/>
            <a:r>
              <a:rPr lang="en-US" altLang="ja-JP" dirty="0"/>
              <a:t>Distance of the Radioactivity: 80[cm]</a:t>
            </a:r>
          </a:p>
          <a:p>
            <a:pPr lvl="1"/>
            <a:r>
              <a:rPr lang="en-US" altLang="ja-JP" dirty="0"/>
              <a:t>Testing Date: 22/Mar/2017</a:t>
            </a:r>
          </a:p>
          <a:p>
            <a:pPr lvl="1"/>
            <a:r>
              <a:rPr lang="en-US" altLang="ja-JP" dirty="0"/>
              <a:t>Irradiation Time: 5[h]</a:t>
            </a:r>
            <a:endParaRPr lang="ja-JP" altLang="en-US" dirty="0"/>
          </a:p>
          <a:p>
            <a:pPr lvl="2"/>
            <a:r>
              <a:rPr lang="en-US" altLang="ja-JP" dirty="0"/>
              <a:t>46[ray/h] * 5[h] = </a:t>
            </a:r>
            <a:r>
              <a:rPr lang="en-US" altLang="ja-JP" b="1" dirty="0">
                <a:solidFill>
                  <a:srgbClr val="FF0000"/>
                </a:solidFill>
              </a:rPr>
              <a:t>230 [gray]</a:t>
            </a:r>
          </a:p>
        </p:txBody>
      </p:sp>
    </p:spTree>
    <p:extLst>
      <p:ext uri="{BB962C8B-B14F-4D97-AF65-F5344CB8AC3E}">
        <p14:creationId xmlns:p14="http://schemas.microsoft.com/office/powerpoint/2010/main" val="588778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Calculation Tables</a:t>
            </a:r>
            <a:endParaRPr kumimoji="1" lang="ja-JP" altLang="en-US" dirty="0"/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228021"/>
            <a:ext cx="3739600" cy="5327650"/>
          </a:xfrm>
        </p:spPr>
      </p:pic>
      <p:sp>
        <p:nvSpPr>
          <p:cNvPr id="8" name="テキスト ボックス 7"/>
          <p:cNvSpPr txBox="1"/>
          <p:nvPr/>
        </p:nvSpPr>
        <p:spPr>
          <a:xfrm>
            <a:off x="1043608" y="916698"/>
            <a:ext cx="3091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Table</a:t>
            </a:r>
            <a:r>
              <a:rPr lang="ja-JP" altLang="en-US" sz="1600" dirty="0"/>
              <a:t>１．</a:t>
            </a:r>
            <a:r>
              <a:rPr lang="en-US" altLang="ja-JP" sz="1600" dirty="0"/>
              <a:t>SSP 30512 Revision C</a:t>
            </a:r>
            <a:endParaRPr kumimoji="1" lang="ja-JP" altLang="en-US" sz="16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724128" y="916698"/>
            <a:ext cx="19986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Table2</a:t>
            </a:r>
            <a:r>
              <a:rPr lang="ja-JP" altLang="en-US" sz="1600" dirty="0" err="1"/>
              <a:t>．</a:t>
            </a:r>
            <a:r>
              <a:rPr lang="en-US" altLang="ja-JP" sz="1600" dirty="0"/>
              <a:t>Dose Rate</a:t>
            </a:r>
            <a:endParaRPr kumimoji="1" lang="ja-JP" altLang="en-US" sz="1600" dirty="0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3362799"/>
            <a:ext cx="2560933" cy="3415645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24" t="2128" r="6286" b="3541"/>
          <a:stretch/>
        </p:blipFill>
        <p:spPr>
          <a:xfrm rot="16200000">
            <a:off x="5657805" y="-123398"/>
            <a:ext cx="2107546" cy="486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541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Test</a:t>
            </a:r>
            <a:r>
              <a:rPr lang="ja-JP" altLang="en-US" dirty="0"/>
              <a:t> </a:t>
            </a:r>
            <a:r>
              <a:rPr lang="en-US" altLang="ja-JP" dirty="0"/>
              <a:t>Method</a:t>
            </a:r>
            <a:endParaRPr kumimoji="1" lang="ja-JP" altLang="en-US" dirty="0"/>
          </a:p>
        </p:txBody>
      </p:sp>
      <p:graphicFrame>
        <p:nvGraphicFramePr>
          <p:cNvPr id="3" name="表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487742"/>
              </p:ext>
            </p:extLst>
          </p:nvPr>
        </p:nvGraphicFramePr>
        <p:xfrm>
          <a:off x="957606" y="1123557"/>
          <a:ext cx="7530414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09">
                  <a:extLst>
                    <a:ext uri="{9D8B030D-6E8A-4147-A177-3AD203B41FA5}">
                      <a16:colId xmlns:a16="http://schemas.microsoft.com/office/drawing/2014/main" val="2936449453"/>
                    </a:ext>
                  </a:extLst>
                </a:gridCol>
                <a:gridCol w="666216">
                  <a:extLst>
                    <a:ext uri="{9D8B030D-6E8A-4147-A177-3AD203B41FA5}">
                      <a16:colId xmlns:a16="http://schemas.microsoft.com/office/drawing/2014/main" val="927464280"/>
                    </a:ext>
                  </a:extLst>
                </a:gridCol>
                <a:gridCol w="5341189">
                  <a:extLst>
                    <a:ext uri="{9D8B030D-6E8A-4147-A177-3AD203B41FA5}">
                      <a16:colId xmlns:a16="http://schemas.microsoft.com/office/drawing/2014/main" val="21214912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Phase</a:t>
                      </a:r>
                      <a:endParaRPr kumimoji="1" lang="ja-JP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kumimoji="1" lang="ja-JP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Task</a:t>
                      </a:r>
                      <a:endParaRPr kumimoji="1" lang="ja-JP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08679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kumimoji="1" lang="en-US" altLang="ja-JP" dirty="0"/>
                        <a:t>Before Test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Setup Raspberry PI Zero, </a:t>
                      </a:r>
                      <a:r>
                        <a:rPr kumimoji="1" lang="en-US" altLang="ja-JP" b="1" dirty="0">
                          <a:solidFill>
                            <a:srgbClr val="FF0000"/>
                          </a:solidFill>
                        </a:rPr>
                        <a:t>Consumption Current Logger</a:t>
                      </a:r>
                      <a:r>
                        <a:rPr kumimoji="1" lang="en-US" altLang="ja-JP" dirty="0"/>
                        <a:t>, Power Supply.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66045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Set Current Date on Raspberry PI Zero.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58552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Run the </a:t>
                      </a:r>
                      <a:r>
                        <a:rPr kumimoji="1" lang="en-US" altLang="ja-JP" b="1" dirty="0">
                          <a:solidFill>
                            <a:srgbClr val="FF0000"/>
                          </a:solidFill>
                        </a:rPr>
                        <a:t>Testing Application </a:t>
                      </a:r>
                      <a:r>
                        <a:rPr kumimoji="1" lang="en-US" altLang="ja-JP" dirty="0"/>
                        <a:t>on Raspberry PI Zero.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32572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altLang="ja-JP" dirty="0"/>
                        <a:t>During Test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Get CPU’s Temperature &amp; Current Time in Every Minute.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5914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Create Current Time as File and Write Current Temperature in this File. 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09143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Get &amp; Save Current </a:t>
                      </a:r>
                      <a:r>
                        <a:rPr lang="en-US" altLang="ja-JP" dirty="0"/>
                        <a:t>Consumption</a:t>
                      </a:r>
                      <a:r>
                        <a:rPr kumimoji="1" lang="en-US" altLang="ja-JP" dirty="0"/>
                        <a:t> Current by Logger.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725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7624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Test</a:t>
            </a:r>
            <a:r>
              <a:rPr lang="ja-JP" altLang="en-US" dirty="0"/>
              <a:t> </a:t>
            </a:r>
            <a:r>
              <a:rPr lang="en-US" altLang="ja-JP" dirty="0"/>
              <a:t>Application 1/2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8126288" cy="5327650"/>
          </a:xfrm>
        </p:spPr>
        <p:txBody>
          <a:bodyPr/>
          <a:lstStyle/>
          <a:p>
            <a:r>
              <a:rPr lang="en-US" altLang="ja-JP" dirty="0"/>
              <a:t>Check Targets &amp; Reason</a:t>
            </a:r>
          </a:p>
          <a:p>
            <a:pPr lvl="1"/>
            <a:r>
              <a:rPr lang="en-US" altLang="ja-JP" dirty="0"/>
              <a:t>CPU</a:t>
            </a:r>
          </a:p>
          <a:p>
            <a:pPr lvl="2"/>
            <a:r>
              <a:rPr lang="en-US" altLang="ja-JP" dirty="0"/>
              <a:t>Raspberry PI Zero’s parts are a CPU &amp; a voltage regulator only.</a:t>
            </a:r>
          </a:p>
          <a:p>
            <a:pPr lvl="1"/>
            <a:r>
              <a:rPr lang="en-US" altLang="ja-JP" dirty="0"/>
              <a:t>Clock</a:t>
            </a:r>
          </a:p>
          <a:p>
            <a:pPr lvl="2"/>
            <a:r>
              <a:rPr lang="en-US" altLang="ja-JP" dirty="0"/>
              <a:t>The clock shifts by a radioactive noise. </a:t>
            </a:r>
          </a:p>
          <a:p>
            <a:pPr lvl="1"/>
            <a:r>
              <a:rPr lang="en-US" altLang="ja-JP" dirty="0"/>
              <a:t>MicroSD Card</a:t>
            </a:r>
            <a:endParaRPr lang="ja-JP" altLang="en-US" dirty="0"/>
          </a:p>
          <a:p>
            <a:pPr lvl="2"/>
            <a:r>
              <a:rPr kumimoji="1" lang="en-US" altLang="ja-JP" dirty="0"/>
              <a:t>MicroSD Card has a micro computer.</a:t>
            </a:r>
          </a:p>
          <a:p>
            <a:pPr lvl="2"/>
            <a:r>
              <a:rPr kumimoji="1" lang="en-US" altLang="ja-JP" dirty="0"/>
              <a:t>NAND Flash is weak in radiation.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107" y="4149080"/>
            <a:ext cx="3611893" cy="270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045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Test</a:t>
            </a:r>
            <a:r>
              <a:rPr lang="ja-JP" altLang="en-US" dirty="0"/>
              <a:t> </a:t>
            </a:r>
            <a:r>
              <a:rPr lang="en-US" altLang="ja-JP" dirty="0"/>
              <a:t>Application 2/2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572000" y="980728"/>
            <a:ext cx="4608512" cy="575542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#!/</a:t>
            </a:r>
            <a:r>
              <a:rPr lang="en-US" altLang="ja-JP" sz="1600" dirty="0" err="1">
                <a:solidFill>
                  <a:schemeClr val="bg1"/>
                </a:solidFill>
              </a:rPr>
              <a:t>usr</a:t>
            </a:r>
            <a:r>
              <a:rPr lang="en-US" altLang="ja-JP" sz="1600" dirty="0">
                <a:solidFill>
                  <a:schemeClr val="bg1"/>
                </a:solidFill>
              </a:rPr>
              <a:t>/bin/python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#coding:utf-8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import </a:t>
            </a:r>
            <a:r>
              <a:rPr lang="en-US" altLang="ja-JP" sz="1600" dirty="0" err="1">
                <a:solidFill>
                  <a:schemeClr val="bg1"/>
                </a:solidFill>
              </a:rPr>
              <a:t>os</a:t>
            </a:r>
            <a:endParaRPr lang="en-US" altLang="ja-JP" sz="16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import commands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import </a:t>
            </a:r>
            <a:r>
              <a:rPr lang="en-US" altLang="ja-JP" sz="1600" dirty="0" err="1">
                <a:solidFill>
                  <a:schemeClr val="bg1"/>
                </a:solidFill>
              </a:rPr>
              <a:t>datetime</a:t>
            </a:r>
            <a:endParaRPr lang="en-US" altLang="ja-JP" sz="16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import locale</a:t>
            </a:r>
          </a:p>
          <a:p>
            <a:pPr marL="457200" indent="-457200">
              <a:buFont typeface="+mj-lt"/>
              <a:buAutoNum type="arabicPeriod"/>
            </a:pPr>
            <a:endParaRPr lang="en-US" altLang="ja-JP" sz="16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d = </a:t>
            </a:r>
            <a:r>
              <a:rPr lang="en-US" altLang="ja-JP" sz="1600" dirty="0" err="1">
                <a:solidFill>
                  <a:schemeClr val="bg1"/>
                </a:solidFill>
              </a:rPr>
              <a:t>datetime.datetime.today</a:t>
            </a:r>
            <a:r>
              <a:rPr lang="en-US" altLang="ja-JP" sz="1600" dirty="0">
                <a:solidFill>
                  <a:schemeClr val="bg1"/>
                </a:solidFill>
              </a:rPr>
              <a:t>()</a:t>
            </a:r>
          </a:p>
          <a:p>
            <a:pPr marL="457200" indent="-457200">
              <a:buFont typeface="+mj-lt"/>
              <a:buAutoNum type="arabicPeriod"/>
            </a:pPr>
            <a:endParaRPr lang="en-US" altLang="ja-JP" sz="16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temp = </a:t>
            </a:r>
            <a:r>
              <a:rPr lang="en-US" altLang="ja-JP" sz="1600" dirty="0" err="1">
                <a:solidFill>
                  <a:schemeClr val="bg1"/>
                </a:solidFill>
              </a:rPr>
              <a:t>commands.getoutput</a:t>
            </a:r>
            <a:r>
              <a:rPr lang="en-US" altLang="ja-JP" sz="1600" dirty="0">
                <a:solidFill>
                  <a:schemeClr val="bg1"/>
                </a:solidFill>
              </a:rPr>
              <a:t>("</a:t>
            </a:r>
            <a:r>
              <a:rPr lang="en-US" altLang="ja-JP" sz="1600" dirty="0" err="1">
                <a:solidFill>
                  <a:schemeClr val="bg1"/>
                </a:solidFill>
              </a:rPr>
              <a:t>vcgencmd</a:t>
            </a:r>
            <a:r>
              <a:rPr lang="en-US" altLang="ja-JP" sz="1600" dirty="0">
                <a:solidFill>
                  <a:schemeClr val="bg1"/>
                </a:solidFill>
              </a:rPr>
              <a:t> </a:t>
            </a:r>
            <a:r>
              <a:rPr lang="en-US" altLang="ja-JP" sz="1600" dirty="0" err="1">
                <a:solidFill>
                  <a:schemeClr val="bg1"/>
                </a:solidFill>
              </a:rPr>
              <a:t>measure_temp</a:t>
            </a:r>
            <a:r>
              <a:rPr lang="en-US" altLang="ja-JP" sz="1600" dirty="0">
                <a:solidFill>
                  <a:schemeClr val="bg1"/>
                </a:solidFill>
              </a:rPr>
              <a:t>").split('=')</a:t>
            </a:r>
          </a:p>
          <a:p>
            <a:pPr marL="457200" indent="-457200">
              <a:buFont typeface="+mj-lt"/>
              <a:buAutoNum type="arabicPeriod"/>
            </a:pPr>
            <a:endParaRPr lang="en-US" altLang="ja-JP" sz="16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 err="1">
                <a:solidFill>
                  <a:schemeClr val="bg1"/>
                </a:solidFill>
              </a:rPr>
              <a:t>date_form_body</a:t>
            </a:r>
            <a:r>
              <a:rPr lang="en-US" altLang="ja-JP" sz="1600" dirty="0">
                <a:solidFill>
                  <a:schemeClr val="bg1"/>
                </a:solidFill>
              </a:rPr>
              <a:t>=</a:t>
            </a:r>
            <a:r>
              <a:rPr lang="en-US" altLang="ja-JP" sz="1600" dirty="0" err="1">
                <a:solidFill>
                  <a:schemeClr val="bg1"/>
                </a:solidFill>
              </a:rPr>
              <a:t>d.strftime</a:t>
            </a:r>
            <a:r>
              <a:rPr lang="en-US" altLang="ja-JP" sz="1600" dirty="0">
                <a:solidFill>
                  <a:schemeClr val="bg1"/>
                </a:solidFill>
              </a:rPr>
              <a:t>("%Y-%m-%d %H:%M:%S ")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s=</a:t>
            </a:r>
            <a:r>
              <a:rPr lang="en-US" altLang="ja-JP" sz="1600" dirty="0" err="1">
                <a:solidFill>
                  <a:schemeClr val="bg1"/>
                </a:solidFill>
              </a:rPr>
              <a:t>date_form_body</a:t>
            </a:r>
            <a:r>
              <a:rPr lang="en-US" altLang="ja-JP" sz="1600" dirty="0">
                <a:solidFill>
                  <a:schemeClr val="bg1"/>
                </a:solidFill>
              </a:rPr>
              <a:t> + temp[1] + '\n'</a:t>
            </a:r>
          </a:p>
          <a:p>
            <a:pPr marL="457200" indent="-457200">
              <a:buFont typeface="+mj-lt"/>
              <a:buAutoNum type="arabicPeriod"/>
            </a:pPr>
            <a:endParaRPr lang="en-US" altLang="ja-JP" sz="16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 err="1">
                <a:solidFill>
                  <a:schemeClr val="bg1"/>
                </a:solidFill>
              </a:rPr>
              <a:t>date_form_file</a:t>
            </a:r>
            <a:r>
              <a:rPr lang="en-US" altLang="ja-JP" sz="1600" dirty="0">
                <a:solidFill>
                  <a:schemeClr val="bg1"/>
                </a:solidFill>
              </a:rPr>
              <a:t>=</a:t>
            </a:r>
            <a:r>
              <a:rPr lang="en-US" altLang="ja-JP" sz="1600" dirty="0" err="1">
                <a:solidFill>
                  <a:schemeClr val="bg1"/>
                </a:solidFill>
              </a:rPr>
              <a:t>d.strftime</a:t>
            </a:r>
            <a:r>
              <a:rPr lang="en-US" altLang="ja-JP" sz="1600" dirty="0">
                <a:solidFill>
                  <a:schemeClr val="bg1"/>
                </a:solidFill>
              </a:rPr>
              <a:t>("%Y-%m-%</a:t>
            </a:r>
            <a:r>
              <a:rPr lang="en-US" altLang="ja-JP" sz="1600" dirty="0" err="1">
                <a:solidFill>
                  <a:schemeClr val="bg1"/>
                </a:solidFill>
              </a:rPr>
              <a:t>d_%H</a:t>
            </a:r>
            <a:r>
              <a:rPr lang="en-US" altLang="ja-JP" sz="1600" dirty="0">
                <a:solidFill>
                  <a:schemeClr val="bg1"/>
                </a:solidFill>
              </a:rPr>
              <a:t>:%M:%S")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filename=</a:t>
            </a:r>
            <a:r>
              <a:rPr lang="en-US" altLang="ja-JP" sz="1600" dirty="0" err="1">
                <a:solidFill>
                  <a:schemeClr val="bg1"/>
                </a:solidFill>
              </a:rPr>
              <a:t>date_form_file</a:t>
            </a:r>
            <a:r>
              <a:rPr lang="en-US" altLang="ja-JP" sz="1600" dirty="0">
                <a:solidFill>
                  <a:schemeClr val="bg1"/>
                </a:solidFill>
              </a:rPr>
              <a:t> + '.log'</a:t>
            </a:r>
          </a:p>
          <a:p>
            <a:pPr marL="457200" indent="-457200">
              <a:buFont typeface="+mj-lt"/>
              <a:buAutoNum type="arabicPeriod"/>
            </a:pPr>
            <a:endParaRPr lang="en-US" altLang="ja-JP" sz="16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f = open(</a:t>
            </a:r>
            <a:r>
              <a:rPr lang="en-US" altLang="ja-JP" sz="1600" dirty="0" err="1">
                <a:solidFill>
                  <a:schemeClr val="bg1"/>
                </a:solidFill>
              </a:rPr>
              <a:t>filename,'a</a:t>
            </a:r>
            <a:r>
              <a:rPr lang="en-US" altLang="ja-JP" sz="1600" dirty="0">
                <a:solidFill>
                  <a:schemeClr val="bg1"/>
                </a:solidFill>
              </a:rPr>
              <a:t>')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 err="1">
                <a:solidFill>
                  <a:schemeClr val="bg1"/>
                </a:solidFill>
              </a:rPr>
              <a:t>f.write</a:t>
            </a:r>
            <a:r>
              <a:rPr lang="en-US" altLang="ja-JP" sz="1600" dirty="0">
                <a:solidFill>
                  <a:schemeClr val="bg1"/>
                </a:solidFill>
              </a:rPr>
              <a:t>(s)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1600" dirty="0" err="1">
                <a:solidFill>
                  <a:schemeClr val="bg1"/>
                </a:solidFill>
              </a:rPr>
              <a:t>f.close</a:t>
            </a:r>
            <a:r>
              <a:rPr lang="en-US" altLang="ja-JP" sz="1600" dirty="0">
                <a:solidFill>
                  <a:schemeClr val="bg1"/>
                </a:solidFill>
              </a:rPr>
              <a:t>()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838200" y="1125538"/>
            <a:ext cx="3733800" cy="5327650"/>
          </a:xfrm>
        </p:spPr>
        <p:txBody>
          <a:bodyPr/>
          <a:lstStyle/>
          <a:p>
            <a:r>
              <a:rPr lang="en-US" altLang="ja-JP" dirty="0"/>
              <a:t>Operations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Get </a:t>
            </a:r>
            <a:r>
              <a:rPr lang="en-US" altLang="ja-JP" dirty="0">
                <a:solidFill>
                  <a:srgbClr val="FF0000"/>
                </a:solidFill>
              </a:rPr>
              <a:t>CPU’s Temperature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Get </a:t>
            </a:r>
            <a:r>
              <a:rPr lang="en-US" altLang="ja-JP" dirty="0">
                <a:solidFill>
                  <a:srgbClr val="FF0000"/>
                </a:solidFill>
              </a:rPr>
              <a:t>Current Time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>
                <a:solidFill>
                  <a:srgbClr val="FF0000"/>
                </a:solidFill>
              </a:rPr>
              <a:t>Create File</a:t>
            </a:r>
            <a:r>
              <a:rPr lang="en-US" altLang="ja-JP" dirty="0"/>
              <a:t> by Current Time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Write CPU’s Temperature &amp; Current Time in this File.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Close the File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Exit the Application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Run this </a:t>
            </a:r>
            <a:r>
              <a:rPr lang="en-US" altLang="ja-JP" dirty="0" err="1"/>
              <a:t>Appli</a:t>
            </a:r>
            <a:r>
              <a:rPr lang="en-US" altLang="ja-JP" dirty="0"/>
              <a:t> </a:t>
            </a:r>
            <a:r>
              <a:rPr lang="en-US" altLang="ja-JP" dirty="0">
                <a:solidFill>
                  <a:srgbClr val="FF0000"/>
                </a:solidFill>
              </a:rPr>
              <a:t>Every Minute by</a:t>
            </a:r>
            <a:r>
              <a:rPr lang="ja-JP" altLang="en-US" dirty="0">
                <a:solidFill>
                  <a:srgbClr val="FF0000"/>
                </a:solidFill>
              </a:rPr>
              <a:t> </a:t>
            </a:r>
            <a:r>
              <a:rPr lang="en-US" altLang="ja-JP" dirty="0" err="1">
                <a:solidFill>
                  <a:srgbClr val="FF0000"/>
                </a:solidFill>
              </a:rPr>
              <a:t>cron</a:t>
            </a:r>
            <a:endParaRPr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104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Consumption </a:t>
            </a:r>
            <a:r>
              <a:rPr kumimoji="1" lang="en-US" altLang="ja-JP" dirty="0"/>
              <a:t>Current Logger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Reason</a:t>
            </a:r>
          </a:p>
          <a:p>
            <a:pPr lvl="1"/>
            <a:r>
              <a:rPr lang="en-US" altLang="ja-JP" dirty="0"/>
              <a:t>Consumption current goes up by total dose</a:t>
            </a:r>
            <a:r>
              <a:rPr lang="ja-JP" altLang="en-US" dirty="0"/>
              <a:t> </a:t>
            </a:r>
            <a:r>
              <a:rPr lang="en-US" altLang="ja-JP" dirty="0"/>
              <a:t>degradation. </a:t>
            </a:r>
            <a:endParaRPr lang="ja-JP" altLang="en-US" dirty="0"/>
          </a:p>
          <a:p>
            <a:r>
              <a:rPr lang="en-US" altLang="ja-JP" dirty="0"/>
              <a:t>Operation</a:t>
            </a:r>
          </a:p>
          <a:p>
            <a:pPr lvl="1"/>
            <a:r>
              <a:rPr lang="en-US" altLang="ja-JP" dirty="0"/>
              <a:t>Get &amp; Save Current Consumption Current Every 30 seconds.</a:t>
            </a:r>
            <a:endParaRPr kumimoji="1" lang="en-US" altLang="ja-JP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350" y="4365104"/>
            <a:ext cx="3244925" cy="197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13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Test</a:t>
            </a:r>
            <a:r>
              <a:rPr kumimoji="1" lang="ja-JP" altLang="en-US" dirty="0"/>
              <a:t> </a:t>
            </a:r>
            <a:r>
              <a:rPr kumimoji="1" lang="en-US" altLang="ja-JP" dirty="0"/>
              <a:t>Environment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6613" y="1129325"/>
            <a:ext cx="7772400" cy="5327650"/>
          </a:xfrm>
        </p:spPr>
        <p:txBody>
          <a:bodyPr/>
          <a:lstStyle/>
          <a:p>
            <a:r>
              <a:rPr lang="en-US" altLang="ja-JP" dirty="0"/>
              <a:t>Top: Upper-Surface Figure, Lower Left: Front Figure, Lower Right: Rear Figure</a:t>
            </a:r>
          </a:p>
          <a:p>
            <a:pPr lvl="1"/>
            <a:r>
              <a:rPr lang="en-US" altLang="ja-JP" dirty="0"/>
              <a:t>Red Circle: Raspberry PI Zero</a:t>
            </a:r>
          </a:p>
          <a:p>
            <a:pPr lvl="1"/>
            <a:r>
              <a:rPr kumimoji="1" lang="en-US" altLang="ja-JP" dirty="0"/>
              <a:t>Blue Circle: </a:t>
            </a:r>
            <a:r>
              <a:rPr lang="en-US" altLang="ja-JP" dirty="0"/>
              <a:t>Irradiation Point</a:t>
            </a:r>
            <a:endParaRPr kumimoji="1" lang="ja-JP" altLang="en-US" dirty="0"/>
          </a:p>
        </p:txBody>
      </p:sp>
      <p:grpSp>
        <p:nvGrpSpPr>
          <p:cNvPr id="11" name="グループ化 10"/>
          <p:cNvGrpSpPr/>
          <p:nvPr/>
        </p:nvGrpSpPr>
        <p:grpSpPr>
          <a:xfrm>
            <a:off x="-36512" y="4027502"/>
            <a:ext cx="4458072" cy="3343554"/>
            <a:chOff x="-36512" y="4027502"/>
            <a:chExt cx="4458072" cy="3343554"/>
          </a:xfrm>
        </p:grpSpPr>
        <p:grpSp>
          <p:nvGrpSpPr>
            <p:cNvPr id="4" name="グループ化 3"/>
            <p:cNvGrpSpPr/>
            <p:nvPr/>
          </p:nvGrpSpPr>
          <p:grpSpPr>
            <a:xfrm>
              <a:off x="-36512" y="4027502"/>
              <a:ext cx="4458072" cy="3343554"/>
              <a:chOff x="-36512" y="4027502"/>
              <a:chExt cx="4458072" cy="3343554"/>
            </a:xfrm>
          </p:grpSpPr>
          <p:pic>
            <p:nvPicPr>
              <p:cNvPr id="7" name="図 6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6512" y="4027502"/>
                <a:ext cx="4458072" cy="3343554"/>
              </a:xfrm>
              <a:prstGeom prst="rect">
                <a:avLst/>
              </a:prstGeom>
            </p:spPr>
          </p:pic>
          <p:sp>
            <p:nvSpPr>
              <p:cNvPr id="14" name="楕円 13"/>
              <p:cNvSpPr/>
              <p:nvPr/>
            </p:nvSpPr>
            <p:spPr>
              <a:xfrm>
                <a:off x="2915816" y="5301208"/>
                <a:ext cx="432048" cy="443484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7" name="楕円 16"/>
            <p:cNvSpPr/>
            <p:nvPr/>
          </p:nvSpPr>
          <p:spPr>
            <a:xfrm>
              <a:off x="121875" y="4411362"/>
              <a:ext cx="1346285" cy="2834062"/>
            </a:xfrm>
            <a:prstGeom prst="ellipse">
              <a:avLst/>
            </a:prstGeom>
            <a:noFill/>
            <a:ln w="38100">
              <a:solidFill>
                <a:srgbClr val="008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グループ化 11"/>
          <p:cNvGrpSpPr/>
          <p:nvPr/>
        </p:nvGrpSpPr>
        <p:grpSpPr>
          <a:xfrm>
            <a:off x="4865679" y="4078912"/>
            <a:ext cx="4458072" cy="3343554"/>
            <a:chOff x="4865679" y="4078912"/>
            <a:chExt cx="4458072" cy="3343554"/>
          </a:xfrm>
        </p:grpSpPr>
        <p:grpSp>
          <p:nvGrpSpPr>
            <p:cNvPr id="8" name="グループ化 7"/>
            <p:cNvGrpSpPr/>
            <p:nvPr/>
          </p:nvGrpSpPr>
          <p:grpSpPr>
            <a:xfrm>
              <a:off x="4865679" y="4078912"/>
              <a:ext cx="4458072" cy="3343554"/>
              <a:chOff x="4860032" y="4097466"/>
              <a:chExt cx="4458072" cy="3343554"/>
            </a:xfrm>
          </p:grpSpPr>
          <p:pic>
            <p:nvPicPr>
              <p:cNvPr id="5" name="図 4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60032" y="4097466"/>
                <a:ext cx="4458072" cy="3343554"/>
              </a:xfrm>
              <a:prstGeom prst="rect">
                <a:avLst/>
              </a:prstGeom>
            </p:spPr>
          </p:pic>
          <p:sp>
            <p:nvSpPr>
              <p:cNvPr id="16" name="楕円 15"/>
              <p:cNvSpPr/>
              <p:nvPr/>
            </p:nvSpPr>
            <p:spPr>
              <a:xfrm>
                <a:off x="6362590" y="6320792"/>
                <a:ext cx="485311" cy="461147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8" name="楕円 17"/>
            <p:cNvSpPr/>
            <p:nvPr/>
          </p:nvSpPr>
          <p:spPr>
            <a:xfrm>
              <a:off x="6012160" y="5301208"/>
              <a:ext cx="593085" cy="651914"/>
            </a:xfrm>
            <a:prstGeom prst="ellipse">
              <a:avLst/>
            </a:prstGeom>
            <a:noFill/>
            <a:ln w="38100">
              <a:solidFill>
                <a:srgbClr val="008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グループ化 9"/>
          <p:cNvGrpSpPr/>
          <p:nvPr/>
        </p:nvGrpSpPr>
        <p:grpSpPr>
          <a:xfrm>
            <a:off x="2341285" y="2924944"/>
            <a:ext cx="4600555" cy="2163923"/>
            <a:chOff x="2341285" y="2924944"/>
            <a:chExt cx="4600555" cy="2163923"/>
          </a:xfrm>
        </p:grpSpPr>
        <p:grpSp>
          <p:nvGrpSpPr>
            <p:cNvPr id="6" name="グループ化 5"/>
            <p:cNvGrpSpPr/>
            <p:nvPr/>
          </p:nvGrpSpPr>
          <p:grpSpPr>
            <a:xfrm>
              <a:off x="2483768" y="2924944"/>
              <a:ext cx="4458072" cy="2163923"/>
              <a:chOff x="2251921" y="2781355"/>
              <a:chExt cx="4458072" cy="2163923"/>
            </a:xfrm>
          </p:grpSpPr>
          <p:pic>
            <p:nvPicPr>
              <p:cNvPr id="9" name="図 8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8610" b="16672"/>
              <a:stretch/>
            </p:blipFill>
            <p:spPr>
              <a:xfrm>
                <a:off x="2251921" y="2781355"/>
                <a:ext cx="4458072" cy="2163923"/>
              </a:xfrm>
              <a:prstGeom prst="rect">
                <a:avLst/>
              </a:prstGeom>
            </p:spPr>
          </p:pic>
          <p:sp>
            <p:nvSpPr>
              <p:cNvPr id="15" name="楕円 14"/>
              <p:cNvSpPr/>
              <p:nvPr/>
            </p:nvSpPr>
            <p:spPr>
              <a:xfrm>
                <a:off x="5907032" y="4014876"/>
                <a:ext cx="698213" cy="634740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3" name="楕円 12"/>
            <p:cNvSpPr/>
            <p:nvPr/>
          </p:nvSpPr>
          <p:spPr>
            <a:xfrm>
              <a:off x="2341285" y="3328085"/>
              <a:ext cx="1346285" cy="1421242"/>
            </a:xfrm>
            <a:prstGeom prst="ellipse">
              <a:avLst/>
            </a:prstGeom>
            <a:noFill/>
            <a:ln w="38100">
              <a:solidFill>
                <a:srgbClr val="008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9901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During Test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The value of radioisotope, and an inside situation</a:t>
            </a:r>
            <a:endParaRPr kumimoji="1" lang="ja-JP" altLang="en-US" dirty="0"/>
          </a:p>
        </p:txBody>
      </p:sp>
      <p:grpSp>
        <p:nvGrpSpPr>
          <p:cNvPr id="7" name="グループ化 6"/>
          <p:cNvGrpSpPr/>
          <p:nvPr/>
        </p:nvGrpSpPr>
        <p:grpSpPr>
          <a:xfrm>
            <a:off x="4685928" y="3517386"/>
            <a:ext cx="4458072" cy="3343554"/>
            <a:chOff x="4685928" y="3517386"/>
            <a:chExt cx="4458072" cy="3343554"/>
          </a:xfrm>
        </p:grpSpPr>
        <p:pic>
          <p:nvPicPr>
            <p:cNvPr id="4" name="図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5928" y="3517386"/>
              <a:ext cx="4458072" cy="3343554"/>
            </a:xfrm>
            <a:prstGeom prst="rect">
              <a:avLst/>
            </a:prstGeom>
          </p:spPr>
        </p:pic>
        <p:sp>
          <p:nvSpPr>
            <p:cNvPr id="6" name="楕円 5"/>
            <p:cNvSpPr/>
            <p:nvPr/>
          </p:nvSpPr>
          <p:spPr>
            <a:xfrm>
              <a:off x="6660232" y="5301208"/>
              <a:ext cx="288032" cy="29946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3" y="1772816"/>
            <a:ext cx="4458072" cy="334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359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Test</a:t>
            </a:r>
            <a:r>
              <a:rPr lang="ja-JP" altLang="en-US" dirty="0"/>
              <a:t> </a:t>
            </a:r>
            <a:r>
              <a:rPr lang="en-US" altLang="ja-JP" dirty="0"/>
              <a:t>Result:</a:t>
            </a:r>
            <a:r>
              <a:rPr lang="ja-JP" altLang="en-US" dirty="0"/>
              <a:t> </a:t>
            </a:r>
            <a:r>
              <a:rPr lang="en-US" altLang="ja-JP" dirty="0"/>
              <a:t>CPU</a:t>
            </a:r>
            <a:r>
              <a:rPr lang="ja-JP" altLang="en-US" dirty="0"/>
              <a:t> </a:t>
            </a:r>
            <a:r>
              <a:rPr lang="en-US" altLang="ja-JP" dirty="0"/>
              <a:t>Temperature</a:t>
            </a:r>
            <a:endParaRPr kumimoji="1" lang="ja-JP" altLang="en-US" dirty="0"/>
          </a:p>
        </p:txBody>
      </p:sp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532826"/>
              </p:ext>
            </p:extLst>
          </p:nvPr>
        </p:nvGraphicFramePr>
        <p:xfrm>
          <a:off x="838200" y="1125538"/>
          <a:ext cx="77724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665">
                  <a:extLst>
                    <a:ext uri="{9D8B030D-6E8A-4147-A177-3AD203B41FA5}">
                      <a16:colId xmlns:a16="http://schemas.microsoft.com/office/drawing/2014/main" val="3856463086"/>
                    </a:ext>
                  </a:extLst>
                </a:gridCol>
                <a:gridCol w="1634143">
                  <a:extLst>
                    <a:ext uri="{9D8B030D-6E8A-4147-A177-3AD203B41FA5}">
                      <a16:colId xmlns:a16="http://schemas.microsoft.com/office/drawing/2014/main" val="378656682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80935122"/>
                    </a:ext>
                  </a:extLst>
                </a:gridCol>
                <a:gridCol w="1086272">
                  <a:extLst>
                    <a:ext uri="{9D8B030D-6E8A-4147-A177-3AD203B41FA5}">
                      <a16:colId xmlns:a16="http://schemas.microsoft.com/office/drawing/2014/main" val="3799331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Check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Point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Check Target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Success / Failure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4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Are the files made for every minute?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MicroSD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The files were created with the error for 1 second every minute.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Success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94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Were the files for 5 hours of test time made?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Just files existed. </a:t>
                      </a:r>
                    </a:p>
                    <a:p>
                      <a:r>
                        <a:rPr kumimoji="1" lang="en-US" altLang="ja-JP" dirty="0"/>
                        <a:t>(Last – First) timestamps = 0:02.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Success</a:t>
                      </a:r>
                      <a:endParaRPr kumimoji="1" lang="en-US" altLang="ja-JP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561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Isn't there any inaccurate temperature data?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CPU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Almost all the data was 25.0[C]. Occasional the </a:t>
                      </a:r>
                      <a:r>
                        <a:rPr kumimoji="1" lang="en-US" altLang="ja-JP"/>
                        <a:t>data is </a:t>
                      </a:r>
                      <a:r>
                        <a:rPr kumimoji="1" lang="en-US" altLang="ja-JP" dirty="0"/>
                        <a:t>24.5[C]-26.0 [C]. 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Success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243607"/>
                  </a:ext>
                </a:extLst>
              </a:tr>
            </a:tbl>
          </a:graphicData>
        </a:graphic>
      </p:graphicFrame>
      <p:sp>
        <p:nvSpPr>
          <p:cNvPr id="5" name="コンテンツ プレースホルダー 2"/>
          <p:cNvSpPr txBox="1">
            <a:spLocks/>
          </p:cNvSpPr>
          <p:nvPr/>
        </p:nvSpPr>
        <p:spPr bwMode="auto">
          <a:xfrm>
            <a:off x="1120130" y="4941168"/>
            <a:ext cx="7205365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Blip>
                <a:blip r:embed="rId2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By the above-mentioned test result, I judged that Raspberry PI Zero </a:t>
            </a:r>
            <a:r>
              <a:rPr lang="en-US" altLang="ja-JP" dirty="0">
                <a:solidFill>
                  <a:srgbClr val="FF0000"/>
                </a:solidFill>
              </a:rPr>
              <a:t>passed this test</a:t>
            </a:r>
            <a:r>
              <a:rPr lang="en-US" altLang="ja-JP" dirty="0"/>
              <a:t>.</a:t>
            </a:r>
          </a:p>
          <a:p>
            <a:endParaRPr lang="en-US" altLang="ja-JP" dirty="0"/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39955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Test</a:t>
            </a:r>
            <a:r>
              <a:rPr lang="ja-JP" altLang="en-US" dirty="0"/>
              <a:t> </a:t>
            </a:r>
            <a:r>
              <a:rPr lang="en-US" altLang="ja-JP" dirty="0"/>
              <a:t>Result:</a:t>
            </a:r>
            <a:r>
              <a:rPr lang="ja-JP" altLang="en-US" dirty="0"/>
              <a:t> </a:t>
            </a:r>
            <a:r>
              <a:rPr lang="en-US" altLang="ja-JP" dirty="0"/>
              <a:t>Consumption</a:t>
            </a:r>
            <a:r>
              <a:rPr lang="ja-JP" altLang="en-US" dirty="0"/>
              <a:t> </a:t>
            </a:r>
            <a:r>
              <a:rPr lang="en-US" altLang="ja-JP" dirty="0"/>
              <a:t>Current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kumimoji="1" lang="ja-JP" altLang="en-US" dirty="0"/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C798275A-23A7-4B10-BCCA-17C82A7263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5869174"/>
              </p:ext>
            </p:extLst>
          </p:nvPr>
        </p:nvGraphicFramePr>
        <p:xfrm>
          <a:off x="467544" y="908720"/>
          <a:ext cx="8460432" cy="4032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コンテンツ プレースホルダー 2"/>
          <p:cNvSpPr txBox="1">
            <a:spLocks/>
          </p:cNvSpPr>
          <p:nvPr/>
        </p:nvSpPr>
        <p:spPr bwMode="auto">
          <a:xfrm>
            <a:off x="1187624" y="4726608"/>
            <a:ext cx="7281887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Blip>
                <a:blip r:embed="rId3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By the above-mentioned test result, I judged that Raspberry PI Zero </a:t>
            </a:r>
            <a:r>
              <a:rPr lang="en-US" altLang="ja-JP" dirty="0">
                <a:solidFill>
                  <a:srgbClr val="FF0000"/>
                </a:solidFill>
              </a:rPr>
              <a:t>passed this test</a:t>
            </a:r>
            <a:r>
              <a:rPr lang="en-US" altLang="ja-JP" dirty="0"/>
              <a:t>.</a:t>
            </a:r>
          </a:p>
          <a:p>
            <a:pPr lvl="1"/>
            <a:r>
              <a:rPr lang="en-US" altLang="ja-JP" dirty="0"/>
              <a:t>But Consumption Current is increasing after </a:t>
            </a:r>
            <a:r>
              <a:rPr lang="en-US" altLang="ja-JP" dirty="0">
                <a:solidFill>
                  <a:srgbClr val="FF0000"/>
                </a:solidFill>
              </a:rPr>
              <a:t>230min</a:t>
            </a:r>
            <a:r>
              <a:rPr lang="en-US" altLang="ja-JP" dirty="0"/>
              <a:t>. It will be expected that </a:t>
            </a:r>
            <a:r>
              <a:rPr lang="en-US" altLang="ja-JP" dirty="0">
                <a:solidFill>
                  <a:srgbClr val="FF0000"/>
                </a:solidFill>
              </a:rPr>
              <a:t>radiation breaks</a:t>
            </a:r>
            <a:r>
              <a:rPr lang="en-US" altLang="ja-JP" dirty="0"/>
              <a:t> if it is longer time.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97504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Test </a:t>
            </a:r>
            <a:r>
              <a:rPr lang="en-US" altLang="ja-JP" dirty="0"/>
              <a:t>Result: Conclusion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By these test results, I judged that Raspberry PI Zero </a:t>
            </a:r>
            <a:r>
              <a:rPr lang="en-US" altLang="ja-JP" dirty="0">
                <a:solidFill>
                  <a:srgbClr val="FF0000"/>
                </a:solidFill>
              </a:rPr>
              <a:t>had radiation resistivity</a:t>
            </a:r>
            <a:r>
              <a:rPr lang="en-US" altLang="ja-JP" dirty="0"/>
              <a:t>.</a:t>
            </a:r>
          </a:p>
          <a:p>
            <a:pPr lvl="1"/>
            <a:r>
              <a:rPr lang="en-US" altLang="ja-JP" dirty="0"/>
              <a:t>It will be expected that radiation breaks if it is longer time.</a:t>
            </a: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36"/>
          <a:stretch/>
        </p:blipFill>
        <p:spPr>
          <a:xfrm>
            <a:off x="323528" y="2852936"/>
            <a:ext cx="5472168" cy="3528062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156" y="4094721"/>
            <a:ext cx="4170040" cy="312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92454"/>
      </p:ext>
    </p:extLst>
  </p:cSld>
  <p:clrMapOvr>
    <a:masterClrMapping/>
  </p:clrMapOvr>
</p:sld>
</file>

<file path=ppt/theme/theme1.xml><?xml version="1.0" encoding="utf-8"?>
<a:theme xmlns:a="http://schemas.openxmlformats.org/drawingml/2006/main" name="siprop">
  <a:themeElements>
    <a:clrScheme name="黄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siprop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ipr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プレゼンテーション1" id="{224B61FE-2118-4723-89E0-651DA1947209}" vid="{A2D83F64-A117-4238-979B-EADD8FD5FB35}"/>
    </a:ext>
  </a:ext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SIProp</Template>
  <TotalTime>2602</TotalTime>
  <Words>726</Words>
  <Application>Microsoft Office PowerPoint</Application>
  <PresentationFormat>画面に合わせる (4:3)</PresentationFormat>
  <Paragraphs>122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ＭＳ Ｐゴシック</vt:lpstr>
      <vt:lpstr>Arial</vt:lpstr>
      <vt:lpstr>Times</vt:lpstr>
      <vt:lpstr>siprop</vt:lpstr>
      <vt:lpstr>Radiation Test –Raspberry Pi Zero-</vt:lpstr>
      <vt:lpstr>Purpose</vt:lpstr>
      <vt:lpstr>Regulation</vt:lpstr>
      <vt:lpstr>Calculation Tables</vt:lpstr>
      <vt:lpstr>Test Method</vt:lpstr>
      <vt:lpstr>Test Application 1/2</vt:lpstr>
      <vt:lpstr>Test Application 2/2</vt:lpstr>
      <vt:lpstr>Consumption Current Logger</vt:lpstr>
      <vt:lpstr>Test Environment</vt:lpstr>
      <vt:lpstr>During Test</vt:lpstr>
      <vt:lpstr>Test Result: CPU Temperature</vt:lpstr>
      <vt:lpstr>Test Result: Consumption Current</vt:lpstr>
      <vt:lpstr>Test Result: Conclusion</vt:lpstr>
    </vt:vector>
  </TitlesOfParts>
  <Company>self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Noritsuna Imamura</dc:creator>
  <cp:lastModifiedBy>Noritsuna Imamura</cp:lastModifiedBy>
  <cp:revision>161</cp:revision>
  <dcterms:created xsi:type="dcterms:W3CDTF">2017-03-21T11:13:32Z</dcterms:created>
  <dcterms:modified xsi:type="dcterms:W3CDTF">2017-03-31T10:34:26Z</dcterms:modified>
</cp:coreProperties>
</file>