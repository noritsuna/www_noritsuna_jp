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9"/>
  </p:notesMasterIdLst>
  <p:sldIdLst>
    <p:sldId id="256" r:id="rId2"/>
    <p:sldId id="257" r:id="rId3"/>
    <p:sldId id="262" r:id="rId4"/>
    <p:sldId id="472" r:id="rId5"/>
    <p:sldId id="266" r:id="rId6"/>
    <p:sldId id="477" r:id="rId7"/>
    <p:sldId id="478" r:id="rId8"/>
    <p:sldId id="480" r:id="rId9"/>
    <p:sldId id="411" r:id="rId10"/>
    <p:sldId id="451" r:id="rId11"/>
    <p:sldId id="479" r:id="rId12"/>
    <p:sldId id="415" r:id="rId13"/>
    <p:sldId id="412" r:id="rId14"/>
    <p:sldId id="414" r:id="rId15"/>
    <p:sldId id="416" r:id="rId16"/>
    <p:sldId id="462" r:id="rId17"/>
    <p:sldId id="465" r:id="rId18"/>
    <p:sldId id="270" r:id="rId19"/>
    <p:sldId id="275" r:id="rId20"/>
    <p:sldId id="276" r:id="rId21"/>
    <p:sldId id="274" r:id="rId22"/>
    <p:sldId id="272" r:id="rId23"/>
    <p:sldId id="273" r:id="rId24"/>
    <p:sldId id="375" r:id="rId25"/>
    <p:sldId id="380" r:id="rId26"/>
    <p:sldId id="437" r:id="rId27"/>
    <p:sldId id="381" r:id="rId28"/>
    <p:sldId id="382" r:id="rId29"/>
    <p:sldId id="383" r:id="rId30"/>
    <p:sldId id="384" r:id="rId31"/>
    <p:sldId id="385" r:id="rId32"/>
    <p:sldId id="469" r:id="rId33"/>
    <p:sldId id="485" r:id="rId34"/>
    <p:sldId id="466" r:id="rId35"/>
    <p:sldId id="467" r:id="rId36"/>
    <p:sldId id="468" r:id="rId37"/>
    <p:sldId id="387" r:id="rId38"/>
    <p:sldId id="388" r:id="rId39"/>
    <p:sldId id="390" r:id="rId40"/>
    <p:sldId id="442" r:id="rId41"/>
    <p:sldId id="417" r:id="rId42"/>
    <p:sldId id="418" r:id="rId43"/>
    <p:sldId id="470" r:id="rId44"/>
    <p:sldId id="471" r:id="rId45"/>
    <p:sldId id="419" r:id="rId46"/>
    <p:sldId id="420" r:id="rId47"/>
    <p:sldId id="421" r:id="rId48"/>
    <p:sldId id="422" r:id="rId49"/>
    <p:sldId id="423" r:id="rId50"/>
    <p:sldId id="424" r:id="rId51"/>
    <p:sldId id="425" r:id="rId52"/>
    <p:sldId id="426" r:id="rId53"/>
    <p:sldId id="427" r:id="rId54"/>
    <p:sldId id="441" r:id="rId55"/>
    <p:sldId id="486" r:id="rId56"/>
    <p:sldId id="488" r:id="rId57"/>
    <p:sldId id="489" r:id="rId58"/>
    <p:sldId id="490" r:id="rId59"/>
    <p:sldId id="491" r:id="rId60"/>
    <p:sldId id="492" r:id="rId61"/>
    <p:sldId id="493" r:id="rId62"/>
    <p:sldId id="494" r:id="rId63"/>
    <p:sldId id="495" r:id="rId64"/>
    <p:sldId id="496" r:id="rId65"/>
    <p:sldId id="440" r:id="rId66"/>
    <p:sldId id="443" r:id="rId67"/>
    <p:sldId id="428" r:id="rId68"/>
    <p:sldId id="444" r:id="rId69"/>
    <p:sldId id="445" r:id="rId70"/>
    <p:sldId id="484" r:id="rId71"/>
    <p:sldId id="446" r:id="rId72"/>
    <p:sldId id="458" r:id="rId73"/>
    <p:sldId id="430" r:id="rId74"/>
    <p:sldId id="431" r:id="rId75"/>
    <p:sldId id="447" r:id="rId76"/>
    <p:sldId id="448" r:id="rId77"/>
    <p:sldId id="459" r:id="rId78"/>
    <p:sldId id="461" r:id="rId79"/>
    <p:sldId id="432" r:id="rId80"/>
    <p:sldId id="433" r:id="rId81"/>
    <p:sldId id="434" r:id="rId82"/>
    <p:sldId id="483" r:id="rId83"/>
    <p:sldId id="435" r:id="rId84"/>
    <p:sldId id="436" r:id="rId85"/>
    <p:sldId id="460" r:id="rId86"/>
    <p:sldId id="481" r:id="rId87"/>
    <p:sldId id="482" r:id="rId88"/>
    <p:sldId id="371" r:id="rId89"/>
    <p:sldId id="279" r:id="rId90"/>
    <p:sldId id="280" r:id="rId91"/>
    <p:sldId id="281" r:id="rId92"/>
    <p:sldId id="282" r:id="rId93"/>
    <p:sldId id="283" r:id="rId94"/>
    <p:sldId id="284" r:id="rId95"/>
    <p:sldId id="285" r:id="rId96"/>
    <p:sldId id="286" r:id="rId97"/>
    <p:sldId id="287" r:id="rId98"/>
    <p:sldId id="288" r:id="rId99"/>
    <p:sldId id="289" r:id="rId100"/>
    <p:sldId id="290" r:id="rId101"/>
    <p:sldId id="291" r:id="rId102"/>
    <p:sldId id="292" r:id="rId103"/>
    <p:sldId id="293" r:id="rId104"/>
    <p:sldId id="294" r:id="rId105"/>
    <p:sldId id="295" r:id="rId106"/>
    <p:sldId id="296" r:id="rId107"/>
    <p:sldId id="297" r:id="rId108"/>
    <p:sldId id="298" r:id="rId109"/>
    <p:sldId id="299" r:id="rId110"/>
    <p:sldId id="300" r:id="rId111"/>
    <p:sldId id="301" r:id="rId112"/>
    <p:sldId id="302" r:id="rId113"/>
    <p:sldId id="303" r:id="rId114"/>
    <p:sldId id="304" r:id="rId115"/>
    <p:sldId id="305" r:id="rId116"/>
    <p:sldId id="306" r:id="rId117"/>
    <p:sldId id="307" r:id="rId118"/>
    <p:sldId id="308" r:id="rId119"/>
    <p:sldId id="309" r:id="rId120"/>
    <p:sldId id="310" r:id="rId121"/>
    <p:sldId id="311" r:id="rId122"/>
    <p:sldId id="312" r:id="rId123"/>
    <p:sldId id="313" r:id="rId124"/>
    <p:sldId id="314" r:id="rId125"/>
    <p:sldId id="315" r:id="rId126"/>
    <p:sldId id="316" r:id="rId127"/>
    <p:sldId id="317" r:id="rId128"/>
    <p:sldId id="318" r:id="rId129"/>
    <p:sldId id="319" r:id="rId130"/>
    <p:sldId id="320" r:id="rId131"/>
    <p:sldId id="321" r:id="rId132"/>
    <p:sldId id="322" r:id="rId133"/>
    <p:sldId id="323" r:id="rId134"/>
    <p:sldId id="324" r:id="rId135"/>
    <p:sldId id="325" r:id="rId136"/>
    <p:sldId id="326" r:id="rId137"/>
    <p:sldId id="327" r:id="rId138"/>
    <p:sldId id="328" r:id="rId139"/>
    <p:sldId id="329" r:id="rId140"/>
    <p:sldId id="330" r:id="rId141"/>
    <p:sldId id="331" r:id="rId142"/>
    <p:sldId id="332" r:id="rId143"/>
    <p:sldId id="333" r:id="rId144"/>
    <p:sldId id="334" r:id="rId145"/>
    <p:sldId id="335" r:id="rId146"/>
    <p:sldId id="336" r:id="rId147"/>
    <p:sldId id="337" r:id="rId148"/>
    <p:sldId id="338" r:id="rId149"/>
    <p:sldId id="339" r:id="rId150"/>
    <p:sldId id="340" r:id="rId151"/>
    <p:sldId id="341" r:id="rId152"/>
    <p:sldId id="342" r:id="rId153"/>
    <p:sldId id="343" r:id="rId154"/>
    <p:sldId id="344" r:id="rId155"/>
    <p:sldId id="345" r:id="rId156"/>
    <p:sldId id="346" r:id="rId157"/>
    <p:sldId id="347" r:id="rId158"/>
    <p:sldId id="348" r:id="rId159"/>
    <p:sldId id="349" r:id="rId160"/>
    <p:sldId id="350" r:id="rId161"/>
    <p:sldId id="351" r:id="rId162"/>
    <p:sldId id="352" r:id="rId163"/>
    <p:sldId id="353" r:id="rId164"/>
    <p:sldId id="354" r:id="rId165"/>
    <p:sldId id="355" r:id="rId166"/>
    <p:sldId id="356" r:id="rId167"/>
    <p:sldId id="357" r:id="rId168"/>
  </p:sldIdLst>
  <p:sldSz cx="9144000" cy="6858000" type="screen4x3"/>
  <p:notesSz cx="6805613" cy="99393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FF"/>
    <a:srgbClr val="FF6FCF"/>
    <a:srgbClr val="E8E8E8"/>
    <a:srgbClr val="FF0000"/>
    <a:srgbClr val="CCFFCC"/>
    <a:srgbClr val="FFFF99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8" autoAdjust="0"/>
    <p:restoredTop sz="95216" autoAdjust="0"/>
  </p:normalViewPr>
  <p:slideViewPr>
    <p:cSldViewPr>
      <p:cViewPr>
        <p:scale>
          <a:sx n="99" d="100"/>
          <a:sy n="99" d="100"/>
        </p:scale>
        <p:origin x="-846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6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49575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11268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6125"/>
            <a:ext cx="4967288" cy="3725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1225"/>
            <a:ext cx="5443537" cy="447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127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ja-JP"/>
          </a:p>
        </p:txBody>
      </p:sp>
      <p:sp>
        <p:nvSpPr>
          <p:cNvPr id="1127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40863"/>
            <a:ext cx="294957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343C007-3139-4B3C-9A37-D9BD83C3AF9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47953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DC47E4-809C-42CB-B9C9-5C640EC33722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88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059E24-0EA1-4572-A19F-45535EDB90ED}" type="slidenum">
              <a:rPr lang="en-US" altLang="ja-JP"/>
              <a:pPr/>
              <a:t>2</a:t>
            </a:fld>
            <a:endParaRPr lang="en-US" altLang="ja-JP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という形で進める</a:t>
            </a:r>
          </a:p>
        </p:txBody>
      </p:sp>
    </p:spTree>
    <p:extLst>
      <p:ext uri="{BB962C8B-B14F-4D97-AF65-F5344CB8AC3E}">
        <p14:creationId xmlns:p14="http://schemas.microsoft.com/office/powerpoint/2010/main" val="2673966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机能[jīnéng]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图表[túbiǎo]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正式zhèngshì</a:t>
            </a:r>
            <a:endParaRPr lang="en-US" altLang="zh-CN" dirty="0" smtClean="0">
              <a:effectLst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aseline="0" dirty="0" smtClean="0"/>
              <a:t>源代碼</a:t>
            </a:r>
            <a:endParaRPr lang="en-US" altLang="ja-JP" baseline="0" dirty="0" smtClean="0"/>
          </a:p>
          <a:p>
            <a:r>
              <a:rPr lang="zh-CN" altLang="ja-JP" dirty="0" smtClean="0">
                <a:effectLst/>
              </a:rPr>
              <a:t>支持zhīchí</a:t>
            </a:r>
            <a:endParaRPr lang="en-US" altLang="zh-CN" dirty="0" smtClean="0">
              <a:effectLst/>
            </a:endParaRPr>
          </a:p>
          <a:p>
            <a:r>
              <a:rPr lang="en-US" altLang="ja-JP" dirty="0" smtClean="0">
                <a:effectLst/>
              </a:rPr>
              <a:t>[</a:t>
            </a:r>
            <a:r>
              <a:rPr lang="ja-JP" altLang="en-US" dirty="0" smtClean="0">
                <a:effectLst/>
              </a:rPr>
              <a:t>有用性</a:t>
            </a:r>
            <a:r>
              <a:rPr lang="en-US" altLang="ja-JP" dirty="0" smtClean="0">
                <a:effectLst/>
              </a:rPr>
              <a:t>]</a:t>
            </a:r>
            <a:r>
              <a:rPr lang="en-US" altLang="zh-CN" dirty="0" err="1" smtClean="0">
                <a:effectLst/>
              </a:rPr>
              <a:t>yǒuyòngxìng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有前途yǒu qiántú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90010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6052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66745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ja-JP" dirty="0" smtClean="0">
                <a:effectLst/>
              </a:rPr>
              <a:t>编译[biānyì]</a:t>
            </a:r>
            <a:endParaRPr kumimoji="1" lang="en-US" altLang="zh-TW" dirty="0" smtClean="0"/>
          </a:p>
          <a:p>
            <a:r>
              <a:rPr lang="zh-CN" altLang="ja-JP" dirty="0" smtClean="0">
                <a:effectLst/>
              </a:rPr>
              <a:t>记忆jìyì</a:t>
            </a:r>
            <a:endParaRPr lang="en-US" altLang="zh-CN" dirty="0" smtClean="0">
              <a:effectLst/>
            </a:endParaRPr>
          </a:p>
          <a:p>
            <a:r>
              <a:rPr lang="ja-JP" altLang="en-US" dirty="0" smtClean="0">
                <a:effectLst/>
              </a:rPr>
              <a:t>螢幕</a:t>
            </a:r>
            <a:r>
              <a:rPr lang="en-US" altLang="zh-TW" dirty="0" smtClean="0">
                <a:effectLst/>
              </a:rPr>
              <a:t>(</a:t>
            </a:r>
            <a:r>
              <a:rPr lang="en-US" altLang="zh-TW" dirty="0" err="1" smtClean="0">
                <a:effectLst/>
              </a:rPr>
              <a:t>ying</a:t>
            </a:r>
            <a:r>
              <a:rPr lang="zh-TW" altLang="en-US" dirty="0" smtClean="0">
                <a:effectLst/>
              </a:rPr>
              <a:t> </a:t>
            </a:r>
            <a:r>
              <a:rPr lang="en-US" altLang="zh-TW" dirty="0" smtClean="0">
                <a:effectLst/>
              </a:rPr>
              <a:t>mu)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85904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85793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工具gōngjù</a:t>
            </a:r>
            <a:endParaRPr kumimoji="1" lang="ja-JP" altLang="en-US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090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下载xiàzài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23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9475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1816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 smtClean="0"/>
              <a:t>打開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05960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47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28817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48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18373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49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8716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93135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04488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3553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66008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045381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59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11469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340076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29511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03039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98666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64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17043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73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78423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75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416791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76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854081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79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83102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80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18912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81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54945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吸出xīchū,抽出chōuchū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83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473245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共通gòngtōng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安装ānzhuāng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88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029534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取消qǔxiāo</a:t>
            </a:r>
            <a:endParaRPr lang="en-US" altLang="zh-CN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[到手]dàoshǒu</a:t>
            </a:r>
            <a:endParaRPr lang="en-US" altLang="zh-CN" b="1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1986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36114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ja-JP" dirty="0" smtClean="0">
                <a:effectLst/>
              </a:rPr>
              <a:t>安装ānzhuāng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连接liánjiē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定制dìngzhì</a:t>
            </a:r>
            <a:r>
              <a:rPr lang="en-US" altLang="zh-TW" dirty="0" smtClean="0">
                <a:effectLst/>
              </a:rPr>
              <a:t>,</a:t>
            </a:r>
            <a:r>
              <a:rPr lang="zh-CN" altLang="ja-JP" dirty="0" smtClean="0">
                <a:effectLst/>
              </a:rPr>
              <a:t>改造gǎizào</a:t>
            </a:r>
            <a:r>
              <a:rPr lang="en-US" altLang="zh-TW" dirty="0" smtClean="0">
                <a:effectLst/>
              </a:rPr>
              <a:t>,</a:t>
            </a:r>
            <a:r>
              <a:rPr lang="zh-CN" altLang="ja-JP" dirty="0" smtClean="0">
                <a:effectLst/>
              </a:rPr>
              <a:t>改组gǎizǔ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注上zhùshàng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315604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连接liánjiē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连接器liánjiēqì</a:t>
            </a:r>
            <a:endParaRPr lang="en-US" altLang="zh-CN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[焊料]hànliào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142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104011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原物yuánwù</a:t>
            </a:r>
            <a:endParaRPr lang="en-US" altLang="zh-CN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[固件]gùjiàn</a:t>
            </a:r>
            <a:endParaRPr lang="en-US" altLang="zh-CN" b="1" dirty="0" smtClean="0">
              <a:effectLst/>
            </a:endParaRPr>
          </a:p>
          <a:p>
            <a:r>
              <a:rPr lang="ja-JP" altLang="en-US" dirty="0" smtClean="0"/>
              <a:t>打開</a:t>
            </a:r>
            <a:endParaRPr lang="en-US" altLang="ja-JP" dirty="0" smtClean="0"/>
          </a:p>
          <a:p>
            <a:r>
              <a:rPr lang="ja-JP" altLang="en-US" dirty="0" smtClean="0"/>
              <a:t>包裝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620858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 smtClean="0"/>
              <a:t>打開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053927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 smtClean="0"/>
              <a:t>打開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99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142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 smtClean="0"/>
              <a:t>包裝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363236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 smtClean="0"/>
              <a:t>驅動器</a:t>
            </a:r>
            <a:endParaRPr lang="en-US" altLang="ja-JP" dirty="0" smtClean="0"/>
          </a:p>
          <a:p>
            <a:r>
              <a:rPr lang="zh-CN" altLang="ja-JP" b="1" dirty="0" smtClean="0">
                <a:effectLst/>
              </a:rPr>
              <a:t>[更新]gēngxīn</a:t>
            </a:r>
            <a:endParaRPr lang="en-US" altLang="zh-CN" dirty="0" smtClean="0">
              <a:effectLst/>
            </a:endParaRPr>
          </a:p>
          <a:p>
            <a:r>
              <a:rPr lang="zh-CN" altLang="ja-JP" dirty="0" smtClean="0">
                <a:effectLst/>
              </a:rPr>
              <a:t>执行[zhíxíng]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12506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地址dìzhǐ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91143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09658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b="1" dirty="0" smtClean="0">
                <a:effectLst/>
              </a:rPr>
              <a:t>[合并]hébìng</a:t>
            </a:r>
            <a:endParaRPr lang="en-US" altLang="zh-CN" b="1" dirty="0" smtClean="0">
              <a:effectLst/>
            </a:endParaRPr>
          </a:p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329001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ja-JP" b="1" dirty="0" smtClean="0">
                <a:effectLst/>
              </a:rPr>
              <a:t>[下载]xiàzǎi</a:t>
            </a:r>
            <a:endParaRPr lang="en-US" altLang="ja-JP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 smtClean="0"/>
              <a:t>打開</a:t>
            </a:r>
            <a:endParaRPr lang="en-US" altLang="ja-JP" dirty="0" smtClean="0"/>
          </a:p>
          <a:p>
            <a:r>
              <a:rPr lang="zh-CN" altLang="ja-JP" b="1" dirty="0" smtClean="0">
                <a:effectLst/>
              </a:rPr>
              <a:t>现xiàn</a:t>
            </a:r>
            <a:endParaRPr lang="en-US" altLang="zh-CN" b="1" dirty="0" smtClean="0">
              <a:effectLst/>
            </a:endParaRPr>
          </a:p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625488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ja-JP" b="1" dirty="0" smtClean="0">
                <a:effectLst/>
              </a:rPr>
              <a:t>[合并]hébìng</a:t>
            </a:r>
            <a:endParaRPr lang="en-US" altLang="zh-CN" b="1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[复制]fùzhì</a:t>
            </a:r>
            <a:endParaRPr lang="en-US" altLang="zh-CN" b="1" dirty="0" smtClean="0">
              <a:effectLst/>
            </a:endParaRPr>
          </a:p>
          <a:p>
            <a:r>
              <a:rPr lang="ja-JP" altLang="en-US" b="1" dirty="0" smtClean="0">
                <a:effectLst/>
              </a:rPr>
              <a:t>重寫</a:t>
            </a:r>
            <a:endParaRPr lang="en-US" altLang="ja-JP" b="1" dirty="0" smtClean="0">
              <a:effectLst/>
            </a:endParaRPr>
          </a:p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lang="en-US" altLang="zh-CN" b="1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109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136257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 smtClean="0"/>
              <a:t>建立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575028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删掉shāndiào,删除shānchú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82927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删掉shāndiào,删除shānchú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983591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建立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30776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推tuī</a:t>
            </a:r>
            <a:endParaRPr lang="en-US" altLang="zh-CN" dirty="0" smtClean="0">
              <a:effectLst/>
            </a:endParaRPr>
          </a:p>
          <a:p>
            <a:r>
              <a:rPr lang="ja-JP" altLang="en-US" dirty="0" smtClean="0"/>
              <a:t>關機</a:t>
            </a:r>
            <a:endParaRPr lang="en-US" altLang="ja-JP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ja-JP" dirty="0" smtClean="0">
                <a:effectLst/>
              </a:rPr>
              <a:t>删掉shāndiào,删除shānchú</a:t>
            </a:r>
            <a:endParaRPr kumimoji="1" lang="ja-JP" altLang="en-US" dirty="0" smtClean="0"/>
          </a:p>
          <a:p>
            <a:r>
              <a:rPr lang="zh-CN" altLang="ja-JP" b="1" dirty="0" smtClean="0">
                <a:effectLst/>
              </a:rPr>
              <a:t>[安装]ānzhuāng</a:t>
            </a:r>
            <a:endParaRPr lang="en-US" altLang="zh-CN" b="1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[取向]qǔxiàng</a:t>
            </a:r>
            <a:endParaRPr lang="en-US" altLang="zh-CN" b="1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[重新启动]chóngxīn qǐdòng</a:t>
            </a:r>
            <a:endParaRPr lang="en-US" altLang="zh-CN" b="1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635928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b="1" dirty="0" smtClean="0">
                <a:effectLst/>
              </a:rPr>
              <a:t>改修ɡǎixiū</a:t>
            </a:r>
            <a:endParaRPr lang="en-US" altLang="zh-CN" b="1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027790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下载xiàzài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0159950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下载xiàzài</a:t>
            </a:r>
            <a:endParaRPr lang="en-US" altLang="zh-CN" dirty="0" smtClean="0">
              <a:effectLst/>
            </a:endParaRPr>
          </a:p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2018620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修補</a:t>
            </a:r>
            <a:endParaRPr kumimoji="1" lang="en-US" altLang="ja-JP" dirty="0" smtClean="0"/>
          </a:p>
          <a:p>
            <a:r>
              <a:rPr lang="zh-CN" altLang="ja-JP" dirty="0" smtClean="0">
                <a:effectLst/>
              </a:rPr>
              <a:t>修改[xiūgǎi]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16472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拷贝[kǎobèi]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143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0282438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补记bǔjì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146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175912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转换zhuǎnhuàn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149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93465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拒绝jùjué</a:t>
            </a:r>
            <a:endParaRPr lang="en-US" altLang="zh-CN" dirty="0" smtClean="0">
              <a:effectLst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153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5496427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转换zhuǎnhuàn</a:t>
            </a:r>
            <a:endParaRPr lang="en-US" altLang="zh-CN" dirty="0" smtClean="0">
              <a:effectLst/>
            </a:endParaRPr>
          </a:p>
          <a:p>
            <a:r>
              <a:rPr lang="zh-CN" altLang="ja-JP" b="1" dirty="0" smtClean="0">
                <a:effectLst/>
              </a:rPr>
              <a:t>[重启]chóngqǐ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162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3199618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推tuī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164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13461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ja-JP" dirty="0" smtClean="0">
                <a:effectLst/>
              </a:rPr>
              <a:t>输入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A48290-AC86-4EA9-8888-462A7AC87258}" type="slidenum">
              <a:rPr lang="en-US" altLang="ja-JP" smtClean="0"/>
              <a:pPr/>
              <a:t>165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06141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33400" y="119697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ja-JP" noProof="0" smtClean="0"/>
              <a:t>Click to edit Master title style</a:t>
            </a:r>
            <a:endParaRPr lang="ja-JP" altLang="en-US" noProof="0" smtClean="0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24175"/>
            <a:ext cx="4105275" cy="1752600"/>
          </a:xfrm>
        </p:spPr>
        <p:txBody>
          <a:bodyPr/>
          <a:lstStyle>
            <a:lvl1pPr marL="0" indent="0">
              <a:buFont typeface="Times" panose="02020603050405020304" pitchFamily="18" charset="0"/>
              <a:buNone/>
              <a:defRPr sz="2400"/>
            </a:lvl1pPr>
          </a:lstStyle>
          <a:p>
            <a:pPr lvl="0"/>
            <a:r>
              <a:rPr lang="en-US" altLang="ja-JP" noProof="0" smtClean="0"/>
              <a:t>Click to edit Master subtitle style</a:t>
            </a:r>
            <a:endParaRPr lang="ja-JP" altLang="en-US" noProof="0" smtClean="0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900">
                <a:latin typeface="+mn-lt"/>
              </a:defRPr>
            </a:lvl1pPr>
          </a:lstStyle>
          <a:p>
            <a:endParaRPr lang="en-US" altLang="ja-JP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r>
              <a:rPr lang="en-US" altLang="ja-JP"/>
              <a:t>©SIProp Project, 2006-2008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+mn-lt"/>
              </a:defRPr>
            </a:lvl1pPr>
          </a:lstStyle>
          <a:p>
            <a:fld id="{3338DD53-34E6-45C9-992C-577859F5A28E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0" y="2743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255" name="Picture 15" descr="siprop-b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siprop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7" name="Picture 17" descr="siprop-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43400"/>
            <a:ext cx="3622675" cy="209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6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071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5327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6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4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661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9823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01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5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0"/>
            <a:ext cx="1943100" cy="64531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6613" y="0"/>
            <a:ext cx="5678487" cy="64531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53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838200"/>
            <a:ext cx="9144000" cy="714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6613" y="0"/>
            <a:ext cx="77724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25538"/>
            <a:ext cx="77724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3563938" y="6589713"/>
            <a:ext cx="10906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ja-JP" sz="900">
              <a:latin typeface="ＭＳ Ｐゴシック" panose="020B0600070205080204" pitchFamily="50" charset="-128"/>
            </a:endParaRPr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4643438" y="6596063"/>
            <a:ext cx="40338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ja-JP" sz="1000">
                <a:latin typeface="ＭＳ Ｐゴシック" panose="020B0600070205080204" pitchFamily="50" charset="-128"/>
              </a:rPr>
              <a:t>©SIProp Project, 2006-2008</a:t>
            </a:r>
          </a:p>
        </p:txBody>
      </p:sp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8701088" y="6578600"/>
            <a:ext cx="442912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C6BA1BB7-99EE-4EC7-8DDB-1DAC39A05185}" type="slidenum">
              <a:rPr lang="en-US" altLang="ja-JP" sz="1000">
                <a:latin typeface="ＭＳ Ｐゴシック" panose="020B0600070205080204" pitchFamily="50" charset="-128"/>
              </a:rPr>
              <a:pPr algn="r"/>
              <a:t>‹#›</a:t>
            </a:fld>
            <a:endParaRPr lang="en-US" altLang="ja-JP" sz="1000">
              <a:latin typeface="ＭＳ Ｐゴシック" panose="020B0600070205080204" pitchFamily="50" charset="-128"/>
            </a:endParaRPr>
          </a:p>
        </p:txBody>
      </p:sp>
      <p:pic>
        <p:nvPicPr>
          <p:cNvPr id="1044" name="Picture 20" descr="siprop-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siprop-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863" y="0"/>
            <a:ext cx="1354137" cy="78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siprop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2844800"/>
            <a:ext cx="349250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ＭＳ Ｐゴシック" panose="020B0600070205080204" pitchFamily="50" charset="-128"/>
          <a:ea typeface="ＭＳ Ｐゴシック" panose="020B0600070205080204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Times" panose="02020603050405020304" pitchFamily="18" charset="0"/>
        <a:buBlip>
          <a:blip r:embed="rId16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9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goo.im/hom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jcromproject/" TargetMode="External"/><Relationship Id="rId2" Type="http://schemas.openxmlformats.org/officeDocument/2006/relationships/hyperlink" Target="http://www.google.com/nexus/7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.android.com/source/downloading.html" TargetMode="External"/><Relationship Id="rId2" Type="http://schemas.openxmlformats.org/officeDocument/2006/relationships/hyperlink" Target="http://www.pandaboard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hyperlink" Target="http://developer.android.com/tools/adk/index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://android-development-environment.googlecode.com/files/0001-change-bootarges.patch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atedroid.com/topic/77481-rom-aokp-42-for-allwinner-a31-devices-sdk-32-2013-07-27-update/" TargetMode="External"/><Relationship Id="rId2" Type="http://schemas.openxmlformats.org/officeDocument/2006/relationships/hyperlink" Target="http://www.onda.cn/Tablet/ProductInfo.aspx?ProductId=25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oudsto.com/android-mini-pc-s/rikomagic-quad-core-mk802iv-8gb-flash-bluetooth-dhl-express-shipping-detail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hyperlink" Target="http://www.rikomagic.co.uk/forum/viewtopic.php?f=6&amp;t=4696" TargetMode="Externa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ux-rockchip/rockchip-3.0/tree/reference/mk802iv-ap6210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ikomagic.co.uk/support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aw.github.com/naobsd/rkutils/master/rkunpack.c" TargetMode="External"/><Relationship Id="rId4" Type="http://schemas.openxmlformats.org/officeDocument/2006/relationships/hyperlink" Target="https://github.com/naobsd/rkutils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obsd/cm_system_core/tree/ics/mkbootimg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aw.github.com/naobsd/cm_system_core/ics/mkbootimg/bootimg.h" TargetMode="External"/><Relationship Id="rId4" Type="http://schemas.openxmlformats.org/officeDocument/2006/relationships/hyperlink" Target="https://raw.github.com/naobsd/cm_system_core/ics/mkbootimg/unpackbootimg.c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obsd/cm_system_core/tree/ics/mkbootimg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aw.github.com/naobsd/cm_system_core/ics/mkbootimg/mkbootimg.c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lecrop.com/RKAndroidTool-1.37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er.com.tw/ac/zh/TW/content/model/HM.HC5TA.001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hyperlink" Target="http://us.acer.com/ac/en/US/content/drivers" TargetMode="Externa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://global-download.acer.com/GDFiles/Document/App.%20Guide/App.%20Guide_Acer_1.0_A42J_A.zip?acerid=635013347354221361&amp;Step1=Smartphone&amp;Step2=Liquid%20E2&amp;Step3=V370&amp;OS=---&amp;LC=en&amp;BC=Acer&amp;SC=EMEA_8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global-download.acer.com/GDFiles/Document/App.%20Guide/App.%20Guide_Acer_1.0_A_A.zip?acerid=635139433116342519&amp;Step1=SMARTPHONE&amp;Step2=LIQUID%20E2&amp;Step3=V370&amp;OS=ALL&amp;LC=en&amp;BC=ACER&amp;SC=PA_6" TargetMode="Externa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hyperlink" Target="http://global-download.acer.com/GDFiles/OS/OS/OS_Acer_Acer.AV061.V370.1.023.00.WW.GEN1_A42J_A.zip?acerid=635158485778733078&amp;Step1=SMARTPHONE&amp;Step2=LIQUID%20E2&amp;Step3=V370&amp;OS=ALL&amp;LC=en&amp;BC=ACER&amp;SC=PA_6" TargetMode="Externa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cale.com/webapp/search/Serp.jsp?QueryText=android&amp;assetIdResult=&amp;attempt=0&amp;lastQueryText=android&amp;isFromFlex=false&amp;getResult=false&amp;assetLockedForNavigation=false&amp;pageNum=2&amp;iteration=2&amp;fsrch=1&amp;isComparison=false&amp;showAllCategories=false&amp;sessionChecker=cTqD1ZGIFEqGCbd9lV29IKvJ.ebiz_ms2&amp;getTree=false&amp;fromTrng=false&amp;fromPSP=false&amp;getFilter=false&amp;assetLocked=false&amp;fromCust=false&amp;showCustomCollateral=false&amp;pageSize=25&amp;RELEVANCE=true&amp;SelectedAsset=Downloads&amp;fromWebPages=false&amp;fromASP=false&amp;fromMobile=false&amp;isAdvanceSearch=false&amp;isTree=false&amp;fromDAP=false&amp;isResult=false" TargetMode="External"/><Relationship Id="rId2" Type="http://schemas.openxmlformats.org/officeDocument/2006/relationships/hyperlink" Target="http://www.cloudsto.com/android-mini-pc-s/rikomagic-quad-core-mk802iv-8gb-flash-bluetooth-dhl-express-shipping-detail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G"/><Relationship Id="rId4" Type="http://schemas.openxmlformats.org/officeDocument/2006/relationships/image" Target="../media/image57.gi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i.com/tool/omap5432-evm-eval-sw" TargetMode="External"/><Relationship Id="rId2" Type="http://schemas.openxmlformats.org/officeDocument/2006/relationships/hyperlink" Target="http://www.ti.com/tool/omap5432-evm?DCMP=omap-5432evm-130521&amp;HQS=omap-5432evm-b-sw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hyperlink" Target="http://omapedia.org/wiki/Panda5AJ.1.5_Release_Notes" TargetMode="Externa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://odroid.com/dokuwiki/doku.php?id=en:odroid-xu" TargetMode="External"/><Relationship Id="rId2" Type="http://schemas.openxmlformats.org/officeDocument/2006/relationships/hyperlink" Target="http://www.hardkernel.com/renewal_2011/products/prdt_info.php?g_code=G13751030062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://odroid.com/dokuwiki/doku.php?id=en:odroid-xu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G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hyperlink" Target="http://dn.odroid.com/ODROID-XU/Android_bsp/" TargetMode="Externa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©SIProp Project, 2006-2008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0B6D3A8C-47C6-4C04-919A-3E70A036349D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533400" y="1352550"/>
            <a:ext cx="7772400" cy="1143000"/>
          </a:xfrm>
        </p:spPr>
        <p:txBody>
          <a:bodyPr/>
          <a:lstStyle/>
          <a:p>
            <a:r>
              <a:rPr lang="en-US" dirty="0" smtClean="0"/>
              <a:t>What’s Making Android?</a:t>
            </a:r>
            <a:endParaRPr lang="en-US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Noritsuna Imamura</a:t>
            </a:r>
          </a:p>
          <a:p>
            <a:r>
              <a:rPr lang="en-US" dirty="0"/>
              <a:t>n</a:t>
            </a:r>
            <a:r>
              <a:rPr lang="en-US" dirty="0" smtClean="0"/>
              <a:t>oritsuna@siprop.org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09662"/>
            <a:ext cx="7772400" cy="5327650"/>
          </a:xfrm>
        </p:spPr>
        <p:txBody>
          <a:bodyPr/>
          <a:lstStyle/>
          <a:p>
            <a:r>
              <a:rPr lang="en-US" dirty="0" smtClean="0"/>
              <a:t>What’s Android System?</a:t>
            </a:r>
          </a:p>
          <a:p>
            <a:pPr lvl="1"/>
            <a:r>
              <a:rPr lang="en-US" dirty="0" smtClean="0"/>
              <a:t>Kinds of Android Devices</a:t>
            </a:r>
          </a:p>
          <a:p>
            <a:pPr lvl="1"/>
            <a:r>
              <a:rPr lang="en-US" dirty="0" smtClean="0"/>
              <a:t>Kinds of Android Type</a:t>
            </a:r>
          </a:p>
          <a:p>
            <a:pPr lvl="1"/>
            <a:r>
              <a:rPr lang="en-US" dirty="0" smtClean="0"/>
              <a:t>Android Source Code</a:t>
            </a:r>
            <a:endParaRPr lang="en-US" dirty="0"/>
          </a:p>
          <a:p>
            <a:r>
              <a:rPr lang="en-US" dirty="0" smtClean="0"/>
              <a:t>Inside Android</a:t>
            </a:r>
          </a:p>
          <a:p>
            <a:pPr lvl="1"/>
            <a:r>
              <a:rPr lang="en-US" dirty="0" smtClean="0"/>
              <a:t>Boot </a:t>
            </a:r>
            <a:r>
              <a:rPr lang="en-US" altLang="ja-JP" dirty="0" smtClean="0"/>
              <a:t>Sequence</a:t>
            </a:r>
          </a:p>
          <a:p>
            <a:pPr lvl="1"/>
            <a:r>
              <a:rPr lang="en-US" altLang="ja-JP" dirty="0" smtClean="0"/>
              <a:t>About </a:t>
            </a:r>
            <a:r>
              <a:rPr lang="en-US" altLang="ja-JP" dirty="0" err="1" smtClean="0"/>
              <a:t>init</a:t>
            </a:r>
            <a:r>
              <a:rPr lang="en-US" altLang="ja-JP" dirty="0" smtClean="0"/>
              <a:t> File</a:t>
            </a:r>
          </a:p>
          <a:p>
            <a:r>
              <a:rPr lang="en-US" dirty="0" smtClean="0"/>
              <a:t>Hands On</a:t>
            </a:r>
          </a:p>
          <a:p>
            <a:pPr lvl="1"/>
            <a:r>
              <a:rPr lang="en-US" dirty="0" smtClean="0"/>
              <a:t>Nexus7</a:t>
            </a:r>
          </a:p>
          <a:p>
            <a:pPr lvl="1"/>
            <a:r>
              <a:rPr lang="en-US" dirty="0" err="1" smtClean="0"/>
              <a:t>Pandaboard</a:t>
            </a:r>
            <a:endParaRPr lang="en-US" dirty="0" smtClean="0"/>
          </a:p>
          <a:p>
            <a:pPr lvl="1"/>
            <a:r>
              <a:rPr lang="en-US" dirty="0" smtClean="0"/>
              <a:t>How to Debug</a:t>
            </a:r>
            <a:endParaRPr lang="en-US" dirty="0"/>
          </a:p>
          <a:p>
            <a:r>
              <a:rPr lang="en-US" dirty="0" smtClean="0"/>
              <a:t>Appendix</a:t>
            </a:r>
          </a:p>
          <a:p>
            <a:pPr lvl="1"/>
            <a:r>
              <a:rPr lang="en-US" dirty="0" smtClean="0"/>
              <a:t>How to Build Android Source Code for Other Devices 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Kinds of Android</a:t>
            </a:r>
            <a:r>
              <a:rPr lang="ja-JP" altLang="en-US" dirty="0" smtClean="0"/>
              <a:t> </a:t>
            </a:r>
            <a:r>
              <a:rPr lang="en-US" altLang="ja-JP" dirty="0" smtClean="0"/>
              <a:t>Device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ja-JP" dirty="0" smtClean="0"/>
              <a:t>Smart Phone</a:t>
            </a:r>
          </a:p>
          <a:p>
            <a:r>
              <a:rPr lang="en-US" altLang="ja-JP" dirty="0" smtClean="0"/>
              <a:t>Tablet</a:t>
            </a:r>
          </a:p>
          <a:p>
            <a:r>
              <a:rPr lang="en-US" altLang="ja-JP" dirty="0" smtClean="0"/>
              <a:t>Mini</a:t>
            </a:r>
            <a:r>
              <a:rPr lang="ja-JP" altLang="en-US" dirty="0" smtClean="0"/>
              <a:t> </a:t>
            </a:r>
            <a:r>
              <a:rPr lang="en-US" altLang="ja-JP" dirty="0" smtClean="0"/>
              <a:t>PC</a:t>
            </a:r>
          </a:p>
          <a:p>
            <a:r>
              <a:rPr lang="en-US" altLang="ja-JP" dirty="0" smtClean="0"/>
              <a:t>Note PC</a:t>
            </a:r>
          </a:p>
          <a:p>
            <a:r>
              <a:rPr lang="en-US" altLang="ja-JP" dirty="0" smtClean="0"/>
              <a:t>Car Navigation</a:t>
            </a:r>
          </a:p>
          <a:p>
            <a:r>
              <a:rPr lang="en-US" altLang="ja-JP" dirty="0" smtClean="0"/>
              <a:t>Set Top Box</a:t>
            </a:r>
          </a:p>
          <a:p>
            <a:r>
              <a:rPr lang="en-US" altLang="ja-JP" dirty="0" smtClean="0"/>
              <a:t>Smart Watch</a:t>
            </a:r>
          </a:p>
          <a:p>
            <a:r>
              <a:rPr lang="en-US" altLang="ja-JP" dirty="0" smtClean="0"/>
              <a:t>Smart Glass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Camera</a:t>
            </a:r>
          </a:p>
          <a:p>
            <a:r>
              <a:rPr lang="en-US" altLang="ja-JP" dirty="0"/>
              <a:t>Game Console</a:t>
            </a:r>
          </a:p>
          <a:p>
            <a:r>
              <a:rPr lang="en-US" altLang="ja-JP" dirty="0" smtClean="0"/>
              <a:t>Audio System</a:t>
            </a:r>
          </a:p>
          <a:p>
            <a:r>
              <a:rPr lang="en-US" altLang="ja-JP" dirty="0" smtClean="0"/>
              <a:t>Micro Wave</a:t>
            </a:r>
          </a:p>
          <a:p>
            <a:r>
              <a:rPr lang="en-US" altLang="ja-JP" dirty="0" smtClean="0"/>
              <a:t>Refrigerator</a:t>
            </a:r>
          </a:p>
          <a:p>
            <a:r>
              <a:rPr lang="en-US" altLang="ja-JP" dirty="0" smtClean="0"/>
              <a:t>Cut Board</a:t>
            </a:r>
          </a:p>
          <a:p>
            <a:r>
              <a:rPr lang="en-US" altLang="ja-JP" dirty="0" smtClean="0"/>
              <a:t>EVB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71600" y="5517232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If you get today’s knowledge, </a:t>
            </a:r>
          </a:p>
          <a:p>
            <a:pPr algn="ctr"/>
            <a:r>
              <a:rPr lang="en-US" dirty="0"/>
              <a:t>Y</a:t>
            </a:r>
            <a:r>
              <a:rPr lang="en-US" dirty="0" smtClean="0"/>
              <a:t>ou can </a:t>
            </a:r>
            <a:r>
              <a:rPr lang="en-US" dirty="0" smtClean="0">
                <a:solidFill>
                  <a:srgbClr val="FF0000"/>
                </a:solidFill>
              </a:rPr>
              <a:t>customize</a:t>
            </a:r>
            <a:r>
              <a:rPr lang="en-US" dirty="0" smtClean="0"/>
              <a:t> these devices yourself!!!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10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Customize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More Functions</a:t>
            </a:r>
          </a:p>
          <a:p>
            <a:pPr lvl="1"/>
            <a:r>
              <a:rPr lang="en-US" altLang="ja-JP" dirty="0" smtClean="0"/>
              <a:t>Add Other Library</a:t>
            </a:r>
          </a:p>
          <a:p>
            <a:pPr lvl="1"/>
            <a:r>
              <a:rPr lang="en-US" altLang="ja-JP" dirty="0" smtClean="0"/>
              <a:t>Add Other Software</a:t>
            </a:r>
          </a:p>
          <a:p>
            <a:r>
              <a:rPr lang="en-US" altLang="ja-JP" dirty="0" smtClean="0"/>
              <a:t>Attach Other Device</a:t>
            </a:r>
          </a:p>
          <a:p>
            <a:pPr lvl="1"/>
            <a:r>
              <a:rPr lang="en-US" altLang="ja-JP" dirty="0" smtClean="0"/>
              <a:t>Add Driver</a:t>
            </a:r>
          </a:p>
          <a:p>
            <a:r>
              <a:rPr lang="en-US" altLang="ja-JP" dirty="0" smtClean="0"/>
              <a:t>So Slow(Ex. Old PC)</a:t>
            </a:r>
          </a:p>
          <a:p>
            <a:pPr lvl="1"/>
            <a:r>
              <a:rPr lang="en-US" altLang="ja-JP" dirty="0" smtClean="0"/>
              <a:t>Modify Bottleneck Software</a:t>
            </a:r>
          </a:p>
          <a:p>
            <a:pPr lvl="1"/>
            <a:r>
              <a:rPr lang="en-US" altLang="ja-JP" dirty="0" smtClean="0"/>
              <a:t>Delete needless Software &amp; Library</a:t>
            </a:r>
          </a:p>
          <a:p>
            <a:r>
              <a:rPr lang="en-US" dirty="0" smtClean="0"/>
              <a:t>Useless</a:t>
            </a:r>
          </a:p>
          <a:p>
            <a:pPr lvl="1"/>
            <a:r>
              <a:rPr lang="en-US" dirty="0" smtClean="0"/>
              <a:t>Customized UI/UX Software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2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Kinds of Android Type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524282"/>
              </p:ext>
            </p:extLst>
          </p:nvPr>
        </p:nvGraphicFramePr>
        <p:xfrm>
          <a:off x="838200" y="1379538"/>
          <a:ext cx="7772398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520"/>
                <a:gridCol w="1224136"/>
                <a:gridCol w="1368152"/>
                <a:gridCol w="1296144"/>
                <a:gridCol w="1224136"/>
                <a:gridCol w="144631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Android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Kernel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More Functions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Attach Other Device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So Slow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Useless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w/</a:t>
                      </a:r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△</a:t>
                      </a:r>
                      <a:endParaRPr lang="en-US" altLang="ja-JP" dirty="0" smtClean="0"/>
                    </a:p>
                    <a:p>
                      <a:pPr algn="ctr"/>
                      <a:r>
                        <a:rPr lang="en-US" dirty="0" smtClean="0"/>
                        <a:t>No-Use as Android App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w/</a:t>
                      </a:r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/>
                        <a:t>×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○</a:t>
                      </a:r>
                      <a:endParaRPr lang="en-US" altLang="ja-JP" dirty="0" smtClean="0"/>
                    </a:p>
                    <a:p>
                      <a:pPr algn="ctr"/>
                      <a:r>
                        <a:rPr lang="en-US" dirty="0" smtClean="0"/>
                        <a:t>Almost </a:t>
                      </a:r>
                      <a:r>
                        <a:rPr lang="en-US" altLang="ja-JP" dirty="0" smtClean="0"/>
                        <a:t>Bottleneck</a:t>
                      </a:r>
                    </a:p>
                    <a:p>
                      <a:pPr algn="ctr"/>
                      <a:r>
                        <a:rPr lang="en-US" dirty="0" smtClean="0"/>
                        <a:t>In Here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○</a:t>
                      </a:r>
                      <a:endParaRPr lang="en-US" altLang="ja-JP" dirty="0" smtClean="0"/>
                    </a:p>
                    <a:p>
                      <a:pPr algn="ctr"/>
                      <a:r>
                        <a:rPr lang="en-US" dirty="0" smtClean="0"/>
                        <a:t>UI/UX</a:t>
                      </a:r>
                      <a:r>
                        <a:rPr lang="en-US" baseline="0" dirty="0" smtClean="0"/>
                        <a:t> Engine</a:t>
                      </a:r>
                    </a:p>
                    <a:p>
                      <a:pPr algn="ctr"/>
                      <a:r>
                        <a:rPr lang="en-US" baseline="0" dirty="0" smtClean="0"/>
                        <a:t>In Here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w/</a:t>
                      </a:r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FF0000"/>
                          </a:solidFill>
                        </a:rPr>
                        <a:t>w/</a:t>
                      </a:r>
                      <a:r>
                        <a:rPr lang="en-US" dirty="0" smtClean="0"/>
                        <a:t>Source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b="1" dirty="0" smtClean="0">
                          <a:solidFill>
                            <a:srgbClr val="FF0000"/>
                          </a:solidFill>
                        </a:rPr>
                        <a:t>◎</a:t>
                      </a:r>
                      <a:endParaRPr lang="en-US" altLang="ja-JP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r>
                        <a:rPr lang="en-US" dirty="0" smtClean="0"/>
                        <a:t>Use Kernel Level Driver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b="1" dirty="0" smtClean="0">
                          <a:solidFill>
                            <a:srgbClr val="FF0000"/>
                          </a:solidFill>
                        </a:rPr>
                        <a:t>◎</a:t>
                      </a:r>
                      <a:endParaRPr lang="en-US" altLang="ja-JP" b="1" dirty="0" smtClean="0">
                        <a:solidFill>
                          <a:srgbClr val="FF0000"/>
                        </a:solidFill>
                      </a:endParaRP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dirty="0" smtClean="0"/>
                        <a:t>○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" name="直線コネクタ 4"/>
          <p:cNvCxnSpPr/>
          <p:nvPr/>
        </p:nvCxnSpPr>
        <p:spPr bwMode="auto">
          <a:xfrm>
            <a:off x="3275856" y="1340768"/>
            <a:ext cx="0" cy="4752528"/>
          </a:xfrm>
          <a:prstGeom prst="line">
            <a:avLst/>
          </a:prstGeom>
          <a:solidFill>
            <a:schemeClr val="accent1"/>
          </a:solidFill>
          <a:ln w="635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874209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Android Framework has 3 Layer Stack for </a:t>
            </a:r>
            <a:r>
              <a:rPr lang="en-US" dirty="0" err="1"/>
              <a:t>SmartPhone</a:t>
            </a:r>
            <a:r>
              <a:rPr lang="en-US" dirty="0"/>
              <a:t> &amp; Tablet PC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Application Framework Layer (Java)</a:t>
            </a:r>
          </a:p>
          <a:p>
            <a:pPr lvl="1"/>
            <a:r>
              <a:rPr lang="en-US" altLang="ja-JP" dirty="0" smtClean="0"/>
              <a:t>Library Layer (Linux C/C++)</a:t>
            </a:r>
          </a:p>
          <a:p>
            <a:pPr lvl="1"/>
            <a:r>
              <a:rPr lang="en-US" dirty="0" smtClean="0"/>
              <a:t>Kernel/Driver Layer (Linux Kernel C/ASM)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-34255"/>
            <a:ext cx="952500" cy="1114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2267744" y="3410186"/>
            <a:ext cx="5032898" cy="34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2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 Source Code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3810000" cy="5327798"/>
          </a:xfrm>
        </p:spPr>
        <p:txBody>
          <a:bodyPr/>
          <a:lstStyle/>
          <a:p>
            <a:pPr lvl="1"/>
            <a:r>
              <a:rPr lang="en-US" dirty="0"/>
              <a:t>p</a:t>
            </a:r>
            <a:r>
              <a:rPr lang="en-US" dirty="0" smtClean="0"/>
              <a:t>ackages</a:t>
            </a:r>
          </a:p>
          <a:p>
            <a:pPr lvl="2"/>
            <a:r>
              <a:rPr lang="en-US" dirty="0" smtClean="0"/>
              <a:t>App for Android</a:t>
            </a:r>
            <a:endParaRPr lang="en-US" dirty="0"/>
          </a:p>
          <a:p>
            <a:pPr lvl="1"/>
            <a:r>
              <a:rPr lang="en-US" dirty="0"/>
              <a:t>f</a:t>
            </a:r>
            <a:r>
              <a:rPr lang="en-US" dirty="0" smtClean="0"/>
              <a:t>rameworks</a:t>
            </a:r>
          </a:p>
          <a:p>
            <a:pPr lvl="2"/>
            <a:r>
              <a:rPr lang="en-US" dirty="0" smtClean="0"/>
              <a:t>Lib for Android Apps</a:t>
            </a:r>
            <a:endParaRPr lang="en-US" dirty="0"/>
          </a:p>
          <a:p>
            <a:pPr lvl="1"/>
            <a:r>
              <a:rPr lang="en-US" dirty="0" smtClean="0"/>
              <a:t>system</a:t>
            </a:r>
            <a:endParaRPr lang="en-US" dirty="0"/>
          </a:p>
          <a:p>
            <a:pPr lvl="2"/>
            <a:r>
              <a:rPr lang="en-US" dirty="0" smtClean="0"/>
              <a:t>Sys Lib for Framework</a:t>
            </a:r>
          </a:p>
          <a:p>
            <a:pPr lvl="1"/>
            <a:r>
              <a:rPr lang="en-US" dirty="0"/>
              <a:t>docs</a:t>
            </a:r>
          </a:p>
          <a:p>
            <a:pPr lvl="2"/>
            <a:r>
              <a:rPr lang="en-US" dirty="0"/>
              <a:t>Java Doc for </a:t>
            </a:r>
            <a:r>
              <a:rPr lang="en-US" dirty="0" smtClean="0"/>
              <a:t>Android</a:t>
            </a:r>
          </a:p>
          <a:p>
            <a:pPr lvl="1"/>
            <a:r>
              <a:rPr lang="en-US" dirty="0"/>
              <a:t>developers</a:t>
            </a:r>
          </a:p>
          <a:p>
            <a:pPr lvl="2"/>
            <a:r>
              <a:rPr lang="en-US" dirty="0"/>
              <a:t>Sample, Demos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127776" y="3315"/>
            <a:ext cx="2016224" cy="959068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dirty="0"/>
              <a:t>build</a:t>
            </a:r>
          </a:p>
          <a:p>
            <a:pPr lvl="2"/>
            <a:r>
              <a:rPr lang="en-US" dirty="0"/>
              <a:t>Tool for Android Build</a:t>
            </a:r>
          </a:p>
          <a:p>
            <a:pPr lvl="1"/>
            <a:r>
              <a:rPr lang="en-US" dirty="0" err="1"/>
              <a:t>prebuilts</a:t>
            </a:r>
            <a:endParaRPr lang="en-US" dirty="0"/>
          </a:p>
          <a:p>
            <a:pPr lvl="2"/>
            <a:r>
              <a:rPr lang="en-US" dirty="0" err="1"/>
              <a:t>Toolchain</a:t>
            </a:r>
            <a:endParaRPr lang="en-US" dirty="0"/>
          </a:p>
          <a:p>
            <a:pPr lvl="1"/>
            <a:r>
              <a:rPr lang="en-US" dirty="0" err="1"/>
              <a:t>sdk</a:t>
            </a:r>
            <a:endParaRPr lang="en-US" dirty="0"/>
          </a:p>
          <a:p>
            <a:pPr lvl="2"/>
            <a:r>
              <a:rPr lang="en-US" dirty="0"/>
              <a:t>Android SDK</a:t>
            </a:r>
          </a:p>
          <a:p>
            <a:pPr lvl="1"/>
            <a:r>
              <a:rPr lang="en-US" dirty="0" err="1"/>
              <a:t>ndk</a:t>
            </a:r>
            <a:endParaRPr lang="en-US" dirty="0"/>
          </a:p>
          <a:p>
            <a:pPr lvl="2"/>
            <a:r>
              <a:rPr lang="en-US" dirty="0"/>
              <a:t>Native SDK</a:t>
            </a:r>
          </a:p>
          <a:p>
            <a:pPr lvl="1"/>
            <a:r>
              <a:rPr lang="en-US" dirty="0" err="1"/>
              <a:t>pdk</a:t>
            </a:r>
            <a:endParaRPr lang="en-US" dirty="0"/>
          </a:p>
          <a:p>
            <a:pPr lvl="2"/>
            <a:r>
              <a:rPr lang="en-US" dirty="0"/>
              <a:t>for 3rd Party SDK</a:t>
            </a:r>
          </a:p>
          <a:p>
            <a:pPr lvl="1"/>
            <a:r>
              <a:rPr lang="en-US" dirty="0" err="1"/>
              <a:t>cts</a:t>
            </a:r>
            <a:endParaRPr lang="en-US" dirty="0"/>
          </a:p>
          <a:p>
            <a:pPr lvl="2"/>
            <a:r>
              <a:rPr lang="en-US" dirty="0"/>
              <a:t>Compatibility Test</a:t>
            </a:r>
          </a:p>
          <a:p>
            <a:pPr lvl="1"/>
            <a:r>
              <a:rPr lang="en-US" dirty="0"/>
              <a:t>tools</a:t>
            </a:r>
          </a:p>
          <a:p>
            <a:pPr lvl="2"/>
            <a:r>
              <a:rPr lang="en-US" dirty="0"/>
              <a:t>Tools for External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 b="59869"/>
          <a:stretch/>
        </p:blipFill>
        <p:spPr>
          <a:xfrm>
            <a:off x="352650" y="770881"/>
            <a:ext cx="3024336" cy="42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11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Android Source Code</a:t>
            </a:r>
            <a:endParaRPr lang="en-US" dirty="0"/>
          </a:p>
        </p:txBody>
      </p:sp>
      <p:sp>
        <p:nvSpPr>
          <p:cNvPr id="7" name="Content Placeholder 4"/>
          <p:cNvSpPr txBox="1">
            <a:spLocks/>
          </p:cNvSpPr>
          <p:nvPr/>
        </p:nvSpPr>
        <p:spPr bwMode="auto">
          <a:xfrm>
            <a:off x="836612" y="1197546"/>
            <a:ext cx="4599483" cy="237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anose="02020603050405020304" pitchFamily="18" charset="0"/>
              <a:buBlip>
                <a:blip r:embed="rId2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e</a:t>
            </a:r>
            <a:r>
              <a:rPr lang="en-US" dirty="0" smtClean="0"/>
              <a:t>xternal</a:t>
            </a:r>
          </a:p>
          <a:p>
            <a:pPr lvl="2"/>
            <a:r>
              <a:rPr lang="en-US" dirty="0" smtClean="0"/>
              <a:t>Linux </a:t>
            </a:r>
            <a:r>
              <a:rPr lang="en-US" dirty="0"/>
              <a:t>Lib</a:t>
            </a:r>
          </a:p>
          <a:p>
            <a:pPr lvl="1"/>
            <a:r>
              <a:rPr lang="en-US" dirty="0" err="1"/>
              <a:t>libcore</a:t>
            </a:r>
            <a:endParaRPr lang="en-US" dirty="0"/>
          </a:p>
          <a:p>
            <a:pPr lvl="2"/>
            <a:r>
              <a:rPr lang="en-US" dirty="0" smtClean="0"/>
              <a:t>Lib for Android</a:t>
            </a:r>
            <a:endParaRPr lang="en-US" dirty="0"/>
          </a:p>
          <a:p>
            <a:pPr lvl="1"/>
            <a:r>
              <a:rPr lang="en-US" dirty="0"/>
              <a:t>bionic</a:t>
            </a:r>
          </a:p>
          <a:p>
            <a:pPr lvl="2"/>
            <a:r>
              <a:rPr lang="en-US" dirty="0" err="1"/>
              <a:t>libc</a:t>
            </a:r>
            <a:r>
              <a:rPr lang="en-US" dirty="0"/>
              <a:t> for Android</a:t>
            </a:r>
          </a:p>
          <a:p>
            <a:pPr lvl="1"/>
            <a:r>
              <a:rPr lang="en-US" dirty="0" err="1" smtClean="0"/>
              <a:t>libnativehelper</a:t>
            </a:r>
            <a:endParaRPr lang="en-US" dirty="0"/>
          </a:p>
          <a:p>
            <a:pPr lvl="2"/>
            <a:r>
              <a:rPr lang="en-US" dirty="0"/>
              <a:t>Helper for JNI</a:t>
            </a:r>
          </a:p>
          <a:p>
            <a:pPr lvl="1"/>
            <a:r>
              <a:rPr lang="en-US" dirty="0" err="1" smtClean="0"/>
              <a:t>abi</a:t>
            </a:r>
            <a:endParaRPr lang="en-US" dirty="0" smtClean="0"/>
          </a:p>
          <a:p>
            <a:pPr lvl="2"/>
            <a:r>
              <a:rPr lang="en-US" dirty="0" smtClean="0"/>
              <a:t>Application </a:t>
            </a:r>
            <a:r>
              <a:rPr lang="en-US" dirty="0"/>
              <a:t>Binary Interface </a:t>
            </a:r>
          </a:p>
          <a:p>
            <a:pPr lvl="1"/>
            <a:r>
              <a:rPr lang="en-US" dirty="0" err="1"/>
              <a:t>d</a:t>
            </a:r>
            <a:r>
              <a:rPr lang="en-US" dirty="0" err="1" smtClean="0"/>
              <a:t>alvik</a:t>
            </a:r>
            <a:endParaRPr lang="en-US" dirty="0" smtClean="0"/>
          </a:p>
          <a:p>
            <a:pPr lvl="2"/>
            <a:r>
              <a:rPr lang="en-US" dirty="0" smtClean="0"/>
              <a:t>Java VM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rt</a:t>
            </a:r>
          </a:p>
          <a:p>
            <a:pPr lvl="2"/>
            <a:r>
              <a:rPr lang="en-US" dirty="0" smtClean="0"/>
              <a:t>Next Generation VM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98"/>
          <a:stretch/>
        </p:blipFill>
        <p:spPr>
          <a:xfrm>
            <a:off x="4067944" y="675552"/>
            <a:ext cx="3024336" cy="414467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half" idx="2"/>
          </p:nvPr>
        </p:nvSpPr>
        <p:spPr>
          <a:xfrm>
            <a:off x="4800600" y="1125538"/>
            <a:ext cx="3810000" cy="4535710"/>
          </a:xfrm>
        </p:spPr>
        <p:txBody>
          <a:bodyPr/>
          <a:lstStyle/>
          <a:p>
            <a:pPr lvl="1"/>
            <a:r>
              <a:rPr lang="en-US" dirty="0"/>
              <a:t>d</a:t>
            </a:r>
            <a:r>
              <a:rPr lang="en-US" dirty="0" smtClean="0"/>
              <a:t>evice</a:t>
            </a:r>
          </a:p>
          <a:p>
            <a:pPr lvl="2"/>
            <a:r>
              <a:rPr lang="en-US" dirty="0" smtClean="0"/>
              <a:t>Diff for Devices</a:t>
            </a:r>
            <a:endParaRPr lang="en-US" dirty="0"/>
          </a:p>
          <a:p>
            <a:pPr lvl="1"/>
            <a:r>
              <a:rPr lang="en-US" dirty="0"/>
              <a:t>hardware</a:t>
            </a:r>
          </a:p>
          <a:p>
            <a:pPr lvl="2"/>
            <a:r>
              <a:rPr lang="en-US" dirty="0" smtClean="0"/>
              <a:t>Drivers</a:t>
            </a:r>
          </a:p>
          <a:p>
            <a:pPr lvl="1"/>
            <a:r>
              <a:rPr lang="en-US" dirty="0" smtClean="0"/>
              <a:t>bootable</a:t>
            </a:r>
          </a:p>
          <a:p>
            <a:pPr lvl="2"/>
            <a:r>
              <a:rPr lang="en-US" dirty="0" err="1" smtClean="0"/>
              <a:t>BootLoader</a:t>
            </a:r>
            <a:endParaRPr lang="en-US" dirty="0"/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7127776" y="3315"/>
            <a:ext cx="2016224" cy="95906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60" b="24084"/>
          <a:stretch/>
        </p:blipFill>
        <p:spPr>
          <a:xfrm>
            <a:off x="376239" y="692696"/>
            <a:ext cx="3024336" cy="5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3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License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25538"/>
            <a:ext cx="3649240" cy="5327650"/>
          </a:xfrm>
        </p:spPr>
        <p:txBody>
          <a:bodyPr/>
          <a:lstStyle/>
          <a:p>
            <a:r>
              <a:rPr lang="en-US" dirty="0" smtClean="0"/>
              <a:t>3 Types License</a:t>
            </a:r>
          </a:p>
          <a:p>
            <a:pPr lvl="1"/>
            <a:r>
              <a:rPr lang="en-US" dirty="0" smtClean="0"/>
              <a:t>Apache 2.0</a:t>
            </a:r>
          </a:p>
          <a:p>
            <a:pPr lvl="2"/>
            <a:r>
              <a:rPr lang="en-US" dirty="0" smtClean="0"/>
              <a:t>All Application Framework</a:t>
            </a:r>
          </a:p>
          <a:p>
            <a:pPr lvl="2"/>
            <a:r>
              <a:rPr lang="en-US" dirty="0" smtClean="0"/>
              <a:t>Some Libraries</a:t>
            </a:r>
          </a:p>
          <a:p>
            <a:pPr lvl="3"/>
            <a:r>
              <a:rPr lang="en-US" dirty="0" smtClean="0"/>
              <a:t>Bionic</a:t>
            </a:r>
          </a:p>
          <a:p>
            <a:pPr lvl="1"/>
            <a:r>
              <a:rPr lang="en-US" dirty="0" smtClean="0"/>
              <a:t>GPL</a:t>
            </a:r>
          </a:p>
          <a:p>
            <a:pPr lvl="2"/>
            <a:r>
              <a:rPr lang="en-US" dirty="0" smtClean="0"/>
              <a:t>Almost Libraries</a:t>
            </a:r>
          </a:p>
          <a:p>
            <a:pPr lvl="2"/>
            <a:r>
              <a:rPr lang="en-US" dirty="0" smtClean="0"/>
              <a:t>Linux Kernel</a:t>
            </a:r>
          </a:p>
          <a:p>
            <a:pPr lvl="1"/>
            <a:r>
              <a:rPr lang="en-US" dirty="0"/>
              <a:t>Google </a:t>
            </a:r>
            <a:r>
              <a:rPr lang="en-US" dirty="0" smtClean="0"/>
              <a:t>Proprietary</a:t>
            </a:r>
          </a:p>
          <a:p>
            <a:pPr lvl="2"/>
            <a:r>
              <a:rPr lang="en-US" dirty="0" smtClean="0"/>
              <a:t>Google Applications from Play Store</a:t>
            </a:r>
          </a:p>
          <a:p>
            <a:pPr lvl="3"/>
            <a:r>
              <a:rPr lang="en-US" dirty="0" smtClean="0"/>
              <a:t>How to Get Play Store?</a:t>
            </a:r>
          </a:p>
          <a:p>
            <a:pPr lvl="4"/>
            <a:r>
              <a:rPr lang="en-US" dirty="0" smtClean="0"/>
              <a:t>Pass 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5" b="-1"/>
          <a:stretch/>
        </p:blipFill>
        <p:spPr>
          <a:xfrm>
            <a:off x="4436525" y="2686279"/>
            <a:ext cx="4707475" cy="383906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211960" y="2924944"/>
            <a:ext cx="5275409" cy="2036513"/>
          </a:xfrm>
          <a:prstGeom prst="ellipse">
            <a:avLst/>
          </a:prstGeom>
          <a:solidFill>
            <a:srgbClr val="0080FF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2.0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152557" y="4628776"/>
            <a:ext cx="5275409" cy="1916858"/>
          </a:xfrm>
          <a:prstGeom prst="ellipse">
            <a:avLst/>
          </a:prstGeom>
          <a:solidFill>
            <a:srgbClr val="FF0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GPL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843" y="1863611"/>
            <a:ext cx="860173" cy="860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570" y="1887686"/>
            <a:ext cx="774519" cy="7745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189" y="1834600"/>
            <a:ext cx="880690" cy="88069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643" y="1838737"/>
            <a:ext cx="1133741" cy="8503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605" y="1049415"/>
            <a:ext cx="744117" cy="74411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211960" y="868141"/>
            <a:ext cx="5275409" cy="2036513"/>
          </a:xfrm>
          <a:prstGeom prst="ellipse">
            <a:avLst/>
          </a:prstGeom>
          <a:solidFill>
            <a:srgbClr val="FFC000">
              <a:alpha val="5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Google Proprietary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178016" y="889435"/>
            <a:ext cx="5275409" cy="5661190"/>
          </a:xfrm>
          <a:prstGeom prst="ellipse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 smtClean="0"/>
              <a:t>Google Android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443135" y="2736770"/>
            <a:ext cx="4707475" cy="3832516"/>
          </a:xfrm>
          <a:prstGeom prst="ellipse">
            <a:avLst/>
          </a:prstGeom>
          <a:solidFill>
            <a:srgbClr val="0080FF">
              <a:alpha val="5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AOSP</a:t>
            </a:r>
          </a:p>
          <a:p>
            <a:pPr algn="ctr"/>
            <a:r>
              <a:rPr lang="en-US" dirty="0" smtClean="0"/>
              <a:t>(Android Open Source Project)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346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12" grpId="0" animBg="1"/>
      <p:bldP spid="12" grpId="1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538"/>
            <a:ext cx="8054280" cy="5327650"/>
          </a:xfrm>
        </p:spPr>
        <p:txBody>
          <a:bodyPr/>
          <a:lstStyle/>
          <a:p>
            <a:r>
              <a:rPr lang="en-US" dirty="0" smtClean="0"/>
              <a:t>Goo.im – Premium Android Developer File Hosting</a:t>
            </a:r>
          </a:p>
          <a:p>
            <a:pPr lvl="1"/>
            <a:r>
              <a:rPr lang="en-US" dirty="0" smtClean="0"/>
              <a:t>This Site hosts Google Proprietary Apps!!!</a:t>
            </a:r>
          </a:p>
          <a:p>
            <a:pPr lvl="2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goo.im/home</a:t>
            </a:r>
            <a:endParaRPr lang="en-US" dirty="0" smtClean="0"/>
          </a:p>
          <a:p>
            <a:pPr lvl="1"/>
            <a:r>
              <a:rPr lang="en-US" dirty="0" smtClean="0"/>
              <a:t>You can use Google Proprietary Apps on your Device.</a:t>
            </a:r>
          </a:p>
          <a:p>
            <a:pPr lvl="2"/>
            <a:r>
              <a:rPr lang="en-US" dirty="0" smtClean="0"/>
              <a:t>However </a:t>
            </a:r>
            <a:r>
              <a:rPr lang="en-US" dirty="0"/>
              <a:t>it’s </a:t>
            </a:r>
            <a:r>
              <a:rPr lang="en-US" dirty="0" smtClean="0"/>
              <a:t>illegal…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576" y="3501008"/>
            <a:ext cx="6791808" cy="32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43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Feature Matrix of ARM Chips</a:t>
            </a:r>
            <a:endParaRPr kumimoji="1" lang="ja-JP" altLang="en-US" dirty="0"/>
          </a:p>
        </p:txBody>
      </p:sp>
      <p:graphicFrame>
        <p:nvGraphicFramePr>
          <p:cNvPr id="4" name="コンテンツ プレースホルダー 3"/>
          <p:cNvGraphicFramePr>
            <a:graphicFrameLocks noGrp="1"/>
          </p:cNvGraphicFramePr>
          <p:nvPr>
            <p:ph idx="1"/>
            <p:extLst/>
          </p:nvPr>
        </p:nvGraphicFramePr>
        <p:xfrm>
          <a:off x="87686" y="876825"/>
          <a:ext cx="9056313" cy="59345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13600"/>
                <a:gridCol w="1050479"/>
                <a:gridCol w="1132039"/>
                <a:gridCol w="1132039"/>
                <a:gridCol w="1132039"/>
                <a:gridCol w="1132039"/>
                <a:gridCol w="1132039"/>
                <a:gridCol w="1132039"/>
              </a:tblGrid>
              <a:tr h="501038">
                <a:tc>
                  <a:txBody>
                    <a:bodyPr/>
                    <a:lstStyle/>
                    <a:p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1600" dirty="0" err="1" smtClean="0"/>
                        <a:t>AllWinner</a:t>
                      </a:r>
                      <a:endParaRPr kumimoji="1" lang="ja-JP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1600" dirty="0" err="1" smtClean="0"/>
                        <a:t>RockChip</a:t>
                      </a:r>
                      <a:endParaRPr kumimoji="1" lang="ja-JP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 smtClean="0"/>
                        <a:t>MediaTek</a:t>
                      </a:r>
                      <a:endParaRPr kumimoji="1" lang="ja-JP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 smtClean="0"/>
                        <a:t>Freescale</a:t>
                      </a:r>
                      <a:endParaRPr kumimoji="1" lang="ja-JP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TI</a:t>
                      </a:r>
                      <a:endParaRPr kumimoji="1" lang="ja-JP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Samsung</a:t>
                      </a:r>
                      <a:endParaRPr kumimoji="1" lang="ja-JP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smtClean="0"/>
                        <a:t>Qualcomm</a:t>
                      </a:r>
                      <a:endParaRPr kumimoji="1" lang="ja-JP" altLang="en-US" sz="1600" b="1" dirty="0"/>
                    </a:p>
                  </a:txBody>
                  <a:tcPr/>
                </a:tc>
              </a:tr>
              <a:tr h="655804">
                <a:tc>
                  <a:txBody>
                    <a:bodyPr/>
                    <a:lstStyle/>
                    <a:p>
                      <a:r>
                        <a:rPr kumimoji="1" lang="en-US" altLang="ja-JP" smtClean="0"/>
                        <a:t>Chip</a:t>
                      </a:r>
                      <a:endParaRPr kumimoji="1" lang="en-US" altLang="ja-JP" baseline="0" smtClean="0"/>
                    </a:p>
                    <a:p>
                      <a:r>
                        <a:rPr kumimoji="1" lang="en-US" altLang="zh-TW" smtClean="0"/>
                        <a:t>Name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A31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RK3188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MT6589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i.MX6Q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OMAP5432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Exynos5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Krait400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655804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CPU Type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A7</a:t>
                      </a:r>
                      <a:r>
                        <a:rPr kumimoji="1" lang="en-US" altLang="ja-JP" baseline="0" dirty="0" smtClean="0"/>
                        <a:t> Quad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A9 Quad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A7 Quad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A9 Quad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A15</a:t>
                      </a:r>
                      <a:r>
                        <a:rPr kumimoji="1" lang="ja-JP" altLang="en-US" baseline="0" dirty="0" smtClean="0"/>
                        <a:t> </a:t>
                      </a:r>
                      <a:r>
                        <a:rPr kumimoji="1" lang="en-US" altLang="ja-JP" baseline="0" dirty="0" smtClean="0"/>
                        <a:t>Dual</a:t>
                      </a:r>
                      <a:endParaRPr kumimoji="1" lang="en-US" altLang="ja-JP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A15 Quad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A15 Quad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655804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Device Type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Tablet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Mini PC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Smart Phone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EVB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EVB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EVB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Tablet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688106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Used</a:t>
                      </a:r>
                      <a:r>
                        <a:rPr kumimoji="1" lang="en-US" altLang="ja-JP" baseline="0" dirty="0" smtClean="0"/>
                        <a:t> Area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Cheap</a:t>
                      </a:r>
                      <a:r>
                        <a:rPr kumimoji="1" lang="en-US" altLang="ja-JP" baseline="0" dirty="0" smtClean="0"/>
                        <a:t> Device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Cheap</a:t>
                      </a:r>
                      <a:r>
                        <a:rPr kumimoji="1" lang="en-US" altLang="ja-JP" baseline="0" dirty="0" smtClean="0"/>
                        <a:t> Device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Cheap</a:t>
                      </a:r>
                      <a:r>
                        <a:rPr kumimoji="1" lang="en-US" altLang="ja-JP" baseline="0" dirty="0" smtClean="0"/>
                        <a:t> Phone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N/A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Customized Device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N/A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3G/LTE</a:t>
                      </a:r>
                      <a:r>
                        <a:rPr kumimoji="1" lang="en-US" altLang="ja-JP" baseline="0" dirty="0" smtClean="0"/>
                        <a:t> Device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936863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Official Source Code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Some</a:t>
                      </a:r>
                      <a:r>
                        <a:rPr kumimoji="1" lang="en-US" altLang="ja-JP" baseline="0" dirty="0" smtClean="0"/>
                        <a:t> Android</a:t>
                      </a:r>
                    </a:p>
                    <a:p>
                      <a:r>
                        <a:rPr kumimoji="1" lang="en-US" altLang="ja-JP" baseline="0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Full</a:t>
                      </a:r>
                      <a:r>
                        <a:rPr kumimoji="1" lang="en-US" altLang="ja-JP" baseline="0" dirty="0" smtClean="0"/>
                        <a:t> Android</a:t>
                      </a:r>
                    </a:p>
                    <a:p>
                      <a:r>
                        <a:rPr kumimoji="1" lang="en-US" altLang="ja-JP" baseline="0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Full Android</a:t>
                      </a:r>
                    </a:p>
                    <a:p>
                      <a:r>
                        <a:rPr kumimoji="1" lang="en-US" altLang="ja-JP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Full Android</a:t>
                      </a:r>
                    </a:p>
                    <a:p>
                      <a:r>
                        <a:rPr kumimoji="1" lang="en-US" altLang="ja-JP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Full Android</a:t>
                      </a:r>
                    </a:p>
                    <a:p>
                      <a:r>
                        <a:rPr kumimoji="1" lang="en-US" altLang="ja-JP" dirty="0" smtClean="0"/>
                        <a:t>Kernel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995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Support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dirty="0" smtClean="0"/>
                        <a:t>△</a:t>
                      </a:r>
                      <a:endParaRPr kumimoji="1" lang="en-US" altLang="ja-JP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◎</a:t>
                      </a:r>
                      <a:endParaRPr kumimoji="1" lang="en-US" altLang="ja-JP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◎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99253">
                <a:tc>
                  <a:txBody>
                    <a:bodyPr/>
                    <a:lstStyle/>
                    <a:p>
                      <a:r>
                        <a:rPr kumimoji="1" lang="en-US" altLang="ja-JP" sz="1800" kern="1200" dirty="0" smtClean="0">
                          <a:effectLst/>
                        </a:rPr>
                        <a:t>Availability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？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◎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◎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？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995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Promising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◎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smtClean="0"/>
                        <a:t>×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○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 smtClean="0"/>
                        <a:t>△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681929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Reason</a:t>
                      </a:r>
                      <a:endParaRPr kumimoji="1" lang="ja-JP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Cheapest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aseline="0" dirty="0" smtClean="0"/>
                        <a:t>Better chip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RF chip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 smtClean="0"/>
                        <a:t>Dev</a:t>
                      </a:r>
                      <a:r>
                        <a:rPr kumimoji="1" lang="en-US" altLang="ja-JP" baseline="0" dirty="0" smtClean="0"/>
                        <a:t> team is gone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Expensive</a:t>
                      </a:r>
                      <a:endParaRPr kumimoji="1" lang="ja-JP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55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Inside Android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2833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 Up Flow CPU</a:t>
            </a:r>
            <a:r>
              <a:rPr lang="ja-JP" altLang="en-US" dirty="0" smtClean="0"/>
              <a:t>～</a:t>
            </a:r>
            <a:r>
              <a:rPr lang="en-US" altLang="ja-JP" dirty="0" smtClean="0"/>
              <a:t>Kernel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8"/>
            <a:ext cx="7772400" cy="5327650"/>
          </a:xfrm>
        </p:spPr>
        <p:txBody>
          <a:bodyPr/>
          <a:lstStyle/>
          <a:p>
            <a:r>
              <a:rPr lang="en-US" dirty="0" smtClean="0"/>
              <a:t>Ex. </a:t>
            </a:r>
            <a:r>
              <a:rPr lang="en-US" dirty="0" err="1" smtClean="0"/>
              <a:t>x-loader&amp;u-boot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8" y="1637109"/>
            <a:ext cx="8667750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0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 Up Flow </a:t>
            </a:r>
            <a:r>
              <a:rPr lang="en-US" altLang="ja-JP" dirty="0" smtClean="0"/>
              <a:t>Kernel</a:t>
            </a:r>
            <a:r>
              <a:rPr lang="ja-JP" altLang="en-US" dirty="0" smtClean="0"/>
              <a:t>～</a:t>
            </a:r>
            <a:r>
              <a:rPr lang="en-US" altLang="ja-JP" dirty="0" smtClean="0"/>
              <a:t>Android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0728"/>
            <a:ext cx="3013720" cy="5615830"/>
          </a:xfrm>
        </p:spPr>
        <p:txBody>
          <a:bodyPr/>
          <a:lstStyle/>
          <a:p>
            <a:r>
              <a:rPr lang="en-US" dirty="0" err="1" smtClean="0"/>
              <a:t>Init</a:t>
            </a:r>
            <a:endParaRPr lang="en-US" dirty="0" smtClean="0"/>
          </a:p>
          <a:p>
            <a:pPr lvl="1"/>
            <a:r>
              <a:rPr lang="en-US" dirty="0" smtClean="0"/>
              <a:t>Set </a:t>
            </a:r>
            <a:r>
              <a:rPr lang="en-US" altLang="ja-JP" dirty="0" smtClean="0"/>
              <a:t>Permission</a:t>
            </a:r>
          </a:p>
          <a:p>
            <a:pPr lvl="1"/>
            <a:r>
              <a:rPr lang="en-US" altLang="ja-JP" dirty="0" smtClean="0"/>
              <a:t>Mount Disks</a:t>
            </a:r>
          </a:p>
          <a:p>
            <a:pPr lvl="1"/>
            <a:r>
              <a:rPr lang="en-US" dirty="0" smtClean="0"/>
              <a:t>Load Driver</a:t>
            </a:r>
            <a:endParaRPr lang="en-US" dirty="0"/>
          </a:p>
          <a:p>
            <a:r>
              <a:rPr lang="en-US" dirty="0" smtClean="0"/>
              <a:t>Demons</a:t>
            </a:r>
          </a:p>
          <a:p>
            <a:pPr lvl="1"/>
            <a:r>
              <a:rPr lang="en-US" dirty="0" smtClean="0"/>
              <a:t>Linux App</a:t>
            </a:r>
          </a:p>
          <a:p>
            <a:r>
              <a:rPr lang="en-US" dirty="0" smtClean="0"/>
              <a:t>Zygote</a:t>
            </a:r>
          </a:p>
          <a:p>
            <a:pPr lvl="1"/>
            <a:r>
              <a:rPr lang="en-US" altLang="ja-JP" dirty="0"/>
              <a:t>Sharing </a:t>
            </a:r>
            <a:r>
              <a:rPr lang="en-US" altLang="ja-JP" dirty="0" err="1" smtClean="0"/>
              <a:t>JavaResource</a:t>
            </a:r>
            <a:r>
              <a:rPr lang="en-US" altLang="ja-JP" dirty="0" smtClean="0"/>
              <a:t> Manager</a:t>
            </a:r>
            <a:endParaRPr lang="en-US" dirty="0" smtClean="0"/>
          </a:p>
          <a:p>
            <a:r>
              <a:rPr lang="en-US" dirty="0" smtClean="0"/>
              <a:t>Runtime</a:t>
            </a:r>
          </a:p>
          <a:p>
            <a:pPr lvl="1"/>
            <a:r>
              <a:rPr lang="en-US" dirty="0" smtClean="0"/>
              <a:t>Linux SO</a:t>
            </a:r>
          </a:p>
          <a:p>
            <a:pPr lvl="1"/>
            <a:r>
              <a:rPr lang="en-US" dirty="0" smtClean="0"/>
              <a:t>Driver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148574"/>
            <a:ext cx="5438095" cy="53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3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</a:t>
            </a:r>
            <a:r>
              <a:rPr lang="en-US" dirty="0" err="1" smtClean="0"/>
              <a:t>init</a:t>
            </a:r>
            <a:r>
              <a:rPr lang="en-US" dirty="0" smtClean="0"/>
              <a:t>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What’s works?</a:t>
            </a:r>
          </a:p>
          <a:p>
            <a:pPr lvl="1"/>
            <a:r>
              <a:rPr lang="en-US" altLang="ja-JP" dirty="0" smtClean="0"/>
              <a:t>Prepare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, file for Service</a:t>
            </a:r>
          </a:p>
          <a:p>
            <a:pPr lvl="1"/>
            <a:r>
              <a:rPr lang="en-US" altLang="ja-JP" dirty="0" smtClean="0"/>
              <a:t>Run Services(Demon), Runtime</a:t>
            </a:r>
          </a:p>
          <a:p>
            <a:pPr lvl="1"/>
            <a:r>
              <a:rPr lang="en-US" altLang="ja-JP" dirty="0" smtClean="0"/>
              <a:t>Setup Permission</a:t>
            </a:r>
          </a:p>
        </p:txBody>
      </p:sp>
      <p:sp>
        <p:nvSpPr>
          <p:cNvPr id="4" name="正方形/長方形 4"/>
          <p:cNvSpPr/>
          <p:nvPr/>
        </p:nvSpPr>
        <p:spPr>
          <a:xfrm>
            <a:off x="1127342" y="2995636"/>
            <a:ext cx="7828768" cy="38897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on post-</a:t>
            </a:r>
            <a:r>
              <a:rPr lang="en-US" altLang="ja-JP" sz="1800" dirty="0" err="1"/>
              <a:t>fs</a:t>
            </a:r>
            <a:r>
              <a:rPr lang="en-US" altLang="ja-JP" sz="1800" dirty="0"/>
              <a:t>-data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mkdir</a:t>
            </a:r>
            <a:r>
              <a:rPr lang="en-US" altLang="ja-JP" sz="1800" dirty="0"/>
              <a:t> /data/media 0770 </a:t>
            </a:r>
            <a:r>
              <a:rPr lang="en-US" altLang="ja-JP" sz="1800" dirty="0" err="1"/>
              <a:t>media_rw</a:t>
            </a:r>
            <a:r>
              <a:rPr lang="en-US" altLang="ja-JP" sz="1800" dirty="0"/>
              <a:t> </a:t>
            </a:r>
            <a:r>
              <a:rPr lang="en-US" altLang="ja-JP" sz="1800" dirty="0" err="1" smtClean="0"/>
              <a:t>media_rw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setprop</a:t>
            </a:r>
            <a:r>
              <a:rPr lang="en-US" altLang="ja-JP" sz="1800" dirty="0"/>
              <a:t> </a:t>
            </a:r>
            <a:r>
              <a:rPr lang="en-US" altLang="ja-JP" sz="1800" dirty="0" err="1"/>
              <a:t>vold.post_fs_data_done</a:t>
            </a:r>
            <a:r>
              <a:rPr lang="en-US" altLang="ja-JP" sz="1800" dirty="0"/>
              <a:t> 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mkdir</a:t>
            </a:r>
            <a:r>
              <a:rPr lang="en-US" altLang="ja-JP" sz="1800" dirty="0"/>
              <a:t> /data/</a:t>
            </a:r>
            <a:r>
              <a:rPr lang="en-US" altLang="ja-JP" sz="1800" dirty="0" err="1"/>
              <a:t>misc</a:t>
            </a:r>
            <a:r>
              <a:rPr lang="en-US" altLang="ja-JP" sz="1800" dirty="0"/>
              <a:t>/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 0770 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 </a:t>
            </a:r>
            <a:r>
              <a:rPr lang="en-US" altLang="ja-JP" sz="1800" dirty="0" err="1"/>
              <a:t>dhcp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chown</a:t>
            </a:r>
            <a:r>
              <a:rPr lang="en-US" altLang="ja-JP" sz="1800" dirty="0"/>
              <a:t> 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 </a:t>
            </a:r>
            <a:r>
              <a:rPr lang="en-US" altLang="ja-JP" sz="1800" dirty="0" err="1"/>
              <a:t>dhcp</a:t>
            </a:r>
            <a:r>
              <a:rPr lang="en-US" altLang="ja-JP" sz="1800" dirty="0"/>
              <a:t> /data/</a:t>
            </a:r>
            <a:r>
              <a:rPr lang="en-US" altLang="ja-JP" sz="1800" dirty="0" err="1"/>
              <a:t>misc</a:t>
            </a:r>
            <a:r>
              <a:rPr lang="en-US" altLang="ja-JP" sz="1800" dirty="0"/>
              <a:t>/</a:t>
            </a:r>
            <a:r>
              <a:rPr lang="en-US" altLang="ja-JP" sz="1800" dirty="0" err="1"/>
              <a:t>dhcp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mkdir</a:t>
            </a:r>
            <a:r>
              <a:rPr lang="en-US" altLang="ja-JP" sz="1800" dirty="0"/>
              <a:t> /data/</a:t>
            </a:r>
            <a:r>
              <a:rPr lang="en-US" altLang="ja-JP" sz="1800" dirty="0" err="1"/>
              <a:t>misc</a:t>
            </a:r>
            <a:r>
              <a:rPr lang="en-US" altLang="ja-JP" sz="1800" dirty="0"/>
              <a:t>/</a:t>
            </a:r>
            <a:r>
              <a:rPr lang="en-US" altLang="ja-JP" sz="1800" dirty="0" err="1"/>
              <a:t>wifi</a:t>
            </a:r>
            <a:r>
              <a:rPr lang="en-US" altLang="ja-JP" sz="1800" dirty="0"/>
              <a:t>/sockets 0770 </a:t>
            </a:r>
            <a:r>
              <a:rPr lang="en-US" altLang="ja-JP" sz="1800" dirty="0" err="1"/>
              <a:t>wifi</a:t>
            </a:r>
            <a:r>
              <a:rPr lang="en-US" altLang="ja-JP" sz="1800" dirty="0"/>
              <a:t> </a:t>
            </a:r>
            <a:r>
              <a:rPr lang="en-US" altLang="ja-JP" sz="1800" dirty="0" err="1"/>
              <a:t>wifi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service dhcpcd_wlan0 /system/bin/</a:t>
            </a:r>
            <a:r>
              <a:rPr lang="en-US" altLang="ja-JP" sz="1800" dirty="0" err="1"/>
              <a:t>dhcpcd</a:t>
            </a:r>
            <a:r>
              <a:rPr lang="en-US" altLang="ja-JP" sz="1800" dirty="0"/>
              <a:t> -ABKL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disabled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    </a:t>
            </a:r>
            <a:r>
              <a:rPr lang="en-US" altLang="ja-JP" sz="1800" dirty="0" err="1"/>
              <a:t>oneshot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#for V4L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/</a:t>
            </a:r>
            <a:r>
              <a:rPr lang="en-US" altLang="ja-JP" sz="1800" dirty="0" err="1"/>
              <a:t>dev</a:t>
            </a:r>
            <a:r>
              <a:rPr lang="en-US" altLang="ja-JP" sz="1800" dirty="0"/>
              <a:t>/video0           0666   system     </a:t>
            </a:r>
            <a:r>
              <a:rPr lang="en-US" altLang="ja-JP" sz="1800" dirty="0" err="1"/>
              <a:t>system</a:t>
            </a:r>
            <a:endParaRPr lang="en-US" altLang="ja-JP" sz="18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800" dirty="0"/>
              <a:t>/</a:t>
            </a:r>
            <a:r>
              <a:rPr lang="en-US" altLang="ja-JP" sz="1800" dirty="0" err="1"/>
              <a:t>dev</a:t>
            </a:r>
            <a:r>
              <a:rPr lang="en-US" altLang="ja-JP" sz="1800" dirty="0"/>
              <a:t>/video1           0666   system     </a:t>
            </a:r>
            <a:r>
              <a:rPr lang="en-US" altLang="ja-JP" sz="1800" dirty="0" err="1"/>
              <a:t>system</a:t>
            </a:r>
            <a:r>
              <a:rPr lang="en-US" altLang="ja-JP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279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of Between Linux to Android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25538"/>
            <a:ext cx="5177043" cy="573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56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Sorry!!!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About SMP(Multi Core)</a:t>
            </a:r>
            <a:r>
              <a:rPr lang="ja-JP" altLang="en-US" dirty="0" smtClean="0"/>
              <a:t> </a:t>
            </a:r>
            <a:r>
              <a:rPr lang="en-US" altLang="ja-JP" dirty="0" smtClean="0"/>
              <a:t>Compile</a:t>
            </a:r>
          </a:p>
          <a:p>
            <a:pPr lvl="1"/>
            <a:r>
              <a:rPr lang="en-US" dirty="0" smtClean="0"/>
              <a:t>Next Week!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12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Hands On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3839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2 Kinds of Android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SmartPhone</a:t>
            </a:r>
            <a:endParaRPr lang="en-US" dirty="0" smtClean="0"/>
          </a:p>
          <a:p>
            <a:pPr lvl="1"/>
            <a:r>
              <a:rPr lang="en-US" dirty="0" smtClean="0"/>
              <a:t>Nexus7 (2013)</a:t>
            </a:r>
          </a:p>
          <a:p>
            <a:pPr lvl="1"/>
            <a:r>
              <a:rPr lang="en-US" dirty="0" smtClean="0"/>
              <a:t>Android 4.3</a:t>
            </a:r>
          </a:p>
          <a:p>
            <a:pPr lvl="2"/>
            <a:r>
              <a:rPr lang="en-US" dirty="0" smtClean="0"/>
              <a:t>Released by Community</a:t>
            </a:r>
          </a:p>
          <a:p>
            <a:pPr lvl="3"/>
            <a:r>
              <a:rPr lang="en-US" dirty="0" smtClean="0"/>
              <a:t>Non-Driver(BSP)</a:t>
            </a:r>
          </a:p>
          <a:p>
            <a:endParaRPr lang="en-US" dirty="0" smtClean="0"/>
          </a:p>
          <a:p>
            <a:r>
              <a:rPr lang="en-US" dirty="0" smtClean="0"/>
              <a:t>EVB</a:t>
            </a:r>
          </a:p>
          <a:p>
            <a:pPr lvl="1"/>
            <a:r>
              <a:rPr lang="en-US" dirty="0" err="1" smtClean="0"/>
              <a:t>Pandaboard</a:t>
            </a:r>
            <a:endParaRPr lang="en-US" dirty="0" smtClean="0"/>
          </a:p>
          <a:p>
            <a:pPr lvl="1"/>
            <a:r>
              <a:rPr lang="en-US" dirty="0" smtClean="0"/>
              <a:t>Android 4.4</a:t>
            </a:r>
          </a:p>
          <a:p>
            <a:pPr lvl="2"/>
            <a:r>
              <a:rPr lang="en-US" dirty="0" smtClean="0"/>
              <a:t>Released by Google</a:t>
            </a:r>
          </a:p>
          <a:p>
            <a:pPr lvl="3"/>
            <a:r>
              <a:rPr lang="en-US" dirty="0" smtClean="0"/>
              <a:t>All </a:t>
            </a:r>
            <a:r>
              <a:rPr lang="en-US" dirty="0" err="1" smtClean="0"/>
              <a:t>Softwares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140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Building </a:t>
            </a:r>
            <a:r>
              <a:rPr lang="en-US" altLang="ja-JP" dirty="0"/>
              <a:t>E</a:t>
            </a:r>
            <a:r>
              <a:rPr lang="en-US" altLang="ja-JP" dirty="0" smtClean="0"/>
              <a:t>nvironment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CPU</a:t>
            </a:r>
          </a:p>
          <a:p>
            <a:pPr lvl="1"/>
            <a:r>
              <a:rPr lang="en-US" altLang="ja-JP" dirty="0" smtClean="0"/>
              <a:t>Core i7</a:t>
            </a:r>
          </a:p>
          <a:p>
            <a:pPr lvl="2"/>
            <a:r>
              <a:rPr lang="en-US" altLang="ja-JP" dirty="0" smtClean="0"/>
              <a:t>4core – 8thread</a:t>
            </a:r>
          </a:p>
          <a:p>
            <a:r>
              <a:rPr kumimoji="1" lang="en-US" altLang="ja-JP" dirty="0" smtClean="0"/>
              <a:t>Memory</a:t>
            </a:r>
          </a:p>
          <a:p>
            <a:pPr lvl="1"/>
            <a:r>
              <a:rPr lang="en-US" altLang="ja-JP" dirty="0" smtClean="0"/>
              <a:t>8GB</a:t>
            </a:r>
          </a:p>
          <a:p>
            <a:r>
              <a:rPr kumimoji="1" lang="en-US" altLang="ja-JP" dirty="0" smtClean="0"/>
              <a:t>OS</a:t>
            </a:r>
          </a:p>
          <a:p>
            <a:pPr lvl="1"/>
            <a:r>
              <a:rPr kumimoji="1" lang="en-US" altLang="ja-JP" dirty="0" smtClean="0"/>
              <a:t>Ubuntu12.04 64bits</a:t>
            </a:r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778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/>
              <a:t>Common Setup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4848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Common Setup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Build Tools</a:t>
            </a:r>
          </a:p>
          <a:p>
            <a:pPr lvl="1"/>
            <a:r>
              <a:rPr lang="en-US" altLang="ja-JP" dirty="0" err="1"/>
              <a:t>sudo</a:t>
            </a:r>
            <a:r>
              <a:rPr lang="en-US" altLang="ja-JP" dirty="0"/>
              <a:t> apt-get </a:t>
            </a:r>
            <a:r>
              <a:rPr lang="en-US" altLang="ja-JP" dirty="0" smtClean="0"/>
              <a:t>install </a:t>
            </a:r>
          </a:p>
          <a:p>
            <a:pPr lvl="2"/>
            <a:r>
              <a:rPr lang="en-US" altLang="ja-JP" dirty="0"/>
              <a:t>bison build-essential curl flex </a:t>
            </a:r>
            <a:r>
              <a:rPr lang="en-US" altLang="ja-JP" dirty="0" err="1"/>
              <a:t>git</a:t>
            </a:r>
            <a:r>
              <a:rPr lang="en-US" altLang="ja-JP" dirty="0"/>
              <a:t>-core </a:t>
            </a:r>
            <a:r>
              <a:rPr lang="en-US" altLang="ja-JP" dirty="0" err="1"/>
              <a:t>gnupg</a:t>
            </a:r>
            <a:r>
              <a:rPr lang="en-US" altLang="ja-JP" dirty="0"/>
              <a:t> </a:t>
            </a:r>
            <a:r>
              <a:rPr lang="en-US" altLang="ja-JP" dirty="0" err="1"/>
              <a:t>gperf</a:t>
            </a:r>
            <a:r>
              <a:rPr lang="en-US" altLang="ja-JP" dirty="0"/>
              <a:t> libesd0-dev libncurses5-dev libsdl1.2-dev libwxgtk2.8-dev libxml2 libxml2-utils </a:t>
            </a:r>
            <a:r>
              <a:rPr lang="en-US" altLang="ja-JP" dirty="0" err="1"/>
              <a:t>lzop</a:t>
            </a:r>
            <a:r>
              <a:rPr lang="en-US" altLang="ja-JP" dirty="0"/>
              <a:t> openjdk-6-jdk openjdk-6-jre </a:t>
            </a:r>
            <a:r>
              <a:rPr lang="en-US" altLang="ja-JP" dirty="0" err="1"/>
              <a:t>pngcrush</a:t>
            </a:r>
            <a:r>
              <a:rPr lang="en-US" altLang="ja-JP" dirty="0"/>
              <a:t> </a:t>
            </a:r>
            <a:r>
              <a:rPr lang="en-US" altLang="ja-JP" dirty="0" err="1"/>
              <a:t>schedtool</a:t>
            </a:r>
            <a:r>
              <a:rPr lang="en-US" altLang="ja-JP" dirty="0"/>
              <a:t> </a:t>
            </a:r>
            <a:r>
              <a:rPr lang="en-US" altLang="ja-JP" dirty="0" err="1"/>
              <a:t>squashfs</a:t>
            </a:r>
            <a:r>
              <a:rPr lang="en-US" altLang="ja-JP" dirty="0"/>
              <a:t>-tools </a:t>
            </a:r>
            <a:r>
              <a:rPr lang="en-US" altLang="ja-JP" dirty="0" err="1"/>
              <a:t>xsltproc</a:t>
            </a:r>
            <a:r>
              <a:rPr lang="en-US" altLang="ja-JP" dirty="0"/>
              <a:t> zip zlib1g-dev</a:t>
            </a:r>
          </a:p>
          <a:p>
            <a:pPr lvl="2"/>
            <a:r>
              <a:rPr lang="en-US" altLang="ja-JP" dirty="0"/>
              <a:t>g++-</a:t>
            </a:r>
            <a:r>
              <a:rPr lang="en-US" altLang="ja-JP" dirty="0" err="1"/>
              <a:t>multilib</a:t>
            </a:r>
            <a:r>
              <a:rPr lang="en-US" altLang="ja-JP" dirty="0"/>
              <a:t> </a:t>
            </a:r>
            <a:r>
              <a:rPr lang="en-US" altLang="ja-JP" dirty="0" err="1"/>
              <a:t>gcc-multilib</a:t>
            </a:r>
            <a:r>
              <a:rPr lang="en-US" altLang="ja-JP" dirty="0"/>
              <a:t> lib32ncurses5-dev lib32readline-gplv2-dev lib32z1-dev</a:t>
            </a:r>
          </a:p>
          <a:p>
            <a:pPr lvl="2"/>
            <a:endParaRPr lang="en-US" altLang="ja-JP" dirty="0" smtClean="0"/>
          </a:p>
          <a:p>
            <a:r>
              <a:rPr lang="en-US" altLang="ja-JP" dirty="0" smtClean="0"/>
              <a:t>Setup Build Tools for ARM</a:t>
            </a:r>
          </a:p>
          <a:p>
            <a:pPr lvl="1"/>
            <a:r>
              <a:rPr lang="en-US" altLang="ja-JP" dirty="0" err="1"/>
              <a:t>sudo</a:t>
            </a:r>
            <a:r>
              <a:rPr lang="en-US" altLang="ja-JP" dirty="0"/>
              <a:t> apt-get install </a:t>
            </a:r>
          </a:p>
          <a:p>
            <a:pPr lvl="2"/>
            <a:r>
              <a:rPr lang="en-US" altLang="ja-JP" dirty="0" err="1"/>
              <a:t>uboot-mkimage</a:t>
            </a:r>
            <a:endParaRPr lang="en-US" altLang="ja-JP" dirty="0"/>
          </a:p>
          <a:p>
            <a:pPr lvl="1"/>
            <a:endParaRPr lang="en-US" altLang="ja-JP" dirty="0"/>
          </a:p>
          <a:p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131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Common Setup 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Build Tools for Android</a:t>
            </a:r>
          </a:p>
          <a:p>
            <a:pPr lvl="1"/>
            <a:endParaRPr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1127342" y="1778696"/>
            <a:ext cx="7828768" cy="37202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curl http://commondatastorage.googleapis.com/git-repo-downloads/repo &gt; ~/bin/repo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chmod</a:t>
            </a:r>
            <a:r>
              <a:rPr lang="en-US" altLang="ja-JP" dirty="0"/>
              <a:t> </a:t>
            </a:r>
            <a:r>
              <a:rPr lang="en-US" altLang="ja-JP" dirty="0" err="1"/>
              <a:t>a+x</a:t>
            </a:r>
            <a:r>
              <a:rPr lang="en-US" altLang="ja-JP" dirty="0"/>
              <a:t> ~/bin/repo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PATH=$PATH:~/bin/repo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add-apt-repository </a:t>
            </a:r>
            <a:r>
              <a:rPr lang="en-US" altLang="ja-JP" dirty="0" err="1"/>
              <a:t>ppa:nilarimogard</a:t>
            </a:r>
            <a:r>
              <a:rPr lang="en-US" altLang="ja-JP" dirty="0"/>
              <a:t>/webupd8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apt-get update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apt-get install android-tools-</a:t>
            </a:r>
            <a:r>
              <a:rPr lang="en-US" altLang="ja-JP" dirty="0" err="1"/>
              <a:t>fastboot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1928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Nexus7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67662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What’s Nexus7?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Tablet</a:t>
            </a:r>
            <a:endParaRPr lang="fr-FR" altLang="ja-JP" dirty="0"/>
          </a:p>
          <a:p>
            <a:pPr lvl="2"/>
            <a:r>
              <a:rPr lang="fr-FR" altLang="ja-JP" dirty="0" smtClean="0"/>
              <a:t>Nexus7(2013)</a:t>
            </a:r>
            <a:endParaRPr lang="fr-FR" altLang="ja-JP" dirty="0"/>
          </a:p>
          <a:p>
            <a:pPr lvl="3"/>
            <a:r>
              <a:rPr lang="en-US" altLang="ja-JP" dirty="0">
                <a:hlinkClick r:id="rId2"/>
              </a:rPr>
              <a:t>http://www.google.com/nexus/7</a:t>
            </a:r>
            <a:r>
              <a:rPr lang="en-US" altLang="ja-JP" dirty="0" smtClean="0">
                <a:hlinkClick r:id="rId2"/>
              </a:rPr>
              <a:t>/</a:t>
            </a:r>
            <a:endParaRPr lang="en-US" altLang="ja-JP" dirty="0" smtClean="0"/>
          </a:p>
          <a:p>
            <a:pPr lvl="3"/>
            <a:endParaRPr lang="en-US" altLang="ja-JP" dirty="0"/>
          </a:p>
          <a:p>
            <a:pPr lvl="3"/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JCROM </a:t>
            </a:r>
          </a:p>
          <a:p>
            <a:pPr lvl="2"/>
            <a:r>
              <a:rPr lang="fr-FR" altLang="ja-JP" dirty="0" smtClean="0"/>
              <a:t>With Build Manual</a:t>
            </a:r>
            <a:endParaRPr kumimoji="1" lang="fr-FR" altLang="ja-JP" dirty="0" smtClean="0"/>
          </a:p>
          <a:p>
            <a:pPr lvl="2"/>
            <a:r>
              <a:rPr lang="en-US" altLang="ja-JP" dirty="0">
                <a:hlinkClick r:id="rId3"/>
              </a:rPr>
              <a:t>https://sites.google.com/site/jcromproject</a:t>
            </a:r>
            <a:r>
              <a:rPr lang="en-US" altLang="ja-JP" dirty="0" smtClean="0">
                <a:hlinkClick r:id="rId3"/>
              </a:rPr>
              <a:t>/</a:t>
            </a:r>
            <a:endParaRPr lang="en-US" altLang="ja-JP" dirty="0" smtClean="0"/>
          </a:p>
          <a:p>
            <a:pPr lvl="2"/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054" y="1044403"/>
            <a:ext cx="3763488" cy="2947281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95" y="3991684"/>
            <a:ext cx="3995803" cy="25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1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to Customize Community Source Code</a:t>
            </a:r>
          </a:p>
          <a:p>
            <a:pPr lvl="1"/>
            <a:r>
              <a:rPr lang="en-US" dirty="0" smtClean="0"/>
              <a:t>How did they get them?</a:t>
            </a:r>
          </a:p>
          <a:p>
            <a:pPr lvl="2"/>
            <a:r>
              <a:rPr lang="en-US" dirty="0"/>
              <a:t>They don’t have BSP(Driver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How about Android System.</a:t>
            </a:r>
          </a:p>
          <a:p>
            <a:pPr lvl="2"/>
            <a:r>
              <a:rPr lang="en-US" dirty="0" err="1" smtClean="0"/>
              <a:t>eMMC</a:t>
            </a:r>
            <a:r>
              <a:rPr lang="en-US" dirty="0" smtClean="0"/>
              <a:t>, OTA-Package</a:t>
            </a:r>
          </a:p>
          <a:p>
            <a:endParaRPr lang="en-US" dirty="0" smtClean="0"/>
          </a:p>
          <a:p>
            <a:r>
              <a:rPr lang="en-US" dirty="0" smtClean="0"/>
              <a:t>You can Customize GUI(HOME)</a:t>
            </a:r>
          </a:p>
          <a:p>
            <a:pPr lvl="1"/>
            <a:r>
              <a:rPr lang="en-US" altLang="ja-JP" dirty="0" smtClean="0"/>
              <a:t>What can you Customize Android System? </a:t>
            </a:r>
          </a:p>
          <a:p>
            <a:pPr lvl="2"/>
            <a:r>
              <a:rPr lang="en-US" altLang="ja-JP" dirty="0" smtClean="0"/>
              <a:t>UI System, Settings</a:t>
            </a:r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32247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Build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</a:t>
            </a:r>
            <a:r>
              <a:rPr lang="en-US" altLang="ja-JP" dirty="0"/>
              <a:t>S</a:t>
            </a:r>
            <a:r>
              <a:rPr lang="en-US" altLang="ja-JP" dirty="0" smtClean="0"/>
              <a:t>ource Code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BSP from site &amp; your real device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&amp; Build kernel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Make </a:t>
            </a:r>
            <a:r>
              <a:rPr lang="en-US" altLang="ja-JP" dirty="0" smtClean="0"/>
              <a:t>OTA image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Write new OTA image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294108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Source </a:t>
            </a:r>
            <a:r>
              <a:rPr lang="en-US" altLang="ja-JP" dirty="0" smtClean="0"/>
              <a:t>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from </a:t>
            </a:r>
            <a:r>
              <a:rPr lang="en-US" altLang="ja-JP" dirty="0" smtClean="0">
                <a:solidFill>
                  <a:srgbClr val="FF0000"/>
                </a:solidFill>
              </a:rPr>
              <a:t>JCROM</a:t>
            </a:r>
            <a:r>
              <a:rPr lang="en-US" altLang="ja-JP" dirty="0" smtClean="0"/>
              <a:t>’s repository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84120" y="1878904"/>
            <a:ext cx="6801633" cy="15407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repo init -u https://bitbucket.org/sola/jcrom_manifest -m jcrom_jb-4.3-master.xml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repo sync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78561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1" y="0"/>
            <a:ext cx="8119499" cy="908050"/>
          </a:xfrm>
        </p:spPr>
        <p:txBody>
          <a:bodyPr/>
          <a:lstStyle/>
          <a:p>
            <a:pPr lvl="1"/>
            <a:r>
              <a:rPr lang="en-US" altLang="ja-JP" dirty="0"/>
              <a:t>Download BSP from site &amp; your real </a:t>
            </a:r>
            <a:r>
              <a:rPr lang="en-US" altLang="ja-JP" dirty="0" smtClean="0"/>
              <a:t>device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Register your board to </a:t>
            </a:r>
            <a:r>
              <a:rPr lang="en-US" altLang="ja-JP" dirty="0" err="1"/>
              <a:t>udev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/>
              <a:t>Add the following line to ‘/</a:t>
            </a:r>
            <a:r>
              <a:rPr lang="en-US" altLang="ja-JP" dirty="0" err="1"/>
              <a:t>etc</a:t>
            </a:r>
            <a:r>
              <a:rPr lang="en-US" altLang="ja-JP" dirty="0"/>
              <a:t>/</a:t>
            </a:r>
            <a:r>
              <a:rPr lang="en-US" altLang="ja-JP" dirty="0" err="1"/>
              <a:t>udev</a:t>
            </a:r>
            <a:r>
              <a:rPr lang="en-US" altLang="ja-JP" dirty="0"/>
              <a:t>/</a:t>
            </a:r>
            <a:r>
              <a:rPr lang="en-US" altLang="ja-JP" dirty="0" err="1"/>
              <a:t>rules.d</a:t>
            </a:r>
            <a:r>
              <a:rPr lang="en-US" altLang="ja-JP" dirty="0"/>
              <a:t>/51-android.rules</a:t>
            </a:r>
            <a:r>
              <a:rPr lang="en-US" altLang="ja-JP" dirty="0" smtClean="0"/>
              <a:t>’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3"/>
            <a:endParaRPr lang="en-US" altLang="ja-JP" dirty="0"/>
          </a:p>
          <a:p>
            <a:pPr lvl="1"/>
            <a:r>
              <a:rPr lang="en-US" altLang="ja-JP" dirty="0"/>
              <a:t>Restart ‘</a:t>
            </a:r>
            <a:r>
              <a:rPr lang="en-US" altLang="ja-JP" dirty="0" err="1"/>
              <a:t>udev</a:t>
            </a:r>
            <a:r>
              <a:rPr lang="en-US" altLang="ja-JP" dirty="0"/>
              <a:t>’ service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6647" y="2605414"/>
            <a:ext cx="6801633" cy="35323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}=="4e40", MODE="0666" # </a:t>
            </a:r>
            <a:r>
              <a:rPr lang="en-US" altLang="ja-JP" sz="1600" dirty="0" err="1"/>
              <a:t>Bootloader</a:t>
            </a:r>
            <a:endParaRPr lang="en-US" altLang="ja-JP" sz="1600" dirty="0"/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}=="d001", MODE="0666" # Recovery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}=="4e43", MODE="0666" # PTP media, USB debug off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}=="4e44", MODE="0666" # PTP media, USB debug on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}=="4e41", MODE="0666" # MTP media, USB debug off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}=="4e42", MODE="0666" # MTP media, USB debug on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}=="18d1",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}=="4ee2", MODE="0666" # MTP media, USB debug on</a:t>
            </a:r>
          </a:p>
        </p:txBody>
      </p:sp>
    </p:spTree>
    <p:extLst>
      <p:ext uri="{BB962C8B-B14F-4D97-AF65-F5344CB8AC3E}">
        <p14:creationId xmlns:p14="http://schemas.microsoft.com/office/powerpoint/2010/main" val="219332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BSP from site &amp; your real device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BSPs from Real Device &amp; Internet</a:t>
            </a:r>
          </a:p>
          <a:p>
            <a:pPr marL="457200" lvl="1" indent="0" algn="r">
              <a:buNone/>
            </a:pPr>
            <a:r>
              <a:rPr lang="en-US" altLang="ja-JP" dirty="0" smtClean="0"/>
              <a:t>*</a:t>
            </a:r>
            <a:r>
              <a:rPr kumimoji="1" lang="en-US" altLang="ja-JP" dirty="0" smtClean="0"/>
              <a:t>This version uses Internet only.</a:t>
            </a:r>
          </a:p>
          <a:p>
            <a:pPr lvl="1"/>
            <a:r>
              <a:rPr lang="en-US" altLang="ja-JP" dirty="0" smtClean="0"/>
              <a:t>Use </a:t>
            </a:r>
            <a:r>
              <a:rPr lang="en-US" altLang="ja-JP" dirty="0" err="1" smtClean="0"/>
              <a:t>adb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If your system doesn’t have </a:t>
            </a:r>
            <a:r>
              <a:rPr lang="en-US" altLang="ja-JP" dirty="0" err="1" smtClean="0"/>
              <a:t>adb</a:t>
            </a:r>
            <a:r>
              <a:rPr lang="en-US" altLang="ja-JP" dirty="0" smtClean="0"/>
              <a:t>, please do:</a:t>
            </a:r>
          </a:p>
          <a:p>
            <a:pPr lvl="3"/>
            <a:r>
              <a:rPr lang="en-US" altLang="ja-JP" dirty="0" err="1"/>
              <a:t>sudo</a:t>
            </a:r>
            <a:r>
              <a:rPr lang="en-US" altLang="ja-JP" dirty="0"/>
              <a:t> apt-get install android-tools-</a:t>
            </a:r>
            <a:r>
              <a:rPr lang="en-US" altLang="ja-JP" dirty="0" err="1"/>
              <a:t>fastboot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3603697"/>
            <a:ext cx="6933161" cy="2705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/android/device/</a:t>
            </a:r>
            <a:r>
              <a:rPr lang="en-US" altLang="ja-JP" dirty="0" err="1" smtClean="0"/>
              <a:t>asus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flo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./download-blobs.sh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/android/</a:t>
            </a:r>
            <a:r>
              <a:rPr lang="en-US" altLang="ja-JP" dirty="0" err="1" smtClean="0"/>
              <a:t>jcrom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asus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flo</a:t>
            </a:r>
            <a:r>
              <a:rPr lang="en-US" altLang="ja-JP" dirty="0" smtClean="0"/>
              <a:t>/proprietary</a:t>
            </a:r>
            <a:r>
              <a:rPr lang="en-US" altLang="ja-JP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./extract-files.sh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0734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Download &amp; Build </a:t>
            </a:r>
            <a:r>
              <a:rPr lang="en-US" altLang="ja-JP" dirty="0"/>
              <a:t>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&amp; </a:t>
            </a:r>
            <a:r>
              <a:rPr kumimoji="1" lang="en-US" altLang="ja-JP" dirty="0" smtClean="0"/>
              <a:t>Build kernel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054270"/>
            <a:ext cx="6801633" cy="467220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</a:t>
            </a:r>
            <a:r>
              <a:rPr lang="en-US" altLang="ja-JP" sz="2000" dirty="0" smtClean="0"/>
              <a:t>~/</a:t>
            </a:r>
            <a:r>
              <a:rPr lang="en-US" altLang="ja-JP" sz="2000" dirty="0" err="1" smtClean="0"/>
              <a:t>nexus_work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export CROSS_COMPILE</a:t>
            </a:r>
            <a:r>
              <a:rPr lang="en-US" altLang="ja-JP" sz="2000" dirty="0" smtClean="0"/>
              <a:t>=~/</a:t>
            </a:r>
            <a:r>
              <a:rPr lang="en-US" altLang="ja-JP" sz="2000" dirty="0" err="1" smtClean="0"/>
              <a:t>nexus_work</a:t>
            </a:r>
            <a:r>
              <a:rPr lang="en-US" altLang="ja-JP" sz="2000" dirty="0" smtClean="0"/>
              <a:t>/android/</a:t>
            </a:r>
            <a:r>
              <a:rPr lang="en-US" altLang="ja-JP" sz="2000" dirty="0" err="1" smtClean="0"/>
              <a:t>prebuilts</a:t>
            </a:r>
            <a:r>
              <a:rPr lang="en-US" altLang="ja-JP" sz="2000" dirty="0" smtClean="0"/>
              <a:t>/</a:t>
            </a:r>
            <a:r>
              <a:rPr lang="en-US" altLang="ja-JP" sz="2000" dirty="0" err="1" smtClean="0"/>
              <a:t>gcc</a:t>
            </a:r>
            <a:r>
              <a:rPr lang="en-US" altLang="ja-JP" sz="2000" dirty="0" smtClean="0"/>
              <a:t>/linux-x86/arm/arm-eabi-4.6/bin/arm-</a:t>
            </a:r>
            <a:r>
              <a:rPr lang="en-US" altLang="ja-JP" sz="2000" dirty="0" err="1" smtClean="0"/>
              <a:t>eabi</a:t>
            </a:r>
            <a:r>
              <a:rPr lang="en-US" altLang="ja-JP" sz="2000" dirty="0" smtClean="0"/>
              <a:t>-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git</a:t>
            </a:r>
            <a:r>
              <a:rPr lang="en-US" altLang="ja-JP" sz="2000" dirty="0"/>
              <a:t> clone https://android.googlesource.com/kernel/msm.git -b android-msm-flo-3.4-jb-mr2 kernel/nexus72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kernel/nexus72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make </a:t>
            </a:r>
            <a:r>
              <a:rPr lang="en-US" altLang="ja-JP" sz="2000" dirty="0" err="1"/>
              <a:t>flo_defconfig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cp</a:t>
            </a:r>
            <a:r>
              <a:rPr lang="en-US" altLang="ja-JP" sz="2000" dirty="0"/>
              <a:t> arch/arm/boot/</a:t>
            </a:r>
            <a:r>
              <a:rPr lang="en-US" altLang="ja-JP" sz="2000" dirty="0" err="1"/>
              <a:t>zImage</a:t>
            </a:r>
            <a:r>
              <a:rPr lang="en-US" altLang="ja-JP" sz="2000" dirty="0"/>
              <a:t> </a:t>
            </a:r>
            <a:r>
              <a:rPr lang="en-US" altLang="ja-JP" sz="2000" dirty="0" smtClean="0"/>
              <a:t>~/</a:t>
            </a:r>
            <a:r>
              <a:rPr lang="en-US" altLang="ja-JP" sz="2000" dirty="0" err="1" smtClean="0"/>
              <a:t>nexus_work</a:t>
            </a:r>
            <a:r>
              <a:rPr lang="en-US" altLang="ja-JP" sz="2000" dirty="0" smtClean="0"/>
              <a:t>/android/device/</a:t>
            </a:r>
            <a:r>
              <a:rPr lang="en-US" altLang="ja-JP" sz="2000" dirty="0" err="1" smtClean="0"/>
              <a:t>asus</a:t>
            </a:r>
            <a:r>
              <a:rPr lang="en-US" altLang="ja-JP" sz="2000" dirty="0" smtClean="0"/>
              <a:t>/</a:t>
            </a:r>
            <a:r>
              <a:rPr lang="en-US" altLang="ja-JP" sz="2000" dirty="0" err="1" smtClean="0"/>
              <a:t>flo</a:t>
            </a:r>
            <a:r>
              <a:rPr lang="en-US" altLang="ja-JP" sz="2000" dirty="0" smtClean="0"/>
              <a:t>-kernel/kernel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0440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Make OTA </a:t>
            </a:r>
            <a:r>
              <a:rPr lang="en-US" altLang="ja-JP" dirty="0" smtClean="0"/>
              <a:t>image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OTA image</a:t>
            </a:r>
          </a:p>
          <a:p>
            <a:pPr lvl="1"/>
            <a:r>
              <a:rPr kumimoji="1" lang="en-US" altLang="ja-JP" dirty="0" smtClean="0"/>
              <a:t>This OTA image is update image for Android.</a:t>
            </a:r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r>
              <a:rPr lang="en-US" altLang="ja-JP" dirty="0" smtClean="0"/>
              <a:t>This </a:t>
            </a:r>
            <a:r>
              <a:rPr lang="en-US" altLang="ja-JP" dirty="0"/>
              <a:t>file name is 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aosp_flo-ota-eng</a:t>
            </a:r>
            <a:r>
              <a:rPr lang="en-US" altLang="ja-JP" dirty="0" smtClean="0"/>
              <a:t>.[your Linux’s User name].zip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292268"/>
            <a:ext cx="6801633" cy="20041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</a:t>
            </a:r>
            <a:r>
              <a:rPr lang="en-US" altLang="ja-JP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/>
              <a:t>aosp_flo</a:t>
            </a:r>
            <a:r>
              <a:rPr lang="en-US" altLang="ja-JP" dirty="0"/>
              <a:t>-user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otapackage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273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build/envsetup.sh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25538"/>
            <a:ext cx="6254080" cy="5327650"/>
          </a:xfrm>
        </p:spPr>
        <p:txBody>
          <a:bodyPr/>
          <a:lstStyle/>
          <a:p>
            <a:r>
              <a:rPr lang="en-US" dirty="0" smtClean="0"/>
              <a:t>Helper </a:t>
            </a:r>
            <a:r>
              <a:rPr lang="en-US" smtClean="0"/>
              <a:t>Command Lib for </a:t>
            </a:r>
            <a:r>
              <a:rPr lang="en-US" dirty="0" smtClean="0"/>
              <a:t>Android Build</a:t>
            </a:r>
          </a:p>
          <a:p>
            <a:pPr lvl="1"/>
            <a:r>
              <a:rPr lang="en-US" dirty="0"/>
              <a:t>m</a:t>
            </a:r>
          </a:p>
          <a:p>
            <a:pPr lvl="2"/>
            <a:r>
              <a:rPr lang="en-US" dirty="0"/>
              <a:t>Build from Top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/>
              <a:t>mm</a:t>
            </a:r>
          </a:p>
          <a:p>
            <a:pPr lvl="2"/>
            <a:r>
              <a:rPr lang="en-US" dirty="0"/>
              <a:t>Build from Current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/>
              <a:t>mmm [Target </a:t>
            </a:r>
            <a:r>
              <a:rPr lang="en-US" dirty="0" err="1"/>
              <a:t>Dir</a:t>
            </a:r>
            <a:r>
              <a:rPr lang="en-US" dirty="0"/>
              <a:t>]</a:t>
            </a:r>
          </a:p>
          <a:p>
            <a:pPr lvl="2"/>
            <a:r>
              <a:rPr lang="en-US" dirty="0"/>
              <a:t>Build from Target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 err="1"/>
              <a:t>croot</a:t>
            </a:r>
            <a:endParaRPr lang="en-US" dirty="0"/>
          </a:p>
          <a:p>
            <a:pPr lvl="2"/>
            <a:r>
              <a:rPr lang="en-US" dirty="0"/>
              <a:t>Change Top </a:t>
            </a:r>
            <a:r>
              <a:rPr lang="en-US" dirty="0" err="1"/>
              <a:t>Dir</a:t>
            </a:r>
            <a:endParaRPr lang="en-US" dirty="0"/>
          </a:p>
          <a:p>
            <a:pPr lvl="1"/>
            <a:r>
              <a:rPr lang="en-US" dirty="0" err="1"/>
              <a:t>cgrep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C/C++ Source </a:t>
            </a:r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pPr lvl="1"/>
            <a:r>
              <a:rPr lang="en-US" dirty="0" err="1"/>
              <a:t>jgrep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Java Source Code</a:t>
            </a:r>
          </a:p>
          <a:p>
            <a:pPr lvl="1"/>
            <a:r>
              <a:rPr lang="en-US" dirty="0" err="1"/>
              <a:t>resgrep</a:t>
            </a:r>
            <a:endParaRPr lang="en-US" dirty="0"/>
          </a:p>
          <a:p>
            <a:pPr lvl="2"/>
            <a:r>
              <a:rPr lang="en-US" dirty="0" err="1"/>
              <a:t>Grep</a:t>
            </a:r>
            <a:r>
              <a:rPr lang="en-US" dirty="0"/>
              <a:t> for XML Source Code</a:t>
            </a:r>
          </a:p>
          <a:p>
            <a:pPr lvl="1"/>
            <a:r>
              <a:rPr lang="en-US" dirty="0"/>
              <a:t>lunch</a:t>
            </a:r>
          </a:p>
          <a:p>
            <a:pPr lvl="2"/>
            <a:r>
              <a:rPr lang="en-US" dirty="0"/>
              <a:t>Choose Target Build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36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Android OTA-Package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OTA = Over-The-Air </a:t>
            </a:r>
            <a:r>
              <a:rPr lang="en-US" dirty="0" smtClean="0"/>
              <a:t>(Update)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smtClean="0"/>
              <a:t>Android OTA-Package has ROM images.</a:t>
            </a:r>
          </a:p>
          <a:p>
            <a:pPr lvl="1"/>
            <a:r>
              <a:rPr lang="en-US" dirty="0" err="1" smtClean="0"/>
              <a:t>boot.img</a:t>
            </a:r>
            <a:endParaRPr lang="en-US" dirty="0" smtClean="0"/>
          </a:p>
          <a:p>
            <a:pPr lvl="2"/>
            <a:r>
              <a:rPr lang="en-US" dirty="0" smtClean="0"/>
              <a:t>Kernel, </a:t>
            </a:r>
            <a:r>
              <a:rPr lang="en-US" dirty="0" err="1" smtClean="0"/>
              <a:t>Init</a:t>
            </a:r>
            <a:r>
              <a:rPr lang="en-US" dirty="0" smtClean="0"/>
              <a:t>, </a:t>
            </a:r>
            <a:r>
              <a:rPr lang="en-US" dirty="0" err="1" smtClean="0"/>
              <a:t>Minimam</a:t>
            </a:r>
            <a:r>
              <a:rPr lang="en-US" dirty="0" smtClean="0"/>
              <a:t> Linux</a:t>
            </a:r>
          </a:p>
          <a:p>
            <a:pPr lvl="1"/>
            <a:r>
              <a:rPr lang="en-US" dirty="0" err="1" smtClean="0"/>
              <a:t>cache.img</a:t>
            </a:r>
            <a:endParaRPr lang="en-US" dirty="0" smtClean="0"/>
          </a:p>
          <a:p>
            <a:pPr lvl="2"/>
            <a:r>
              <a:rPr lang="en-US" dirty="0" smtClean="0"/>
              <a:t>Temporary Area</a:t>
            </a:r>
          </a:p>
          <a:p>
            <a:pPr lvl="1"/>
            <a:r>
              <a:rPr lang="en-US" dirty="0" err="1" smtClean="0"/>
              <a:t>recovery.img</a:t>
            </a:r>
            <a:endParaRPr lang="en-US" dirty="0" smtClean="0"/>
          </a:p>
          <a:p>
            <a:pPr lvl="2"/>
            <a:r>
              <a:rPr lang="en-US" dirty="0" smtClean="0"/>
              <a:t>Recovery Manager Program</a:t>
            </a:r>
          </a:p>
          <a:p>
            <a:pPr lvl="1"/>
            <a:r>
              <a:rPr lang="en-US" dirty="0" err="1" smtClean="0"/>
              <a:t>system.img</a:t>
            </a:r>
            <a:endParaRPr lang="en-US" dirty="0" smtClean="0"/>
          </a:p>
          <a:p>
            <a:pPr lvl="2"/>
            <a:r>
              <a:rPr lang="en-US" dirty="0" smtClean="0"/>
              <a:t>Android System</a:t>
            </a:r>
          </a:p>
          <a:p>
            <a:pPr lvl="1"/>
            <a:r>
              <a:rPr lang="en-US" dirty="0" err="1" smtClean="0"/>
              <a:t>userdata.img</a:t>
            </a:r>
            <a:endParaRPr lang="en-US" dirty="0" smtClean="0"/>
          </a:p>
          <a:p>
            <a:pPr lvl="2"/>
            <a:r>
              <a:rPr lang="en-US" dirty="0" smtClean="0"/>
              <a:t>User Data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22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</a:t>
            </a:r>
            <a:r>
              <a:rPr lang="en-US" dirty="0" err="1" smtClean="0"/>
              <a:t>Fastboot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Fastboot</a:t>
            </a:r>
            <a:r>
              <a:rPr lang="en-US" dirty="0" smtClean="0"/>
              <a:t> is ROM Manager for </a:t>
            </a:r>
            <a:r>
              <a:rPr lang="en-US" dirty="0" err="1" smtClean="0"/>
              <a:t>eMMC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eMMC</a:t>
            </a:r>
            <a:r>
              <a:rPr lang="en-US" dirty="0" smtClean="0"/>
              <a:t> is managed </a:t>
            </a:r>
            <a:r>
              <a:rPr lang="en-US" dirty="0"/>
              <a:t>by Address in Low </a:t>
            </a:r>
            <a:r>
              <a:rPr lang="en-US" dirty="0" err="1" smtClean="0"/>
              <a:t>Lovel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When you write your Kernel, you MUST point kernel address.</a:t>
            </a:r>
          </a:p>
          <a:p>
            <a:pPr lvl="2"/>
            <a:r>
              <a:rPr lang="en-US" dirty="0" smtClean="0"/>
              <a:t>If you mistake kernel address, your system is broken…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899592" y="3429000"/>
            <a:ext cx="7720949" cy="2700299"/>
            <a:chOff x="1171531" y="3507917"/>
            <a:chExt cx="7720949" cy="2700299"/>
          </a:xfrm>
        </p:grpSpPr>
        <p:pic>
          <p:nvPicPr>
            <p:cNvPr id="4" name="図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76" t="18397" r="69773" b="43276"/>
            <a:stretch/>
          </p:blipFill>
          <p:spPr>
            <a:xfrm>
              <a:off x="6084168" y="3507917"/>
              <a:ext cx="2808312" cy="2700299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531" y="4180420"/>
              <a:ext cx="2929483" cy="1926597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 bwMode="auto">
            <a:xfrm flipV="1">
              <a:off x="3779912" y="3901509"/>
              <a:ext cx="2304256" cy="791086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3894721" y="5877272"/>
              <a:ext cx="2189447" cy="295547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Box 11"/>
            <p:cNvSpPr txBox="1"/>
            <p:nvPr/>
          </p:nvSpPr>
          <p:spPr>
            <a:xfrm>
              <a:off x="3894722" y="4765906"/>
              <a:ext cx="21420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Separated by Address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37696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What’s Inside of Image File?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It’s </a:t>
            </a:r>
            <a:r>
              <a:rPr kumimoji="1" lang="en-US" altLang="ja-JP" dirty="0" err="1" smtClean="0"/>
              <a:t>ramdisk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boot.img-ramdisk.gz</a:t>
            </a:r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r>
              <a:rPr kumimoji="1" lang="en-US" altLang="ja-JP" dirty="0" smtClean="0"/>
              <a:t>If your new kernel has new functions, please modify </a:t>
            </a:r>
            <a:r>
              <a:rPr kumimoji="1" lang="en-US" altLang="ja-JP" dirty="0" err="1" smtClean="0"/>
              <a:t>ramdisk</a:t>
            </a:r>
            <a:r>
              <a:rPr kumimoji="1" lang="en-US" altLang="ja-JP" dirty="0" smtClean="0"/>
              <a:t> files.</a:t>
            </a:r>
          </a:p>
          <a:p>
            <a:pPr lvl="2"/>
            <a:r>
              <a:rPr lang="en-US" altLang="ja-JP" dirty="0" smtClean="0"/>
              <a:t>Ex. .</a:t>
            </a:r>
            <a:r>
              <a:rPr lang="en-US" altLang="ja-JP" dirty="0" err="1" smtClean="0"/>
              <a:t>ko</a:t>
            </a:r>
            <a:r>
              <a:rPr lang="en-US" altLang="ja-JP" dirty="0" smtClean="0"/>
              <a:t> file, new </a:t>
            </a:r>
            <a:r>
              <a:rPr lang="en-US" altLang="ja-JP" dirty="0" err="1" smtClean="0"/>
              <a:t>init</a:t>
            </a:r>
            <a:r>
              <a:rPr lang="en-US" altLang="ja-JP" dirty="0" smtClean="0"/>
              <a:t> file, etc.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27757" y="2229633"/>
            <a:ext cx="7478036" cy="155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mkdir</a:t>
            </a:r>
            <a:r>
              <a:rPr lang="en-US" altLang="ja-JP" dirty="0"/>
              <a:t> </a:t>
            </a:r>
            <a:r>
              <a:rPr lang="en-US" altLang="ja-JP" dirty="0" err="1"/>
              <a:t>ramdisk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ramdisk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gunzip</a:t>
            </a:r>
            <a:r>
              <a:rPr lang="en-US" altLang="ja-JP" dirty="0"/>
              <a:t> -c ../boot.img-ramdisk.gz | </a:t>
            </a:r>
            <a:r>
              <a:rPr lang="en-US" altLang="ja-JP" dirty="0" err="1"/>
              <a:t>cpio</a:t>
            </a:r>
            <a:r>
              <a:rPr lang="en-US" altLang="ja-JP" dirty="0"/>
              <a:t> –I</a:t>
            </a:r>
          </a:p>
        </p:txBody>
      </p:sp>
    </p:spTree>
    <p:extLst>
      <p:ext uri="{BB962C8B-B14F-4D97-AF65-F5344CB8AC3E}">
        <p14:creationId xmlns:p14="http://schemas.microsoft.com/office/powerpoint/2010/main" val="383319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new OTA </a:t>
            </a:r>
            <a:r>
              <a:rPr lang="en-US" altLang="ja-JP" dirty="0" smtClean="0"/>
              <a:t>image 1/3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If your phone has OEM lock, please unlock it.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r>
              <a:rPr lang="en-US" altLang="ja-JP" dirty="0"/>
              <a:t>Change </a:t>
            </a:r>
            <a:r>
              <a:rPr lang="en-US" altLang="ja-JP" dirty="0" smtClean="0"/>
              <a:t>Recovery image.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pPr algn="r"/>
            <a:r>
              <a:rPr lang="en-US" altLang="ja-JP" dirty="0" smtClean="0">
                <a:solidFill>
                  <a:srgbClr val="FF0000"/>
                </a:solidFill>
              </a:rPr>
              <a:t>※Connect your N7 to PC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28806"/>
            <a:ext cx="6801633" cy="11398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adb</a:t>
            </a:r>
            <a:r>
              <a:rPr lang="en-US" altLang="ja-JP" dirty="0"/>
              <a:t> reboot </a:t>
            </a:r>
            <a:r>
              <a:rPr lang="en-US" altLang="ja-JP" dirty="0" err="1"/>
              <a:t>bootloader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fastboot</a:t>
            </a:r>
            <a:r>
              <a:rPr lang="en-US" altLang="ja-JP" dirty="0"/>
              <a:t> </a:t>
            </a:r>
            <a:r>
              <a:rPr lang="en-US" altLang="ja-JP" dirty="0" err="1"/>
              <a:t>oem</a:t>
            </a:r>
            <a:r>
              <a:rPr lang="en-US" altLang="ja-JP" dirty="0"/>
              <a:t> unlock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384120" y="3810005"/>
            <a:ext cx="6801633" cy="25281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http://download2.clockworkmod.com/recoveries/recovery-clockwork-6.0.4.3-flo.img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fastboot</a:t>
            </a:r>
            <a:r>
              <a:rPr lang="en-US" altLang="ja-JP" dirty="0"/>
              <a:t> flash recovery recovery-clockwork-6.0.4.3-flo.img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fastboot</a:t>
            </a:r>
            <a:r>
              <a:rPr lang="en-US" altLang="ja-JP" dirty="0"/>
              <a:t> boot recovery-clockwork-6.0.4.3-flo.img</a:t>
            </a:r>
          </a:p>
        </p:txBody>
      </p:sp>
    </p:spTree>
    <p:extLst>
      <p:ext uri="{BB962C8B-B14F-4D97-AF65-F5344CB8AC3E}">
        <p14:creationId xmlns:p14="http://schemas.microsoft.com/office/powerpoint/2010/main" val="52784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new OTA </a:t>
            </a:r>
            <a:r>
              <a:rPr lang="en-US" altLang="ja-JP" dirty="0" smtClean="0"/>
              <a:t>image 2/3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Push your new OTA image to your N7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endParaRPr kumimoji="1" lang="en-US" altLang="ja-JP" dirty="0"/>
          </a:p>
          <a:p>
            <a:r>
              <a:rPr lang="en-US" altLang="ja-JP" dirty="0" smtClean="0"/>
              <a:t>If you want to use Google Apps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pPr algn="r"/>
            <a:r>
              <a:rPr lang="en-US" altLang="ja-JP" dirty="0" smtClean="0">
                <a:solidFill>
                  <a:srgbClr val="FF0000"/>
                </a:solidFill>
              </a:rPr>
              <a:t>※Connect your N7 to PC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28805"/>
            <a:ext cx="6801633" cy="155322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adb</a:t>
            </a:r>
            <a:r>
              <a:rPr lang="en-US" altLang="ja-JP" dirty="0"/>
              <a:t> push </a:t>
            </a:r>
            <a:r>
              <a:rPr lang="en-US" altLang="ja-JP" dirty="0" smtClean="0"/>
              <a:t>~/</a:t>
            </a:r>
            <a:r>
              <a:rPr lang="en-US" altLang="ja-JP" dirty="0" err="1" smtClean="0"/>
              <a:t>nexus_work</a:t>
            </a:r>
            <a:r>
              <a:rPr lang="en-US" altLang="ja-JP" dirty="0" smtClean="0"/>
              <a:t>/android/out/target/product/</a:t>
            </a:r>
            <a:r>
              <a:rPr lang="en-US" altLang="ja-JP" dirty="0" err="1" smtClean="0"/>
              <a:t>flo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aosp_flo-ota-eng</a:t>
            </a:r>
            <a:r>
              <a:rPr lang="en-US" altLang="ja-JP" dirty="0"/>
              <a:t>.[your Linux's User name].zip /</a:t>
            </a:r>
            <a:r>
              <a:rPr lang="en-US" altLang="ja-JP" dirty="0" err="1"/>
              <a:t>sdcard</a:t>
            </a:r>
            <a:r>
              <a:rPr lang="en-US" altLang="ja-JP" dirty="0"/>
              <a:t>/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384120" y="4260941"/>
            <a:ext cx="6801633" cy="15386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http://goo.im/gapps/gapps-jb-20130813-signed.zip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adb</a:t>
            </a:r>
            <a:r>
              <a:rPr lang="en-US" altLang="ja-JP" dirty="0"/>
              <a:t> push gapps-jb-20130813-signed.zip /</a:t>
            </a:r>
            <a:r>
              <a:rPr lang="en-US" altLang="ja-JP" dirty="0" err="1"/>
              <a:t>sdcard</a:t>
            </a:r>
            <a:r>
              <a:rPr lang="en-US" altLang="ja-JP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109104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new OTA image </a:t>
            </a:r>
            <a:r>
              <a:rPr lang="en-US" altLang="ja-JP" dirty="0" smtClean="0"/>
              <a:t>3/3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130436" cy="532765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Turn off your phone</a:t>
            </a:r>
            <a:endParaRPr lang="ja-JP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Volume </a:t>
            </a:r>
            <a:r>
              <a:rPr lang="en-US" altLang="ja-JP" dirty="0"/>
              <a:t>Up &amp; </a:t>
            </a:r>
            <a:r>
              <a:rPr lang="en-US" altLang="ja-JP" dirty="0" smtClean="0"/>
              <a:t>Power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W</a:t>
            </a:r>
            <a:r>
              <a:rPr lang="en-US" altLang="ja-JP" dirty="0" smtClean="0"/>
              <a:t>ipe </a:t>
            </a:r>
            <a:r>
              <a:rPr lang="en-US" altLang="ja-JP" dirty="0"/>
              <a:t>data/factory reset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I</a:t>
            </a:r>
            <a:r>
              <a:rPr lang="en-US" altLang="ja-JP" dirty="0" smtClean="0"/>
              <a:t>nstall </a:t>
            </a:r>
            <a:r>
              <a:rPr lang="en-US" altLang="ja-JP" dirty="0"/>
              <a:t>zip from </a:t>
            </a:r>
            <a:r>
              <a:rPr lang="en-US" altLang="ja-JP" dirty="0" err="1"/>
              <a:t>sdcard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</a:t>
            </a:r>
            <a:r>
              <a:rPr lang="en-US" altLang="ja-JP" dirty="0" smtClean="0"/>
              <a:t>hoose </a:t>
            </a:r>
            <a:r>
              <a:rPr lang="en-US" altLang="ja-JP" dirty="0"/>
              <a:t>zip from </a:t>
            </a:r>
            <a:r>
              <a:rPr lang="en-US" altLang="ja-JP" dirty="0" err="1"/>
              <a:t>sdcard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err="1"/>
              <a:t>aosp_flo-ota-eng</a:t>
            </a:r>
            <a:r>
              <a:rPr lang="en-US" altLang="ja-JP" dirty="0"/>
              <a:t>.[your Linux's User name].zip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</a:t>
            </a:r>
            <a:r>
              <a:rPr lang="en-US" altLang="ja-JP" dirty="0" smtClean="0"/>
              <a:t>hoose </a:t>
            </a:r>
            <a:r>
              <a:rPr lang="en-US" altLang="ja-JP" dirty="0"/>
              <a:t>zip from </a:t>
            </a:r>
            <a:r>
              <a:rPr lang="en-US" altLang="ja-JP" dirty="0" err="1" smtClean="0"/>
              <a:t>sdcard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gapps-jb-20130813-signed.zip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+++++</a:t>
            </a:r>
            <a:r>
              <a:rPr lang="en-US" altLang="ja-JP" dirty="0"/>
              <a:t>Go Back+++++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R</a:t>
            </a:r>
            <a:r>
              <a:rPr lang="en-US" altLang="ja-JP" dirty="0" smtClean="0"/>
              <a:t>eboot </a:t>
            </a:r>
            <a:r>
              <a:rPr lang="en-US" altLang="ja-JP" dirty="0"/>
              <a:t>system now</a:t>
            </a:r>
          </a:p>
          <a:p>
            <a:pPr marL="514350" indent="-514350">
              <a:buFont typeface="+mj-lt"/>
              <a:buAutoNum type="arabicPeriod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0403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Boot up Your Nexus7!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0144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 smtClean="0"/>
              <a:t>Pandaboard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4616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What’s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?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EVB</a:t>
            </a:r>
            <a:endParaRPr lang="fr-FR" altLang="ja-JP" dirty="0"/>
          </a:p>
          <a:p>
            <a:pPr lvl="2"/>
            <a:r>
              <a:rPr lang="fr-FR" altLang="ja-JP" dirty="0" err="1" smtClean="0"/>
              <a:t>Pandaboard</a:t>
            </a:r>
            <a:endParaRPr lang="fr-FR" altLang="ja-JP" dirty="0"/>
          </a:p>
          <a:p>
            <a:pPr lvl="3"/>
            <a:r>
              <a:rPr lang="en-US" altLang="ja-JP" dirty="0">
                <a:hlinkClick r:id="rId2"/>
              </a:rPr>
              <a:t>http://</a:t>
            </a:r>
            <a:r>
              <a:rPr lang="en-US" altLang="ja-JP" dirty="0" smtClean="0">
                <a:hlinkClick r:id="rId2"/>
              </a:rPr>
              <a:t>www.pandaboard.org/</a:t>
            </a:r>
            <a:endParaRPr lang="en-US" altLang="ja-JP" dirty="0"/>
          </a:p>
          <a:p>
            <a:pPr lvl="3"/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Official Kernel &amp; Android </a:t>
            </a:r>
          </a:p>
          <a:p>
            <a:pPr lvl="2"/>
            <a:r>
              <a:rPr lang="fr-FR" altLang="ja-JP" dirty="0" smtClean="0"/>
              <a:t>With Build Manual</a:t>
            </a:r>
            <a:endParaRPr kumimoji="1" lang="fr-FR" altLang="ja-JP" dirty="0" smtClean="0"/>
          </a:p>
          <a:p>
            <a:pPr lvl="2"/>
            <a:r>
              <a:rPr lang="en-US" dirty="0">
                <a:hlinkClick r:id="rId3"/>
              </a:rPr>
              <a:t>http://source.android.com/source/downloading.html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60" y="3911114"/>
            <a:ext cx="3664482" cy="2779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59" y="908051"/>
            <a:ext cx="3690763" cy="288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0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</a:t>
            </a:r>
            <a:r>
              <a:rPr lang="en-US" dirty="0"/>
              <a:t>P</a:t>
            </a:r>
            <a:r>
              <a:rPr lang="en-US" altLang="ja-JP" dirty="0" smtClean="0"/>
              <a:t>eripherals?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ADK (Accessory Development Kit)</a:t>
            </a:r>
            <a:endParaRPr lang="en-US" dirty="0" smtClean="0"/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developer.android.com/tools/adk/index.html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altLang="ja-JP" dirty="0"/>
              <a:t>Advantage</a:t>
            </a:r>
          </a:p>
          <a:p>
            <a:pPr lvl="1"/>
            <a:r>
              <a:rPr lang="en-US" altLang="ja-JP" dirty="0" smtClean="0"/>
              <a:t>Develop on ADT</a:t>
            </a:r>
          </a:p>
          <a:p>
            <a:pPr lvl="1"/>
            <a:r>
              <a:rPr lang="en-US" altLang="ja-JP" dirty="0" smtClean="0"/>
              <a:t>Pin like </a:t>
            </a:r>
            <a:r>
              <a:rPr lang="en-US" altLang="ja-JP" dirty="0" err="1" smtClean="0"/>
              <a:t>Arduino</a:t>
            </a:r>
            <a:endParaRPr lang="en-US" altLang="ja-JP" dirty="0"/>
          </a:p>
          <a:p>
            <a:r>
              <a:rPr lang="en-US" altLang="ja-JP" dirty="0"/>
              <a:t>Dis-Advantage</a:t>
            </a:r>
            <a:endParaRPr lang="en-US" dirty="0"/>
          </a:p>
          <a:p>
            <a:pPr lvl="1"/>
            <a:r>
              <a:rPr lang="en-US" dirty="0" smtClean="0"/>
              <a:t>So Slow…</a:t>
            </a:r>
          </a:p>
          <a:p>
            <a:pPr lvl="2"/>
            <a:r>
              <a:rPr lang="en-US" dirty="0" smtClean="0"/>
              <a:t>9600bps</a:t>
            </a:r>
            <a:endParaRPr lang="en-US" dirty="0"/>
          </a:p>
          <a:p>
            <a:pPr lvl="1"/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564904"/>
            <a:ext cx="4886048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0770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</a:t>
            </a:r>
            <a:r>
              <a:rPr lang="en-US" dirty="0"/>
              <a:t>P</a:t>
            </a:r>
            <a:r>
              <a:rPr lang="en-US" altLang="ja-JP" dirty="0" smtClean="0"/>
              <a:t>eripherals?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GPIO(General Purpose Input/Output)</a:t>
            </a:r>
            <a:endParaRPr lang="en-US" dirty="0" smtClean="0"/>
          </a:p>
          <a:p>
            <a:pPr lvl="1"/>
            <a:r>
              <a:rPr lang="en-US" dirty="0"/>
              <a:t>I2C(Inter-Integrated Circuit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SPI(Serial Peripheral Interface)</a:t>
            </a:r>
          </a:p>
          <a:p>
            <a:pPr lvl="1"/>
            <a:r>
              <a:rPr lang="en-US" dirty="0" smtClean="0"/>
              <a:t>UART(Serial)</a:t>
            </a:r>
          </a:p>
          <a:p>
            <a:pPr lvl="2"/>
            <a:r>
              <a:rPr lang="en-US" dirty="0" smtClean="0"/>
              <a:t>Fast: SPI &gt; I2C</a:t>
            </a:r>
          </a:p>
          <a:p>
            <a:pPr lvl="2"/>
            <a:r>
              <a:rPr lang="en-US" dirty="0" smtClean="0"/>
              <a:t>Pin </a:t>
            </a:r>
            <a:r>
              <a:rPr lang="en-US" dirty="0" err="1" smtClean="0"/>
              <a:t>Num</a:t>
            </a:r>
            <a:r>
              <a:rPr lang="en-US" dirty="0" smtClean="0"/>
              <a:t>: SPI(4Pins) &gt; I2C(3Pins)</a:t>
            </a:r>
          </a:p>
          <a:p>
            <a:pPr lvl="2"/>
            <a:r>
              <a:rPr lang="en-US" altLang="ja-JP" dirty="0" smtClean="0"/>
              <a:t>GPIO can use Registers.</a:t>
            </a:r>
          </a:p>
          <a:p>
            <a:r>
              <a:rPr lang="en-US" altLang="ja-JP" dirty="0" smtClean="0"/>
              <a:t>Advantage</a:t>
            </a:r>
            <a:endParaRPr lang="en-US" altLang="ja-JP" dirty="0"/>
          </a:p>
          <a:p>
            <a:pPr lvl="1"/>
            <a:r>
              <a:rPr lang="en-US" altLang="ja-JP" dirty="0" smtClean="0"/>
              <a:t>Bus Speed</a:t>
            </a:r>
          </a:p>
          <a:p>
            <a:pPr lvl="1"/>
            <a:r>
              <a:rPr lang="en-US" altLang="ja-JP" dirty="0" smtClean="0"/>
              <a:t>Connect All Peripheral</a:t>
            </a:r>
            <a:endParaRPr lang="en-US" altLang="ja-JP" dirty="0"/>
          </a:p>
          <a:p>
            <a:r>
              <a:rPr lang="en-US" altLang="ja-JP" dirty="0" smtClean="0"/>
              <a:t>Dis-Advantage</a:t>
            </a:r>
          </a:p>
          <a:p>
            <a:pPr lvl="1"/>
            <a:r>
              <a:rPr lang="en-US" dirty="0" smtClean="0"/>
              <a:t>Required Hardware Knowledge</a:t>
            </a:r>
            <a:endParaRPr lang="en-US" dirty="0"/>
          </a:p>
          <a:p>
            <a:pPr lvl="2"/>
            <a:r>
              <a:rPr lang="en-US" dirty="0" smtClean="0"/>
              <a:t>Like A</a:t>
            </a:r>
            <a:r>
              <a:rPr lang="en-US" altLang="ja-JP" dirty="0" smtClean="0"/>
              <a:t>ssembler for Hardware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891" y="4437112"/>
            <a:ext cx="3249905" cy="2348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53" y="2550314"/>
            <a:ext cx="3225850" cy="170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956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Build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</a:t>
            </a:r>
            <a:r>
              <a:rPr lang="en-US" altLang="ja-JP" dirty="0"/>
              <a:t>S</a:t>
            </a:r>
            <a:r>
              <a:rPr lang="en-US" altLang="ja-JP" dirty="0" smtClean="0"/>
              <a:t>ource Code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BSP from Google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&amp; Build Boot Loaders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Android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Setup SD Card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211355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</a:t>
            </a:r>
            <a:r>
              <a:rPr lang="en-US" altLang="ja-JP" dirty="0" smtClean="0"/>
              <a:t>4.4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from </a:t>
            </a:r>
            <a:r>
              <a:rPr lang="en-US" altLang="ja-JP" dirty="0" smtClean="0">
                <a:solidFill>
                  <a:srgbClr val="FF0000"/>
                </a:solidFill>
              </a:rPr>
              <a:t>AOSP(Google)</a:t>
            </a:r>
            <a:r>
              <a:rPr lang="en-US" altLang="ja-JP" dirty="0" smtClean="0"/>
              <a:t>’s repository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84120" y="1878904"/>
            <a:ext cx="6801633" cy="31342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mkdir ~/panda_work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</a:t>
            </a:r>
            <a:r>
              <a:rPr lang="sv-SE" altLang="ja-JP" dirty="0" smtClean="0"/>
              <a:t>d ~/panda_work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mkdir 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</a:t>
            </a:r>
            <a:r>
              <a:rPr lang="sv-SE" altLang="ja-JP" dirty="0" smtClean="0"/>
              <a:t>d 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repo </a:t>
            </a:r>
            <a:r>
              <a:rPr lang="sv-SE" altLang="ja-JP" dirty="0"/>
              <a:t>init -u https://android.googlesource.com/platform/manifest -b android-4.4_r1.1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repo sync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02969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BSP </a:t>
            </a:r>
            <a:r>
              <a:rPr lang="en-US" altLang="ja-JP" dirty="0" smtClean="0"/>
              <a:t>from Google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BSPs(Driver)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42484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wget</a:t>
            </a:r>
            <a:r>
              <a:rPr lang="en-US" altLang="ja-JP" dirty="0" smtClean="0"/>
              <a:t> </a:t>
            </a:r>
            <a:r>
              <a:rPr lang="en-US" altLang="ja-JP" dirty="0"/>
              <a:t>https://dl.google.com/dl/android/aosp/imgtec-panda-20130603-539d1ac3.tgz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 </a:t>
            </a:r>
            <a:r>
              <a:rPr lang="en-US" altLang="ja-JP" dirty="0" err="1"/>
              <a:t>zxvf</a:t>
            </a:r>
            <a:r>
              <a:rPr lang="en-US" altLang="ja-JP" dirty="0"/>
              <a:t> imgtec-panda-20130603-539d1ac3.tgz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</a:t>
            </a:r>
            <a:r>
              <a:rPr lang="en-US" altLang="ja-JP" dirty="0" smtClean="0"/>
              <a:t>extract-imgtec-panda.sh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dirty="0"/>
              <a:t> </a:t>
            </a:r>
            <a:r>
              <a:rPr lang="en-US" dirty="0" err="1"/>
              <a:t>git</a:t>
            </a:r>
            <a:r>
              <a:rPr lang="en-US" dirty="0"/>
              <a:t> clone https://github.com/sola-dolphin1/sola_device_ti_panda.git -b </a:t>
            </a:r>
            <a:r>
              <a:rPr lang="en-US" dirty="0" err="1"/>
              <a:t>kitkat</a:t>
            </a:r>
            <a:r>
              <a:rPr lang="en-US" dirty="0"/>
              <a:t> device/</a:t>
            </a:r>
            <a:r>
              <a:rPr lang="en-US" dirty="0" err="1"/>
              <a:t>ti</a:t>
            </a:r>
            <a:r>
              <a:rPr lang="en-US" dirty="0"/>
              <a:t>/panda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477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</a:t>
            </a:r>
            <a:r>
              <a:rPr lang="en-US" altLang="ja-JP" dirty="0" err="1" smtClean="0"/>
              <a:t>Toolchain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Required Android </a:t>
            </a:r>
            <a:r>
              <a:rPr lang="en-US" altLang="ja-JP" dirty="0" err="1" smtClean="0"/>
              <a:t>Toolchain</a:t>
            </a:r>
            <a:r>
              <a:rPr lang="en-US" altLang="ja-JP" dirty="0" smtClean="0"/>
              <a:t> for Panda’s Source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30963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https://android.googlesource.com/platform/prebuilt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CROSS_COMPILE=$PWD/prebuilt/linux-x86/</a:t>
            </a:r>
            <a:r>
              <a:rPr lang="en-US" altLang="ja-JP" dirty="0" err="1"/>
              <a:t>toolchain</a:t>
            </a:r>
            <a:r>
              <a:rPr lang="en-US" altLang="ja-JP" dirty="0"/>
              <a:t>/arm-eabi-4.4.3/bin/arm-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75211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x-loader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First Boot Loader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38884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git://git.omapzoom.org/repo/x-loader.git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x-loader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ift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MLO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mydroid</a:t>
            </a:r>
            <a:r>
              <a:rPr lang="en-US" altLang="ja-JP" dirty="0" smtClean="0"/>
              <a:t>/device/</a:t>
            </a:r>
            <a:r>
              <a:rPr lang="en-US" altLang="ja-JP" dirty="0" err="1" smtClean="0"/>
              <a:t>ti</a:t>
            </a:r>
            <a:r>
              <a:rPr lang="en-US" altLang="ja-JP" dirty="0" smtClean="0"/>
              <a:t>/panda/</a:t>
            </a:r>
            <a:r>
              <a:rPr lang="en-US" altLang="ja-JP" dirty="0" err="1" smtClean="0"/>
              <a:t>xloader.bin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2362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Second Boot Loader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git://git.omapzoom.org/repo/u-boot.git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u-boot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http://android-development-environment.googlecode.com/files/0001-change-bootarges.patch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5523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Kernel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45365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https://android.googlesource.com/kernel/omap.git 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android-omap-panda-3.0 origin/android-omap-panda-3.0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 err="1" smtClean="0"/>
              <a:t>panda_defconfig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arch/arm/boot/</a:t>
            </a:r>
            <a:r>
              <a:rPr lang="en-US" altLang="ja-JP" dirty="0" err="1"/>
              <a:t>zImage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/panda/kernel</a:t>
            </a:r>
          </a:p>
        </p:txBody>
      </p:sp>
    </p:spTree>
    <p:extLst>
      <p:ext uri="{BB962C8B-B14F-4D97-AF65-F5344CB8AC3E}">
        <p14:creationId xmlns:p14="http://schemas.microsoft.com/office/powerpoint/2010/main" val="1532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Build Android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Android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/>
              <a:t>aosp_panda-userdebug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</p:spTree>
    <p:extLst>
      <p:ext uri="{BB962C8B-B14F-4D97-AF65-F5344CB8AC3E}">
        <p14:creationId xmlns:p14="http://schemas.microsoft.com/office/powerpoint/2010/main" val="401402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Setup SD 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</a:t>
            </a:r>
            <a:r>
              <a:rPr lang="en-US" altLang="ja-JP" dirty="0"/>
              <a:t>P</a:t>
            </a:r>
            <a:r>
              <a:rPr lang="en-US" altLang="ja-JP" dirty="0" smtClean="0"/>
              <a:t>artition for Android on SD Card</a:t>
            </a:r>
          </a:p>
          <a:p>
            <a:pPr lvl="1"/>
            <a:r>
              <a:rPr lang="en-US" altLang="ja-JP" dirty="0"/>
              <a:t>b</a:t>
            </a:r>
            <a:r>
              <a:rPr kumimoji="1" lang="en-US" altLang="ja-JP" dirty="0" smtClean="0"/>
              <a:t>oot</a:t>
            </a:r>
          </a:p>
          <a:p>
            <a:pPr lvl="1"/>
            <a:r>
              <a:rPr lang="en-US" altLang="ja-JP" dirty="0"/>
              <a:t>s</a:t>
            </a:r>
            <a:r>
              <a:rPr lang="en-US" altLang="ja-JP" dirty="0" smtClean="0"/>
              <a:t>ystem</a:t>
            </a:r>
          </a:p>
          <a:p>
            <a:pPr lvl="1"/>
            <a:r>
              <a:rPr lang="en-US" altLang="ja-JP" dirty="0"/>
              <a:t>c</a:t>
            </a:r>
            <a:r>
              <a:rPr kumimoji="1" lang="en-US" altLang="ja-JP" dirty="0" smtClean="0"/>
              <a:t>ache</a:t>
            </a:r>
          </a:p>
          <a:p>
            <a:pPr lvl="1"/>
            <a:r>
              <a:rPr lang="en-US" altLang="ja-JP" smtClean="0"/>
              <a:t>userdata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media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384121" y="3933056"/>
            <a:ext cx="6933161" cy="25922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wget</a:t>
            </a:r>
            <a:r>
              <a:rPr lang="en-US" altLang="ja-JP" dirty="0" smtClean="0"/>
              <a:t> </a:t>
            </a:r>
            <a:r>
              <a:rPr lang="en-US" altLang="ja-JP" dirty="0"/>
              <a:t>http</a:t>
            </a:r>
            <a:r>
              <a:rPr lang="en-US" altLang="ja-JP" dirty="0" smtClean="0"/>
              <a:t>://www.noritsuna.com/download/mksdcard_pandaboard.sh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chmod</a:t>
            </a:r>
            <a:r>
              <a:rPr lang="en-US" altLang="ja-JP" dirty="0"/>
              <a:t> </a:t>
            </a:r>
            <a:r>
              <a:rPr lang="en-US" altLang="ja-JP" dirty="0" err="1"/>
              <a:t>a+x</a:t>
            </a:r>
            <a:r>
              <a:rPr lang="en-US" altLang="ja-JP" dirty="0"/>
              <a:t> </a:t>
            </a:r>
            <a:r>
              <a:rPr lang="en-US" altLang="ja-JP" dirty="0" smtClean="0"/>
              <a:t>mksdcard_pandaboard.sh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LANG=C </a:t>
            </a:r>
            <a:r>
              <a:rPr lang="en-US" altLang="ja-JP" dirty="0" err="1"/>
              <a:t>sudo</a:t>
            </a:r>
            <a:r>
              <a:rPr lang="en-US" altLang="ja-JP" dirty="0"/>
              <a:t> ./mksdcard_pandaboard.sh /</a:t>
            </a:r>
            <a:r>
              <a:rPr lang="en-US" altLang="ja-JP" dirty="0" err="1"/>
              <a:t>dev</a:t>
            </a:r>
            <a:r>
              <a:rPr lang="en-US" altLang="ja-JP" dirty="0"/>
              <a:t>/</a:t>
            </a:r>
            <a:r>
              <a:rPr lang="en-US" altLang="ja-JP" dirty="0" err="1"/>
              <a:t>sdX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9343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Boot up Your </a:t>
            </a:r>
            <a:r>
              <a:rPr lang="en-US" altLang="ja-JP" sz="3600" dirty="0" err="1" smtClean="0"/>
              <a:t>Pandaboard</a:t>
            </a:r>
            <a:r>
              <a:rPr lang="en-US" altLang="ja-JP" sz="3600" dirty="0" smtClean="0"/>
              <a:t>!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2812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970" y="2132311"/>
            <a:ext cx="912228" cy="91222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1368342" y="1814275"/>
            <a:ext cx="6322244" cy="636072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4618"/>
              </a:lnSpc>
            </a:pP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2012.06.27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4.1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Jelly</a:t>
            </a:r>
            <a:r>
              <a:rPr lang="en-US" altLang="zh-CN" sz="39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3929" dirty="0">
                <a:latin typeface="メイリオ" pitchFamily="18" charset="0"/>
                <a:cs typeface="メイリオ" pitchFamily="18" charset="0"/>
              </a:rPr>
              <a:t>Bean</a:t>
            </a:r>
          </a:p>
        </p:txBody>
      </p:sp>
      <p:sp>
        <p:nvSpPr>
          <p:cNvPr id="5" name="TextBox 1"/>
          <p:cNvSpPr txBox="1"/>
          <p:nvPr/>
        </p:nvSpPr>
        <p:spPr>
          <a:xfrm>
            <a:off x="3247098" y="2498446"/>
            <a:ext cx="2638543" cy="918200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164"/>
              </a:lnSpc>
            </a:pP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2012.11.13</a:t>
            </a:r>
            <a:r>
              <a:rPr lang="en-US" altLang="zh-CN" sz="274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1" dirty="0">
                <a:latin typeface="メイリオ" pitchFamily="18" charset="0"/>
                <a:cs typeface="メイリオ" pitchFamily="18" charset="0"/>
              </a:rPr>
              <a:t>4.2</a:t>
            </a:r>
          </a:p>
          <a:p>
            <a:pPr>
              <a:lnSpc>
                <a:spcPts val="3591"/>
              </a:lnSpc>
            </a:pP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2013.07.24</a:t>
            </a:r>
            <a:r>
              <a:rPr lang="en-US" altLang="zh-CN" sz="27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740" dirty="0">
                <a:latin typeface="メイリオ" pitchFamily="18" charset="0"/>
                <a:cs typeface="メイリオ" pitchFamily="18" charset="0"/>
              </a:rPr>
              <a:t>4.3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 bwMode="auto">
          <a:xfrm>
            <a:off x="5148064" y="3429000"/>
            <a:ext cx="399593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4.3</a:t>
            </a:r>
          </a:p>
          <a:p>
            <a:pPr lvl="1"/>
            <a:r>
              <a:rPr lang="en-US" sz="2000" kern="0" dirty="0">
                <a:solidFill>
                  <a:srgbClr val="FF0000"/>
                </a:solidFill>
              </a:rPr>
              <a:t>Support OpenGL/ES 3.0</a:t>
            </a:r>
          </a:p>
          <a:p>
            <a:pPr lvl="1"/>
            <a:r>
              <a:rPr lang="en-US" sz="2000" kern="0" dirty="0"/>
              <a:t>Support Bluetooth LE</a:t>
            </a:r>
          </a:p>
          <a:p>
            <a:pPr lvl="1"/>
            <a:r>
              <a:rPr lang="en-US" sz="2000" kern="0" dirty="0"/>
              <a:t>Support Wi-Fi Location</a:t>
            </a:r>
          </a:p>
          <a:p>
            <a:pPr lvl="1"/>
            <a:r>
              <a:rPr lang="en-US" sz="2000" kern="0" dirty="0"/>
              <a:t>Linux: 3.4.0</a:t>
            </a:r>
          </a:p>
          <a:p>
            <a:pPr lvl="1"/>
            <a:endParaRPr lang="en-US" kern="0" dirty="0"/>
          </a:p>
        </p:txBody>
      </p:sp>
      <p:sp>
        <p:nvSpPr>
          <p:cNvPr id="10" name="Content Placeholder 5"/>
          <p:cNvSpPr txBox="1">
            <a:spLocks/>
          </p:cNvSpPr>
          <p:nvPr/>
        </p:nvSpPr>
        <p:spPr bwMode="auto">
          <a:xfrm>
            <a:off x="574084" y="3429000"/>
            <a:ext cx="5438076" cy="328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imes" pitchFamily="-96" charset="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6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7"/>
              </a:buBlip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4.1, 4.2</a:t>
            </a:r>
          </a:p>
          <a:p>
            <a:pPr lvl="1"/>
            <a:r>
              <a:rPr lang="en-US" sz="2000" kern="0" dirty="0"/>
              <a:t>Available USB Audio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smtClean="0"/>
              <a:t>i18n(Internationalization)</a:t>
            </a:r>
            <a:endParaRPr lang="en-US" sz="2000" kern="0" dirty="0"/>
          </a:p>
          <a:p>
            <a:pPr lvl="1"/>
            <a:r>
              <a:rPr lang="en-US" sz="2000" kern="0" dirty="0"/>
              <a:t>Support Vibration for Input Device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Miracast</a:t>
            </a:r>
            <a:endParaRPr lang="en-US" sz="2000" kern="0" dirty="0"/>
          </a:p>
          <a:p>
            <a:pPr lvl="1"/>
            <a:r>
              <a:rPr lang="en-US" sz="2000" kern="0" dirty="0"/>
              <a:t>Support Writing Vertically</a:t>
            </a:r>
          </a:p>
          <a:p>
            <a:pPr lvl="1"/>
            <a:r>
              <a:rPr lang="en-US" sz="2000" kern="0" dirty="0"/>
              <a:t>Support </a:t>
            </a:r>
            <a:r>
              <a:rPr lang="en-US" sz="2000" kern="0" dirty="0" err="1"/>
              <a:t>RenderScript</a:t>
            </a:r>
            <a:endParaRPr lang="en-US" sz="2000" kern="0" dirty="0"/>
          </a:p>
          <a:p>
            <a:pPr lvl="1"/>
            <a:r>
              <a:rPr lang="en-US" sz="2000" kern="0" dirty="0" smtClean="0"/>
              <a:t>Change </a:t>
            </a:r>
            <a:r>
              <a:rPr lang="en-US" sz="2000" kern="0" dirty="0"/>
              <a:t>Android Market to Google Play</a:t>
            </a:r>
          </a:p>
          <a:p>
            <a:pPr lvl="1"/>
            <a:r>
              <a:rPr lang="en-US" sz="2000" kern="0" dirty="0"/>
              <a:t>Linux: 3.1.10</a:t>
            </a:r>
          </a:p>
        </p:txBody>
      </p:sp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836613" y="0"/>
            <a:ext cx="7772400" cy="908050"/>
          </a:xfrm>
        </p:spPr>
        <p:txBody>
          <a:bodyPr/>
          <a:lstStyle/>
          <a:p>
            <a:pPr lvl="1"/>
            <a:r>
              <a:rPr lang="en-US" altLang="ja-JP" dirty="0" smtClean="0"/>
              <a:t>But……… TI support until 4.2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403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How to Build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</a:t>
            </a:r>
            <a:r>
              <a:rPr lang="en-US" altLang="ja-JP" dirty="0"/>
              <a:t>S</a:t>
            </a:r>
            <a:r>
              <a:rPr lang="en-US" altLang="ja-JP" dirty="0" smtClean="0"/>
              <a:t>ource Code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BSP from Google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&amp; Build Boot Loaders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Android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Setup SD Card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92874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</a:t>
            </a:r>
            <a:r>
              <a:rPr lang="en-US" altLang="ja-JP" dirty="0" smtClean="0">
                <a:solidFill>
                  <a:srgbClr val="FF0000"/>
                </a:solidFill>
              </a:rPr>
              <a:t>4.2</a:t>
            </a:r>
            <a:r>
              <a:rPr lang="en-US" altLang="ja-JP" dirty="0" smtClean="0"/>
              <a:t>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from </a:t>
            </a:r>
            <a:r>
              <a:rPr lang="en-US" altLang="ja-JP" dirty="0" smtClean="0">
                <a:solidFill>
                  <a:srgbClr val="FF0000"/>
                </a:solidFill>
              </a:rPr>
              <a:t>AOSP(Google)</a:t>
            </a:r>
            <a:r>
              <a:rPr lang="en-US" altLang="ja-JP" dirty="0" smtClean="0"/>
              <a:t>’s repository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1384120" y="1878904"/>
            <a:ext cx="6801633" cy="31342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mkdir ~/panda_work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</a:t>
            </a:r>
            <a:r>
              <a:rPr lang="sv-SE" altLang="ja-JP" dirty="0" smtClean="0"/>
              <a:t>d ~/panda_work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mkdir 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c</a:t>
            </a:r>
            <a:r>
              <a:rPr lang="sv-SE" altLang="ja-JP" dirty="0" smtClean="0"/>
              <a:t>d 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 smtClean="0"/>
              <a:t>repo </a:t>
            </a:r>
            <a:r>
              <a:rPr lang="sv-SE" altLang="ja-JP" dirty="0"/>
              <a:t>init -u https://android.googlesource.com/platform/manifest -b </a:t>
            </a:r>
            <a:r>
              <a:rPr lang="sv-SE" altLang="ja-JP" dirty="0">
                <a:solidFill>
                  <a:srgbClr val="FF0000"/>
                </a:solidFill>
              </a:rPr>
              <a:t>android-4.2.1_r1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sv-SE" altLang="ja-JP" dirty="0"/>
              <a:t>repo sync</a:t>
            </a:r>
            <a:endParaRPr lang="sv-SE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16709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BSP </a:t>
            </a:r>
            <a:r>
              <a:rPr lang="en-US" altLang="ja-JP" dirty="0" smtClean="0"/>
              <a:t>from Google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BSPs(Driver)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kumimoji="1" lang="en-US" altLang="ja-JP" dirty="0" smtClean="0"/>
              <a:t>Get some Patches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384121" y="1628800"/>
            <a:ext cx="6933161" cy="260315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https://dl.google.com/dl/android/aosp/imgtec-panda-20120807-c4e99e89.tgz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tar </a:t>
            </a:r>
            <a:r>
              <a:rPr lang="en-US" altLang="ja-JP" dirty="0" err="1" smtClean="0"/>
              <a:t>zxvf</a:t>
            </a:r>
            <a:r>
              <a:rPr lang="en-US" altLang="ja-JP" dirty="0"/>
              <a:t> imgtec-panda-20120807-c4e99e89.tgz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./extract-imgtec-panda.sh</a:t>
            </a:r>
          </a:p>
        </p:txBody>
      </p:sp>
      <p:sp>
        <p:nvSpPr>
          <p:cNvPr id="5" name="正方形/長方形 3"/>
          <p:cNvSpPr/>
          <p:nvPr/>
        </p:nvSpPr>
        <p:spPr>
          <a:xfrm>
            <a:off x="1384121" y="4664154"/>
            <a:ext cx="6933161" cy="22212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cd ~/</a:t>
            </a:r>
            <a:r>
              <a:rPr lang="en-US" altLang="ja-JP" sz="1200" dirty="0" err="1"/>
              <a:t>panda_work</a:t>
            </a:r>
            <a:r>
              <a:rPr lang="en-US" altLang="ja-JP" sz="1200" dirty="0"/>
              <a:t>/</a:t>
            </a:r>
            <a:r>
              <a:rPr lang="en-US" altLang="ja-JP" sz="1200" dirty="0" err="1"/>
              <a:t>mydroid</a:t>
            </a:r>
            <a:r>
              <a:rPr lang="en-US" altLang="ja-JP" sz="1200" dirty="0"/>
              <a:t>/build/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wget</a:t>
            </a:r>
            <a:r>
              <a:rPr lang="en-US" altLang="ja-JP" sz="1200" dirty="0"/>
              <a:t> http://sola-dolphin-1.net/data/Panda/0001-panda-jb4.2_build.patch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git</a:t>
            </a:r>
            <a:r>
              <a:rPr lang="en-US" altLang="ja-JP" sz="1200" dirty="0"/>
              <a:t> apply 0001-panda-jb4.2_build.patch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cd ~/</a:t>
            </a:r>
            <a:r>
              <a:rPr lang="en-US" altLang="ja-JP" sz="1200" dirty="0" err="1"/>
              <a:t>panda_work</a:t>
            </a:r>
            <a:r>
              <a:rPr lang="en-US" altLang="ja-JP" sz="1200" dirty="0"/>
              <a:t>/</a:t>
            </a:r>
            <a:r>
              <a:rPr lang="en-US" altLang="ja-JP" sz="1200" dirty="0" err="1"/>
              <a:t>mydroid</a:t>
            </a:r>
            <a:r>
              <a:rPr lang="en-US" altLang="ja-JP" sz="1200" dirty="0"/>
              <a:t>/device/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/panda/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wget</a:t>
            </a:r>
            <a:r>
              <a:rPr lang="en-US" altLang="ja-JP" sz="1200" dirty="0"/>
              <a:t> http://sola-dolphin-1.net/data/Panda/0001-panda-jb4.2_device-ti-panda.patch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git</a:t>
            </a:r>
            <a:r>
              <a:rPr lang="en-US" altLang="ja-JP" sz="1200" dirty="0"/>
              <a:t> apply 0001-panda-jb4.2_device-ti-panda.patch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cd ~/</a:t>
            </a:r>
            <a:r>
              <a:rPr lang="en-US" altLang="ja-JP" sz="1200" dirty="0" err="1"/>
              <a:t>panda_work</a:t>
            </a:r>
            <a:r>
              <a:rPr lang="en-US" altLang="ja-JP" sz="1200" dirty="0"/>
              <a:t>/</a:t>
            </a:r>
            <a:r>
              <a:rPr lang="en-US" altLang="ja-JP" sz="1200" dirty="0" err="1"/>
              <a:t>mydroid</a:t>
            </a:r>
            <a:r>
              <a:rPr lang="en-US" altLang="ja-JP" sz="1200" dirty="0"/>
              <a:t>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/omap4xxx/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wget</a:t>
            </a:r>
            <a:r>
              <a:rPr lang="en-US" altLang="ja-JP" sz="1200" dirty="0"/>
              <a:t> http://sola-dolphin-1.net/data/Panda/0001-panda-jb4.2_hardware-ti-omap4xxx.pah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git</a:t>
            </a:r>
            <a:r>
              <a:rPr lang="en-US" altLang="ja-JP" sz="1200" dirty="0"/>
              <a:t> apply 0001-panda-jb4.2_hardware-ti-omap4xxx.patch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/>
              <a:t>cd ~/</a:t>
            </a:r>
            <a:r>
              <a:rPr lang="en-US" altLang="ja-JP" sz="1200" dirty="0" err="1"/>
              <a:t>panda_work</a:t>
            </a:r>
            <a:r>
              <a:rPr lang="en-US" altLang="ja-JP" sz="1200" dirty="0"/>
              <a:t>/</a:t>
            </a:r>
            <a:r>
              <a:rPr lang="en-US" altLang="ja-JP" sz="1200" dirty="0" err="1"/>
              <a:t>mydroid</a:t>
            </a:r>
            <a:r>
              <a:rPr lang="en-US" altLang="ja-JP" sz="1200" dirty="0"/>
              <a:t>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wpan</a:t>
            </a:r>
            <a:r>
              <a:rPr lang="en-US" altLang="ja-JP" sz="1200" dirty="0"/>
              <a:t>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wget</a:t>
            </a:r>
            <a:r>
              <a:rPr lang="en-US" altLang="ja-JP" sz="1200" dirty="0"/>
              <a:t> http://sola-dolphin-1.net/data/Panda/0001-panda-jb4.2_hardware-ti-wpan.patch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/>
              <a:t>git</a:t>
            </a:r>
            <a:r>
              <a:rPr lang="en-US" altLang="ja-JP" sz="1200" dirty="0"/>
              <a:t> apply 0001-panda-jb4.2_hardware-ti-wpan.patch</a:t>
            </a:r>
          </a:p>
        </p:txBody>
      </p:sp>
    </p:spTree>
    <p:extLst>
      <p:ext uri="{BB962C8B-B14F-4D97-AF65-F5344CB8AC3E}">
        <p14:creationId xmlns:p14="http://schemas.microsoft.com/office/powerpoint/2010/main" val="574389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Download </a:t>
            </a:r>
            <a:r>
              <a:rPr lang="en-US" altLang="ja-JP" dirty="0" err="1" smtClean="0"/>
              <a:t>Toolchain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Required Android </a:t>
            </a:r>
            <a:r>
              <a:rPr lang="en-US" altLang="ja-JP" dirty="0" err="1" smtClean="0"/>
              <a:t>Toolchain</a:t>
            </a:r>
            <a:r>
              <a:rPr lang="en-US" altLang="ja-JP" dirty="0" smtClean="0"/>
              <a:t> for Panda’s Source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30963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https://android.googlesource.com/platform/prebuilt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CROSS_COMPILE=$PWD/prebuilt/linux-x86/</a:t>
            </a:r>
            <a:r>
              <a:rPr lang="en-US" altLang="ja-JP" dirty="0" err="1"/>
              <a:t>toolchain</a:t>
            </a:r>
            <a:r>
              <a:rPr lang="en-US" altLang="ja-JP" dirty="0"/>
              <a:t>/arm-eabi-4.4.3/bin/arm-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16278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x-loader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First Boot Loader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38884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git://git.omapzoom.org/repo/x-loader.git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x-loader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ift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MLO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mydroid</a:t>
            </a:r>
            <a:r>
              <a:rPr lang="en-US" altLang="ja-JP" dirty="0" smtClean="0"/>
              <a:t>/device/</a:t>
            </a:r>
            <a:r>
              <a:rPr lang="en-US" altLang="ja-JP" dirty="0" err="1" smtClean="0"/>
              <a:t>ti</a:t>
            </a:r>
            <a:r>
              <a:rPr lang="en-US" altLang="ja-JP" dirty="0" smtClean="0"/>
              <a:t>/panda/</a:t>
            </a:r>
            <a:r>
              <a:rPr lang="en-US" altLang="ja-JP" dirty="0" err="1" smtClean="0"/>
              <a:t>xloader.bin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0369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Second Boot Loader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git://git.omapzoom.org/repo/u-boot.git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u-boot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http://android-development-environment.googlecode.com/files/0001-change-bootarges.patch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2658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Download &amp; Build 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Kernel for </a:t>
            </a:r>
            <a:r>
              <a:rPr lang="en-US" altLang="ja-JP" dirty="0" err="1" smtClean="0"/>
              <a:t>Pandaboard</a:t>
            </a:r>
            <a:r>
              <a:rPr lang="en-US" altLang="ja-JP" dirty="0" smtClean="0"/>
              <a:t>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45365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https://android.googlesource.com/kernel/omap.git 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android-omap-panda-3.0 origin/android-omap-panda-3.0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 err="1" smtClean="0"/>
              <a:t>panda_defconfig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arch/arm/boot/</a:t>
            </a:r>
            <a:r>
              <a:rPr lang="en-US" altLang="ja-JP" dirty="0" err="1"/>
              <a:t>zImage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/panda/kernel</a:t>
            </a:r>
          </a:p>
        </p:txBody>
      </p:sp>
    </p:spTree>
    <p:extLst>
      <p:ext uri="{BB962C8B-B14F-4D97-AF65-F5344CB8AC3E}">
        <p14:creationId xmlns:p14="http://schemas.microsoft.com/office/powerpoint/2010/main" val="304030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Build Android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Android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</a:t>
            </a:r>
            <a:r>
              <a:rPr lang="en-US" altLang="ja-JP" dirty="0" err="1"/>
              <a:t>aosp_panda-userdebug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</p:spTree>
    <p:extLst>
      <p:ext uri="{BB962C8B-B14F-4D97-AF65-F5344CB8AC3E}">
        <p14:creationId xmlns:p14="http://schemas.microsoft.com/office/powerpoint/2010/main" val="292084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Setup SD 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Make </a:t>
            </a:r>
            <a:r>
              <a:rPr lang="en-US" altLang="ja-JP" dirty="0"/>
              <a:t>P</a:t>
            </a:r>
            <a:r>
              <a:rPr lang="en-US" altLang="ja-JP" dirty="0" smtClean="0"/>
              <a:t>artition for Android on SD Card</a:t>
            </a:r>
          </a:p>
          <a:p>
            <a:pPr lvl="1"/>
            <a:r>
              <a:rPr lang="en-US" altLang="ja-JP" dirty="0"/>
              <a:t>b</a:t>
            </a:r>
            <a:r>
              <a:rPr kumimoji="1" lang="en-US" altLang="ja-JP" dirty="0" smtClean="0"/>
              <a:t>oot</a:t>
            </a:r>
          </a:p>
          <a:p>
            <a:pPr lvl="1"/>
            <a:r>
              <a:rPr lang="en-US" altLang="ja-JP" dirty="0"/>
              <a:t>s</a:t>
            </a:r>
            <a:r>
              <a:rPr lang="en-US" altLang="ja-JP" dirty="0" smtClean="0"/>
              <a:t>ystem</a:t>
            </a:r>
          </a:p>
          <a:p>
            <a:pPr lvl="1"/>
            <a:r>
              <a:rPr lang="en-US" altLang="ja-JP" dirty="0"/>
              <a:t>c</a:t>
            </a:r>
            <a:r>
              <a:rPr kumimoji="1" lang="en-US" altLang="ja-JP" dirty="0" smtClean="0"/>
              <a:t>ache</a:t>
            </a:r>
          </a:p>
          <a:p>
            <a:pPr lvl="1"/>
            <a:r>
              <a:rPr lang="en-US" altLang="ja-JP" smtClean="0"/>
              <a:t>userdata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media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384121" y="3933056"/>
            <a:ext cx="6933161" cy="25922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wget</a:t>
            </a:r>
            <a:r>
              <a:rPr lang="en-US" altLang="ja-JP" dirty="0" smtClean="0"/>
              <a:t> </a:t>
            </a:r>
            <a:r>
              <a:rPr lang="en-US" altLang="ja-JP" dirty="0"/>
              <a:t>http</a:t>
            </a:r>
            <a:r>
              <a:rPr lang="en-US" altLang="ja-JP" dirty="0" smtClean="0"/>
              <a:t>://www.noritsuna.com/download/mksdcard_pandaboard.sh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chmod</a:t>
            </a:r>
            <a:r>
              <a:rPr lang="en-US" altLang="ja-JP" dirty="0"/>
              <a:t> </a:t>
            </a:r>
            <a:r>
              <a:rPr lang="en-US" altLang="ja-JP" dirty="0" err="1"/>
              <a:t>a+x</a:t>
            </a:r>
            <a:r>
              <a:rPr lang="en-US" altLang="ja-JP" dirty="0"/>
              <a:t> </a:t>
            </a:r>
            <a:r>
              <a:rPr lang="en-US" altLang="ja-JP" dirty="0" smtClean="0"/>
              <a:t>mksdcard_pandaboard.sh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LANG=C </a:t>
            </a:r>
            <a:r>
              <a:rPr lang="en-US" altLang="ja-JP" dirty="0" err="1"/>
              <a:t>sudo</a:t>
            </a:r>
            <a:r>
              <a:rPr lang="en-US" altLang="ja-JP" dirty="0"/>
              <a:t> ./mksdcard_pandaboard.sh /</a:t>
            </a:r>
            <a:r>
              <a:rPr lang="en-US" altLang="ja-JP" dirty="0" err="1"/>
              <a:t>dev</a:t>
            </a:r>
            <a:r>
              <a:rPr lang="en-US" altLang="ja-JP" dirty="0"/>
              <a:t>/</a:t>
            </a:r>
            <a:r>
              <a:rPr lang="en-US" altLang="ja-JP" dirty="0" err="1"/>
              <a:t>sdX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634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Extra</a:t>
            </a:r>
            <a:r>
              <a:rPr lang="ja-JP" altLang="en-US" sz="3600" dirty="0" smtClean="0"/>
              <a:t> </a:t>
            </a:r>
            <a:r>
              <a:rPr lang="en-US" altLang="ja-JP" sz="3600" dirty="0" smtClean="0"/>
              <a:t>Stage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3621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How to Use JTAG-ICE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40459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 </a:t>
            </a:r>
            <a:r>
              <a:rPr lang="en-US" dirty="0"/>
              <a:t>by ICE(In Circuit </a:t>
            </a:r>
            <a:r>
              <a:rPr lang="en-US" dirty="0" smtClean="0"/>
              <a:t>Emulator)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Full ICE</a:t>
            </a:r>
          </a:p>
          <a:p>
            <a:pPr lvl="1"/>
            <a:r>
              <a:rPr lang="en-US" dirty="0" smtClean="0"/>
              <a:t>This has CPU&amp;CPU Debugging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When you use it, you change Real CPU to This CPU.</a:t>
            </a:r>
          </a:p>
          <a:p>
            <a:r>
              <a:rPr lang="en-US" dirty="0" smtClean="0"/>
              <a:t>JTAG ICE</a:t>
            </a:r>
          </a:p>
          <a:p>
            <a:pPr lvl="1"/>
            <a:r>
              <a:rPr lang="en-US" dirty="0" smtClean="0"/>
              <a:t>Real CPU has Debugging </a:t>
            </a:r>
            <a:r>
              <a:rPr lang="en-US" dirty="0" err="1" smtClean="0"/>
              <a:t>Func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JTAG is Control Pin for CPU Debugging </a:t>
            </a:r>
            <a:r>
              <a:rPr lang="en-US" dirty="0" err="1" smtClean="0"/>
              <a:t>Func</a:t>
            </a:r>
            <a:r>
              <a:rPr lang="en-US" dirty="0" smtClean="0"/>
              <a:t>, </a:t>
            </a:r>
          </a:p>
          <a:p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951" y="4019487"/>
            <a:ext cx="3537062" cy="2652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06" y="4057112"/>
            <a:ext cx="3473786" cy="257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4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Need?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Soft Level Debugger can debug </a:t>
            </a:r>
          </a:p>
          <a:p>
            <a:pPr marL="5715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</a:t>
            </a:r>
            <a:r>
              <a:rPr lang="en-US" dirty="0" smtClean="0">
                <a:solidFill>
                  <a:srgbClr val="FF0000"/>
                </a:solidFill>
              </a:rPr>
              <a:t>their managed apps only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Ex</a:t>
            </a:r>
            <a:r>
              <a:rPr lang="en-US" dirty="0" smtClean="0"/>
              <a:t>. Kernel Panic: Console Log Only</a:t>
            </a:r>
            <a:endParaRPr lang="en-US" dirty="0"/>
          </a:p>
          <a:p>
            <a:pPr lvl="1"/>
            <a:r>
              <a:rPr lang="en-US" dirty="0" smtClean="0"/>
              <a:t>Ex. DDMS: Android Framework</a:t>
            </a:r>
          </a:p>
          <a:p>
            <a:pPr marL="51435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managed Linux Lib</a:t>
            </a:r>
          </a:p>
          <a:p>
            <a:pPr marL="514350" lvl="1" indent="0">
              <a:buNone/>
            </a:pPr>
            <a:endParaRPr lang="en-US" dirty="0" smtClean="0"/>
          </a:p>
          <a:p>
            <a:endParaRPr lang="en-US" dirty="0" smtClean="0"/>
          </a:p>
          <a:p>
            <a:pPr marL="514350" lvl="1" indent="0">
              <a:buNone/>
            </a:pPr>
            <a:endParaRPr lang="en-US" dirty="0"/>
          </a:p>
          <a:p>
            <a:pPr marL="514350" lvl="1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4"/>
          <a:stretch/>
        </p:blipFill>
        <p:spPr>
          <a:xfrm>
            <a:off x="4791207" y="3753976"/>
            <a:ext cx="4173281" cy="2881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753976"/>
            <a:ext cx="3842181" cy="288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8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How to Setup JTAG-ICE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4282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Flyswatter2 </a:t>
            </a:r>
            <a:r>
              <a:rPr lang="en-US" dirty="0" err="1"/>
              <a:t>Pandaboard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Cheapest JTAG-ICE.</a:t>
            </a:r>
          </a:p>
          <a:p>
            <a:pPr lvl="1"/>
            <a:r>
              <a:rPr lang="en-US" dirty="0" smtClean="0"/>
              <a:t>Today, getting popular under $300USD.</a:t>
            </a:r>
          </a:p>
          <a:p>
            <a:pPr lvl="2"/>
            <a:r>
              <a:rPr lang="en-US" dirty="0" smtClean="0"/>
              <a:t>Old one is Over $3000USD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0" y="3140968"/>
            <a:ext cx="4610266" cy="3457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574826"/>
            <a:ext cx="3999245" cy="299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617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1" y="0"/>
            <a:ext cx="8119499" cy="908050"/>
          </a:xfrm>
        </p:spPr>
        <p:txBody>
          <a:bodyPr/>
          <a:lstStyle/>
          <a:p>
            <a:pPr lvl="1"/>
            <a:r>
              <a:rPr lang="en-US" altLang="ja-JP" dirty="0" smtClean="0"/>
              <a:t>Setup </a:t>
            </a:r>
            <a:r>
              <a:rPr lang="en-US" altLang="ja-JP" dirty="0" err="1" smtClean="0"/>
              <a:t>udev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Register your board to </a:t>
            </a:r>
            <a:r>
              <a:rPr lang="en-US" altLang="ja-JP" dirty="0" err="1"/>
              <a:t>udev</a:t>
            </a:r>
            <a:r>
              <a:rPr lang="en-US" altLang="ja-JP" dirty="0"/>
              <a:t>.</a:t>
            </a:r>
          </a:p>
          <a:p>
            <a:pPr lvl="1"/>
            <a:r>
              <a:rPr lang="en-US" altLang="ja-JP" dirty="0"/>
              <a:t>Add the following line to ‘/</a:t>
            </a:r>
            <a:r>
              <a:rPr lang="en-US" altLang="ja-JP" dirty="0" err="1"/>
              <a:t>etc</a:t>
            </a:r>
            <a:r>
              <a:rPr lang="en-US" altLang="ja-JP" dirty="0"/>
              <a:t>/</a:t>
            </a:r>
            <a:r>
              <a:rPr lang="en-US" altLang="ja-JP" dirty="0" err="1"/>
              <a:t>udev</a:t>
            </a:r>
            <a:r>
              <a:rPr lang="en-US" altLang="ja-JP" dirty="0"/>
              <a:t>/</a:t>
            </a:r>
            <a:r>
              <a:rPr lang="en-US" altLang="ja-JP" dirty="0" err="1"/>
              <a:t>rules.d</a:t>
            </a:r>
            <a:r>
              <a:rPr lang="en-US" altLang="ja-JP" dirty="0"/>
              <a:t>/51-android.rules</a:t>
            </a:r>
            <a:r>
              <a:rPr lang="en-US" altLang="ja-JP" dirty="0" smtClean="0"/>
              <a:t>’</a:t>
            </a:r>
          </a:p>
          <a:p>
            <a:pPr lvl="1"/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marL="457200" lvl="1" indent="0">
              <a:buNone/>
            </a:pPr>
            <a:endParaRPr lang="en-US" altLang="ja-JP" dirty="0"/>
          </a:p>
          <a:p>
            <a:pPr lvl="1"/>
            <a:endParaRPr lang="en-US" altLang="ja-JP" dirty="0"/>
          </a:p>
          <a:p>
            <a:pPr lvl="3"/>
            <a:endParaRPr lang="en-US" altLang="ja-JP" dirty="0"/>
          </a:p>
          <a:p>
            <a:pPr lvl="1"/>
            <a:r>
              <a:rPr lang="en-US" altLang="ja-JP" dirty="0"/>
              <a:t>Restart ‘</a:t>
            </a:r>
            <a:r>
              <a:rPr lang="en-US" altLang="ja-JP" dirty="0" err="1"/>
              <a:t>udev</a:t>
            </a:r>
            <a:r>
              <a:rPr lang="en-US" altLang="ja-JP" dirty="0"/>
              <a:t>’ service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6647" y="2605414"/>
            <a:ext cx="6801633" cy="24077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sz="1600" dirty="0"/>
              <a:t># </a:t>
            </a:r>
            <a:r>
              <a:rPr lang="en-US" altLang="ja-JP" sz="1600" dirty="0" err="1"/>
              <a:t>usbboot</a:t>
            </a:r>
            <a:r>
              <a:rPr lang="en-US" altLang="ja-JP" sz="1600" dirty="0"/>
              <a:t> protocol on panda (</a:t>
            </a:r>
            <a:r>
              <a:rPr lang="en-US" altLang="ja-JP" sz="1600" dirty="0" err="1"/>
              <a:t>PandaBoard</a:t>
            </a:r>
            <a:r>
              <a:rPr lang="en-US" altLang="ja-JP" sz="1600" dirty="0"/>
              <a:t>)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}=="0451",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}=="d00f", MODE="0666", OWNER="&lt;username&gt;"</a:t>
            </a:r>
          </a:p>
          <a:p>
            <a:pPr lvl="1"/>
            <a:endParaRPr lang="en-US" altLang="ja-JP" sz="1600" dirty="0" smtClean="0"/>
          </a:p>
          <a:p>
            <a:pPr lvl="1"/>
            <a:r>
              <a:rPr lang="en-US" altLang="ja-JP" sz="1600" dirty="0" smtClean="0"/>
              <a:t># </a:t>
            </a:r>
            <a:r>
              <a:rPr lang="en-US" altLang="ja-JP" sz="1600" dirty="0" err="1"/>
              <a:t>usbboot</a:t>
            </a:r>
            <a:r>
              <a:rPr lang="en-US" altLang="ja-JP" sz="1600" dirty="0"/>
              <a:t> protocol on panda (</a:t>
            </a:r>
            <a:r>
              <a:rPr lang="en-US" altLang="ja-JP" sz="1600" dirty="0" err="1"/>
              <a:t>PandaBoard</a:t>
            </a:r>
            <a:r>
              <a:rPr lang="en-US" altLang="ja-JP" sz="1600" dirty="0"/>
              <a:t> ES)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}=="0451",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}=="d010", MODE="0666", OWNER="&lt;username&gt;"</a:t>
            </a:r>
          </a:p>
          <a:p>
            <a:pPr lvl="1"/>
            <a:r>
              <a:rPr lang="en-US" altLang="ja-JP" sz="1600" dirty="0"/>
              <a:t>SUBSYSTEM=="</a:t>
            </a:r>
            <a:r>
              <a:rPr lang="en-US" altLang="ja-JP" sz="1600" dirty="0" err="1"/>
              <a:t>usb</a:t>
            </a:r>
            <a:r>
              <a:rPr lang="en-US" altLang="ja-JP" sz="1600" dirty="0"/>
              <a:t>", ATTR{</a:t>
            </a:r>
            <a:r>
              <a:rPr lang="en-US" altLang="ja-JP" sz="1600" dirty="0" err="1"/>
              <a:t>idVendor</a:t>
            </a:r>
            <a:r>
              <a:rPr lang="en-US" altLang="ja-JP" sz="1600" dirty="0"/>
              <a:t>}=="0451", ATTR{</a:t>
            </a:r>
            <a:r>
              <a:rPr lang="en-US" altLang="ja-JP" sz="1600" dirty="0" err="1"/>
              <a:t>idProduct</a:t>
            </a:r>
            <a:r>
              <a:rPr lang="en-US" altLang="ja-JP" sz="1600" dirty="0"/>
              <a:t>}=="d022", MODE="0666", OWNER="&lt;username&gt;"</a:t>
            </a:r>
          </a:p>
        </p:txBody>
      </p:sp>
    </p:spTree>
    <p:extLst>
      <p:ext uri="{BB962C8B-B14F-4D97-AF65-F5344CB8AC3E}">
        <p14:creationId xmlns:p14="http://schemas.microsoft.com/office/powerpoint/2010/main" val="39015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Debug Information to Source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What’s Debug Information?</a:t>
            </a:r>
          </a:p>
          <a:p>
            <a:pPr lvl="1"/>
            <a:r>
              <a:rPr lang="en-US" dirty="0" smtClean="0"/>
              <a:t>Executed File(Compiled File) is machine code.</a:t>
            </a:r>
          </a:p>
          <a:p>
            <a:pPr lvl="1"/>
            <a:r>
              <a:rPr lang="en-US" dirty="0" smtClean="0"/>
              <a:t>Human can NOT read it…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Ex. </a:t>
            </a:r>
            <a:r>
              <a:rPr lang="en-US" dirty="0" err="1" smtClean="0"/>
              <a:t>gcc</a:t>
            </a:r>
            <a:r>
              <a:rPr lang="en-US" dirty="0" smtClean="0"/>
              <a:t> (DWARF)</a:t>
            </a:r>
          </a:p>
          <a:p>
            <a:pPr lvl="2"/>
            <a:r>
              <a:rPr lang="en-US" dirty="0" smtClean="0"/>
              <a:t>-g(n)</a:t>
            </a:r>
          </a:p>
          <a:p>
            <a:pPr lvl="3"/>
            <a:r>
              <a:rPr lang="en-US" dirty="0" smtClean="0"/>
              <a:t>Debug Option. n=Debug Level</a:t>
            </a:r>
          </a:p>
          <a:p>
            <a:pPr lvl="2"/>
            <a:r>
              <a:rPr lang="en-US" dirty="0" smtClean="0"/>
              <a:t>–O0</a:t>
            </a:r>
          </a:p>
          <a:p>
            <a:pPr lvl="3"/>
            <a:r>
              <a:rPr lang="en-US" dirty="0" smtClean="0"/>
              <a:t>Optimized Option &amp; Level. 0=non-optimized. Always use “3”.</a:t>
            </a:r>
          </a:p>
          <a:p>
            <a:pPr lvl="3"/>
            <a:endParaRPr lang="en-US" dirty="0"/>
          </a:p>
        </p:txBody>
      </p:sp>
      <p:sp>
        <p:nvSpPr>
          <p:cNvPr id="5" name="正方形/長方形 3"/>
          <p:cNvSpPr/>
          <p:nvPr/>
        </p:nvSpPr>
        <p:spPr>
          <a:xfrm>
            <a:off x="1651565" y="2564904"/>
            <a:ext cx="6933161" cy="1944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</a:t>
            </a:r>
            <a:r>
              <a:rPr lang="en-US" altLang="ja-JP" sz="1400" dirty="0" err="1"/>
              <a:t>pid</a:t>
            </a:r>
            <a:r>
              <a:rPr lang="en-US" altLang="ja-JP" sz="1400" dirty="0"/>
              <a:t>: 3233, </a:t>
            </a:r>
            <a:r>
              <a:rPr lang="en-US" altLang="ja-JP" sz="1400" dirty="0" err="1"/>
              <a:t>tid</a:t>
            </a:r>
            <a:r>
              <a:rPr lang="en-US" altLang="ja-JP" sz="1400" dirty="0"/>
              <a:t>: 3234  &gt;&gt;&gt; /system/bin/</a:t>
            </a:r>
            <a:r>
              <a:rPr lang="en-US" altLang="ja-JP" sz="1400" dirty="0" err="1"/>
              <a:t>netd</a:t>
            </a:r>
            <a:r>
              <a:rPr lang="en-US" altLang="ja-JP" sz="1400" dirty="0"/>
              <a:t> &lt;&lt;&lt;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signal 11 (SIGSEGV), fault </a:t>
            </a:r>
            <a:r>
              <a:rPr lang="en-US" altLang="ja-JP" sz="1400" dirty="0" err="1"/>
              <a:t>addr</a:t>
            </a:r>
            <a:r>
              <a:rPr lang="en-US" altLang="ja-JP" sz="1400" dirty="0"/>
              <a:t> </a:t>
            </a:r>
            <a:r>
              <a:rPr lang="en-US" altLang="ja-JP" sz="1400" dirty="0" err="1"/>
              <a:t>deadbaad</a:t>
            </a:r>
            <a:endParaRPr lang="en-US" altLang="ja-JP" sz="14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r0 00001728  r1 100ffd7c  r2 00000027  r3 00000000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r4 afd42328  r5 00000000  r6 00000000  r7 00011000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r8 00100000  r9 aef01cad  10 10000000  </a:t>
            </a:r>
            <a:r>
              <a:rPr lang="en-US" altLang="ja-JP" sz="1400" dirty="0" err="1"/>
              <a:t>fp</a:t>
            </a:r>
            <a:r>
              <a:rPr lang="en-US" altLang="ja-JP" sz="1400" dirty="0"/>
              <a:t> 40008008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</a:t>
            </a:r>
            <a:r>
              <a:rPr lang="en-US" altLang="ja-JP" sz="1400" dirty="0" err="1"/>
              <a:t>ip</a:t>
            </a:r>
            <a:r>
              <a:rPr lang="en-US" altLang="ja-JP" sz="1400" dirty="0"/>
              <a:t> </a:t>
            </a:r>
            <a:r>
              <a:rPr lang="en-US" altLang="ja-JP" sz="1400" dirty="0" err="1"/>
              <a:t>ffffffff</a:t>
            </a:r>
            <a:r>
              <a:rPr lang="en-US" altLang="ja-JP" sz="1400" dirty="0"/>
              <a:t>  </a:t>
            </a:r>
            <a:r>
              <a:rPr lang="en-US" altLang="ja-JP" sz="1400" dirty="0" err="1"/>
              <a:t>sp</a:t>
            </a:r>
            <a:r>
              <a:rPr lang="en-US" altLang="ja-JP" sz="1400" dirty="0"/>
              <a:t> 100ffd68  </a:t>
            </a:r>
            <a:r>
              <a:rPr lang="en-US" altLang="ja-JP" sz="1400" dirty="0" err="1"/>
              <a:t>lr</a:t>
            </a:r>
            <a:r>
              <a:rPr lang="en-US" altLang="ja-JP" sz="1400" dirty="0"/>
              <a:t> </a:t>
            </a:r>
            <a:r>
              <a:rPr lang="en-US" altLang="ja-JP" sz="1400" dirty="0" err="1"/>
              <a:t>deadbaad</a:t>
            </a:r>
            <a:r>
              <a:rPr lang="en-US" altLang="ja-JP" sz="1400" dirty="0"/>
              <a:t>  pc afd11ca4  </a:t>
            </a:r>
            <a:r>
              <a:rPr lang="en-US" altLang="ja-JP" sz="1400" dirty="0" err="1"/>
              <a:t>cpsr</a:t>
            </a:r>
            <a:r>
              <a:rPr lang="en-US" altLang="ja-JP" sz="1400" dirty="0"/>
              <a:t> 40000030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1400" dirty="0"/>
              <a:t>I/DEBUG   ( 3037):  d0  3d454d414e564544  d1  6164732f7665642f</a:t>
            </a:r>
          </a:p>
        </p:txBody>
      </p:sp>
    </p:spTree>
    <p:extLst>
      <p:ext uri="{BB962C8B-B14F-4D97-AF65-F5344CB8AC3E}">
        <p14:creationId xmlns:p14="http://schemas.microsoft.com/office/powerpoint/2010/main" val="21242987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Change KGDB </a:t>
            </a:r>
            <a:r>
              <a:rPr lang="en-US" altLang="ja-JP" dirty="0" err="1" smtClean="0"/>
              <a:t>Config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Turn On Kernel </a:t>
            </a:r>
            <a:r>
              <a:rPr lang="en-US" altLang="ja-JP" dirty="0" err="1" smtClean="0"/>
              <a:t>Config</a:t>
            </a:r>
            <a:endParaRPr lang="en-US" altLang="ja-JP" dirty="0" smtClean="0"/>
          </a:p>
          <a:p>
            <a:pPr lvl="1"/>
            <a:r>
              <a:rPr lang="en-US" altLang="ja-JP" dirty="0"/>
              <a:t>Kernel </a:t>
            </a:r>
            <a:r>
              <a:rPr lang="en-US" altLang="ja-JP" dirty="0" smtClean="0"/>
              <a:t>hacking</a:t>
            </a:r>
            <a:endParaRPr lang="en-US" altLang="ja-JP" dirty="0"/>
          </a:p>
          <a:p>
            <a:pPr lvl="2"/>
            <a:r>
              <a:rPr lang="en-US" altLang="ja-JP" dirty="0"/>
              <a:t>Compile the kernel with debug </a:t>
            </a:r>
            <a:r>
              <a:rPr lang="en-US" altLang="ja-JP" dirty="0" smtClean="0"/>
              <a:t>info</a:t>
            </a:r>
            <a:endParaRPr lang="en-US" altLang="ja-JP" dirty="0"/>
          </a:p>
          <a:p>
            <a:pPr lvl="2"/>
            <a:r>
              <a:rPr lang="en-US" altLang="ja-JP" dirty="0"/>
              <a:t>KGDB</a:t>
            </a:r>
            <a:r>
              <a:rPr lang="ja-JP" altLang="en-US" dirty="0"/>
              <a:t>： </a:t>
            </a:r>
            <a:r>
              <a:rPr lang="en-US" altLang="ja-JP" dirty="0"/>
              <a:t>kernel </a:t>
            </a:r>
            <a:r>
              <a:rPr lang="en-US" altLang="ja-JP" dirty="0" err="1"/>
              <a:t>degugger</a:t>
            </a:r>
            <a:endParaRPr lang="en-US" altLang="ja-JP" dirty="0"/>
          </a:p>
          <a:p>
            <a:pPr lvl="3"/>
            <a:r>
              <a:rPr lang="en-US" altLang="ja-JP" dirty="0"/>
              <a:t>KGDB: user </a:t>
            </a:r>
            <a:r>
              <a:rPr lang="en-US" altLang="ja-JP" dirty="0" err="1"/>
              <a:t>kgdb</a:t>
            </a:r>
            <a:r>
              <a:rPr lang="en-US" altLang="ja-JP" dirty="0"/>
              <a:t> over the serial console (NEW)</a:t>
            </a:r>
          </a:p>
          <a:p>
            <a:pPr lvl="1"/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79185" y="3501008"/>
            <a:ext cx="6933161" cy="1800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/kernel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</a:t>
            </a:r>
            <a:r>
              <a:rPr lang="en-US" altLang="ja-JP" dirty="0" smtClean="0"/>
              <a:t>ake </a:t>
            </a:r>
            <a:r>
              <a:rPr lang="en-US" altLang="ja-JP" dirty="0" err="1" smtClean="0"/>
              <a:t>menuconfig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7638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Change KGDB </a:t>
            </a:r>
            <a:r>
              <a:rPr lang="en-US" altLang="ja-JP" dirty="0" err="1"/>
              <a:t>Config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340768"/>
            <a:ext cx="6858000" cy="4371975"/>
          </a:xfr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856" y="1510209"/>
            <a:ext cx="6915150" cy="4381500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96" y="1738313"/>
            <a:ext cx="6886575" cy="4400550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92" y="1942257"/>
            <a:ext cx="68961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Change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Need Boot Option for KGDB</a:t>
            </a:r>
          </a:p>
          <a:p>
            <a:pPr lvl="1"/>
            <a:r>
              <a:rPr lang="en-US" altLang="ja-JP" dirty="0" smtClean="0"/>
              <a:t> </a:t>
            </a:r>
            <a:r>
              <a:rPr lang="en-US" altLang="ja-JP" dirty="0"/>
              <a:t>“</a:t>
            </a:r>
            <a:r>
              <a:rPr lang="en-US" altLang="ja-JP" dirty="0" err="1"/>
              <a:t>kgdboc</a:t>
            </a:r>
            <a:r>
              <a:rPr lang="en-US" altLang="ja-JP" dirty="0"/>
              <a:t>=ttyO2,115200”</a:t>
            </a:r>
            <a:r>
              <a:rPr lang="en-US" altLang="ja-JP" dirty="0" smtClean="0"/>
              <a:t> in “</a:t>
            </a:r>
            <a:r>
              <a:rPr lang="en-US" altLang="ja-JP" dirty="0" err="1" smtClean="0"/>
              <a:t>bootargs</a:t>
            </a:r>
            <a:r>
              <a:rPr lang="en-US" altLang="ja-JP" dirty="0" smtClean="0"/>
              <a:t>” section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420888"/>
            <a:ext cx="6933161" cy="352839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>
                <a:solidFill>
                  <a:srgbClr val="FF0000"/>
                </a:solidFill>
              </a:rPr>
              <a:t>wget</a:t>
            </a:r>
            <a:r>
              <a:rPr lang="en-US" altLang="ja-JP" dirty="0" smtClean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http://www.noritsuna.com/download/0001-change-bootarges.patch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0315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Old u-boot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Different Point 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700808"/>
            <a:ext cx="6933161" cy="504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git://git.omapzoom.org/repo/u-boot.git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u-boot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-b omap4_dev origin/omap4_dev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</a:t>
            </a:r>
            <a:r>
              <a:rPr lang="en-US" altLang="ja-JP" dirty="0">
                <a:hlinkClick r:id="rId3"/>
              </a:rPr>
              <a:t>http://</a:t>
            </a:r>
            <a:r>
              <a:rPr lang="en-US" altLang="ja-JP" dirty="0" smtClean="0">
                <a:hlinkClick r:id="rId3"/>
              </a:rPr>
              <a:t>android-development-environment.googlecode.com/files/0001-change-bootarges.patch</a:t>
            </a:r>
            <a:endParaRPr lang="en-US" altLang="ja-JP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</a:t>
            </a:r>
            <a:r>
              <a:rPr lang="en-US" altLang="ja-JP" dirty="0"/>
              <a:t>apply 0001-change-bootarges.patch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omap4430panda_config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-a u-</a:t>
            </a:r>
            <a:r>
              <a:rPr lang="en-US" altLang="ja-JP" dirty="0" err="1"/>
              <a:t>boot.bin</a:t>
            </a:r>
            <a:r>
              <a:rPr lang="en-US" altLang="ja-JP" dirty="0"/>
              <a:t>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mydroid</a:t>
            </a:r>
            <a:r>
              <a:rPr lang="en-US" altLang="ja-JP" dirty="0"/>
              <a:t>/device/</a:t>
            </a:r>
            <a:r>
              <a:rPr lang="en-US" altLang="ja-JP" dirty="0" err="1"/>
              <a:t>ti</a:t>
            </a:r>
            <a:r>
              <a:rPr lang="en-US" altLang="ja-JP" dirty="0"/>
              <a:t>/panda/</a:t>
            </a:r>
            <a:r>
              <a:rPr lang="en-US" altLang="ja-JP" dirty="0" err="1"/>
              <a:t>bootloader.bin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222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Setup</a:t>
            </a:r>
            <a:r>
              <a:rPr lang="ja-JP" altLang="en-US" dirty="0" smtClean="0"/>
              <a:t> </a:t>
            </a:r>
            <a:r>
              <a:rPr lang="en-US" altLang="ja-JP" dirty="0" smtClean="0"/>
              <a:t>Debugging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Need?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How do you debug it???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If your code </a:t>
            </a:r>
            <a:r>
              <a:rPr lang="en-US" dirty="0"/>
              <a:t>has DWARF(Debug Info), </a:t>
            </a:r>
            <a:r>
              <a:rPr lang="en-US" dirty="0" smtClean="0"/>
              <a:t>you can use “</a:t>
            </a:r>
            <a:r>
              <a:rPr lang="en-US" dirty="0" err="1" smtClean="0"/>
              <a:t>objdump</a:t>
            </a:r>
            <a:r>
              <a:rPr lang="en-US" dirty="0" smtClean="0"/>
              <a:t>” command.</a:t>
            </a:r>
          </a:p>
          <a:p>
            <a:pPr lvl="1"/>
            <a:r>
              <a:rPr lang="en-US" dirty="0"/>
              <a:t>arm-</a:t>
            </a:r>
            <a:r>
              <a:rPr lang="en-US" dirty="0" err="1"/>
              <a:t>eabi</a:t>
            </a:r>
            <a:r>
              <a:rPr lang="en-US" dirty="0"/>
              <a:t>-</a:t>
            </a:r>
            <a:r>
              <a:rPr lang="en-US" dirty="0" err="1"/>
              <a:t>objdump</a:t>
            </a:r>
            <a:r>
              <a:rPr lang="en-US" dirty="0"/>
              <a:t> -S -C libc.so |less</a:t>
            </a:r>
          </a:p>
          <a:p>
            <a:pPr lvl="2"/>
            <a:r>
              <a:rPr lang="en-US" dirty="0"/>
              <a:t>-S Show de-assembler source code</a:t>
            </a:r>
          </a:p>
          <a:p>
            <a:pPr lvl="2"/>
            <a:r>
              <a:rPr lang="en-US" dirty="0"/>
              <a:t>-C Show C/C++ function name of source </a:t>
            </a:r>
            <a:r>
              <a:rPr lang="en-US" dirty="0" smtClean="0"/>
              <a:t>code</a:t>
            </a:r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2"/>
            <a:r>
              <a:rPr lang="en-US" dirty="0"/>
              <a:t>bionic/</a:t>
            </a:r>
            <a:r>
              <a:rPr lang="en-US" dirty="0" err="1"/>
              <a:t>libc</a:t>
            </a:r>
            <a:r>
              <a:rPr lang="en-US" dirty="0"/>
              <a:t>/</a:t>
            </a:r>
            <a:r>
              <a:rPr lang="en-US" dirty="0" err="1"/>
              <a:t>unistd</a:t>
            </a:r>
            <a:r>
              <a:rPr lang="en-US" dirty="0"/>
              <a:t>/</a:t>
            </a:r>
            <a:r>
              <a:rPr lang="en-US" dirty="0" err="1"/>
              <a:t>abort.c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651565" y="1700808"/>
            <a:ext cx="6933161" cy="6480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#00  pc 00011ca4  /system/lib/libc.so</a:t>
            </a:r>
          </a:p>
        </p:txBody>
      </p:sp>
      <p:sp>
        <p:nvSpPr>
          <p:cNvPr id="5" name="正方形/長方形 3"/>
          <p:cNvSpPr/>
          <p:nvPr/>
        </p:nvSpPr>
        <p:spPr>
          <a:xfrm>
            <a:off x="1403648" y="5517232"/>
            <a:ext cx="6933161" cy="6480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11ca4:       f005 ff25       </a:t>
            </a:r>
            <a:r>
              <a:rPr lang="en-US" altLang="ja-JP" sz="2000" dirty="0" err="1"/>
              <a:t>bl</a:t>
            </a:r>
            <a:r>
              <a:rPr lang="en-US" altLang="ja-JP" sz="2000" dirty="0"/>
              <a:t>      11c40 &lt;abort&gt;</a:t>
            </a:r>
          </a:p>
        </p:txBody>
      </p:sp>
    </p:spTree>
    <p:extLst>
      <p:ext uri="{BB962C8B-B14F-4D97-AF65-F5344CB8AC3E}">
        <p14:creationId xmlns:p14="http://schemas.microsoft.com/office/powerpoint/2010/main" val="2504591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</a:t>
            </a:r>
            <a:r>
              <a:rPr lang="ja-JP" altLang="en-US" dirty="0"/>
              <a:t> </a:t>
            </a:r>
            <a:r>
              <a:rPr lang="en-US" altLang="ja-JP" dirty="0"/>
              <a:t>Debugging Software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460" y="1125538"/>
            <a:ext cx="5993900" cy="5543822"/>
          </a:xfrm>
        </p:spPr>
      </p:pic>
    </p:spTree>
    <p:extLst>
      <p:ext uri="{BB962C8B-B14F-4D97-AF65-F5344CB8AC3E}">
        <p14:creationId xmlns:p14="http://schemas.microsoft.com/office/powerpoint/2010/main" val="29849486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Setup FTDI Driver (Serial)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052736"/>
            <a:ext cx="6933161" cy="5617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cd ~/</a:t>
            </a:r>
            <a:r>
              <a:rPr lang="en-US" altLang="ja-JP" sz="1800" dirty="0" err="1"/>
              <a:t>panda_work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wget</a:t>
            </a:r>
            <a:r>
              <a:rPr lang="en-US" altLang="ja-JP" sz="1800" dirty="0"/>
              <a:t> http://www.intra2net.com/en/developer/libftdi/download/libftdi-0.19.tar.gz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tar </a:t>
            </a:r>
            <a:r>
              <a:rPr lang="en-US" altLang="ja-JP" sz="1800" dirty="0" err="1"/>
              <a:t>zxfv</a:t>
            </a:r>
            <a:r>
              <a:rPr lang="en-US" altLang="ja-JP" sz="1800" dirty="0"/>
              <a:t> libftdi-0.19.tar.gz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cd ~/</a:t>
            </a:r>
            <a:r>
              <a:rPr lang="en-US" altLang="ja-JP" sz="1800" dirty="0" err="1"/>
              <a:t>panda_work</a:t>
            </a:r>
            <a:r>
              <a:rPr lang="en-US" altLang="ja-JP" sz="1800" dirty="0"/>
              <a:t>/libftdi-0.19/</a:t>
            </a:r>
            <a:r>
              <a:rPr lang="en-US" altLang="ja-JP" sz="1800" dirty="0" err="1"/>
              <a:t>src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cp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ftdi.h</a:t>
            </a:r>
            <a:r>
              <a:rPr lang="en-US" altLang="ja-JP" sz="1800" dirty="0"/>
              <a:t>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/include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cd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/local/include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/include/</a:t>
            </a:r>
            <a:r>
              <a:rPr lang="en-US" altLang="ja-JP" sz="1800" dirty="0" err="1"/>
              <a:t>ftdi.h</a:t>
            </a:r>
            <a:r>
              <a:rPr lang="en-US" altLang="ja-JP" sz="1800" dirty="0"/>
              <a:t> </a:t>
            </a:r>
            <a:r>
              <a:rPr lang="en-US" altLang="ja-JP" sz="1800" dirty="0" err="1"/>
              <a:t>ftdi.h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cd ~/</a:t>
            </a:r>
            <a:r>
              <a:rPr lang="en-US" altLang="ja-JP" sz="1800" dirty="0" err="1"/>
              <a:t>panda_work</a:t>
            </a:r>
            <a:r>
              <a:rPr lang="en-US" altLang="ja-JP" sz="1800" dirty="0"/>
              <a:t>/libftdi-0.19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./configure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make install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cd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/lib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/local/lib/</a:t>
            </a:r>
            <a:r>
              <a:rPr lang="en-US" altLang="ja-JP" sz="1800" dirty="0" err="1"/>
              <a:t>libftdi.a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libftdi.a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/usr/local/lib/libftdi.la libftdi.la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/local/lib/libftdi.so.1.19.0 </a:t>
            </a:r>
            <a:r>
              <a:rPr lang="en-US" altLang="ja-JP" sz="1800" dirty="0" err="1"/>
              <a:t>libftdi.so.1.19.0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/local/lib/libftdi.so.1.19.0 libftdi.so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sudo</a:t>
            </a:r>
            <a:r>
              <a:rPr lang="en-US" altLang="ja-JP" sz="1800" dirty="0"/>
              <a:t> </a:t>
            </a:r>
            <a:r>
              <a:rPr lang="en-US" altLang="ja-JP" sz="1800" dirty="0" err="1"/>
              <a:t>ln</a:t>
            </a:r>
            <a:r>
              <a:rPr lang="en-US" altLang="ja-JP" sz="1800" dirty="0"/>
              <a:t> -s /</a:t>
            </a:r>
            <a:r>
              <a:rPr lang="en-US" altLang="ja-JP" sz="1800" dirty="0" err="1"/>
              <a:t>usr</a:t>
            </a:r>
            <a:r>
              <a:rPr lang="en-US" altLang="ja-JP" sz="1800" dirty="0"/>
              <a:t>/local/lib/libftdi.so.1.19.0 libftdi.so.1</a:t>
            </a:r>
          </a:p>
        </p:txBody>
      </p:sp>
    </p:spTree>
    <p:extLst>
      <p:ext uri="{BB962C8B-B14F-4D97-AF65-F5344CB8AC3E}">
        <p14:creationId xmlns:p14="http://schemas.microsoft.com/office/powerpoint/2010/main" val="404899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Setup </a:t>
            </a:r>
            <a:r>
              <a:rPr lang="en-US" altLang="ja-JP" dirty="0" err="1"/>
              <a:t>OpenODC</a:t>
            </a:r>
            <a:r>
              <a:rPr lang="en-US" altLang="ja-JP" dirty="0"/>
              <a:t>(On-Chip Debugging)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980728"/>
            <a:ext cx="7772400" cy="5327650"/>
          </a:xfrm>
        </p:spPr>
        <p:txBody>
          <a:bodyPr/>
          <a:lstStyle/>
          <a:p>
            <a:r>
              <a:rPr lang="en-US" altLang="ja-JP" dirty="0" smtClean="0"/>
              <a:t>This Debugger is Software for JTAG Debugger.</a:t>
            </a:r>
          </a:p>
          <a:p>
            <a:pPr lvl="1"/>
            <a:r>
              <a:rPr kumimoji="1" lang="en-US" altLang="ja-JP" dirty="0" smtClean="0"/>
              <a:t>Hardware JTAG Debugger get “RAW Data” only.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384121" y="1988840"/>
            <a:ext cx="6933161" cy="4825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~/</a:t>
            </a:r>
            <a:r>
              <a:rPr lang="en-US" altLang="ja-JP" sz="2000" dirty="0" err="1"/>
              <a:t>panda_work</a:t>
            </a: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wget</a:t>
            </a:r>
            <a:r>
              <a:rPr lang="en-US" altLang="ja-JP" sz="2000" dirty="0"/>
              <a:t> http://downloads.sourceforge.net/project/openocd.berlios/openocd-0.5.0.tar.gz</a:t>
            </a:r>
            <a:endParaRPr lang="en-US" altLang="ja-JP" sz="2000" dirty="0" smtClean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smtClean="0"/>
              <a:t>tar </a:t>
            </a:r>
            <a:r>
              <a:rPr lang="en-US" altLang="ja-JP" sz="2000" dirty="0" err="1" smtClean="0"/>
              <a:t>zxfv</a:t>
            </a:r>
            <a:r>
              <a:rPr lang="en-US" altLang="ja-JP" sz="2000" dirty="0" smtClean="0"/>
              <a:t> openocd-0.5.0.tar.gz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cd ~/</a:t>
            </a:r>
            <a:r>
              <a:rPr lang="en-US" altLang="ja-JP" sz="2000" dirty="0" err="1"/>
              <a:t>panda_work</a:t>
            </a:r>
            <a:r>
              <a:rPr lang="en-US" altLang="ja-JP" sz="2000" dirty="0"/>
              <a:t>/openocd-0.5.0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wget</a:t>
            </a:r>
            <a:r>
              <a:rPr lang="en-US" altLang="ja-JP" sz="2000" dirty="0"/>
              <a:t> http://www.tincantools.com/w/images/5/5d/Tincantools-openocd-b0.12.patch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/>
              <a:t>patch -p1 -</a:t>
            </a:r>
            <a:r>
              <a:rPr lang="en-US" altLang="ja-JP" sz="2000" dirty="0" err="1"/>
              <a:t>i</a:t>
            </a:r>
            <a:r>
              <a:rPr lang="en-US" altLang="ja-JP" sz="2000" dirty="0"/>
              <a:t> Tincantools-openocd-b0.12.patch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20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sudo</a:t>
            </a:r>
            <a:r>
              <a:rPr lang="en-US" altLang="ja-JP" sz="2000" dirty="0"/>
              <a:t> ./configure --disable-</a:t>
            </a:r>
            <a:r>
              <a:rPr lang="en-US" altLang="ja-JP" sz="2000" dirty="0" err="1"/>
              <a:t>werror</a:t>
            </a:r>
            <a:r>
              <a:rPr lang="en-US" altLang="ja-JP" sz="2000" dirty="0"/>
              <a:t> --enable-ft2232_libftdi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sudo</a:t>
            </a:r>
            <a:r>
              <a:rPr lang="en-US" altLang="ja-JP" sz="2000" dirty="0"/>
              <a:t> make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2000" dirty="0" err="1"/>
              <a:t>sudo</a:t>
            </a:r>
            <a:r>
              <a:rPr lang="en-US" altLang="ja-JP" sz="2000" dirty="0"/>
              <a:t> make install</a:t>
            </a:r>
          </a:p>
        </p:txBody>
      </p:sp>
    </p:spTree>
    <p:extLst>
      <p:ext uri="{BB962C8B-B14F-4D97-AF65-F5344CB8AC3E}">
        <p14:creationId xmlns:p14="http://schemas.microsoft.com/office/powerpoint/2010/main" val="194762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Prepare JTAG Tools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JTAG Commands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309634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mkdir</a:t>
            </a:r>
            <a:r>
              <a:rPr lang="en-US" altLang="ja-JP" dirty="0"/>
              <a:t> </a:t>
            </a:r>
            <a:r>
              <a:rPr lang="en-US" altLang="ja-JP" dirty="0" err="1"/>
              <a:t>openocd</a:t>
            </a:r>
            <a:r>
              <a:rPr lang="en-US" altLang="ja-JP" dirty="0"/>
              <a:t>-bin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/openocd-0.5.0/</a:t>
            </a:r>
            <a:r>
              <a:rPr lang="en-US" altLang="ja-JP" dirty="0" err="1" smtClean="0"/>
              <a:t>tcl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-r *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openocd</a:t>
            </a:r>
            <a:r>
              <a:rPr lang="en-US" altLang="ja-JP" dirty="0"/>
              <a:t>-bin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/openocd-0.5.0/</a:t>
            </a:r>
            <a:r>
              <a:rPr lang="en-US" altLang="ja-JP" dirty="0" err="1" smtClean="0"/>
              <a:t>src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</a:t>
            </a:r>
            <a:r>
              <a:rPr lang="en-US" altLang="ja-JP" dirty="0" err="1"/>
              <a:t>openocd</a:t>
            </a:r>
            <a:r>
              <a:rPr lang="en-US" altLang="ja-JP" dirty="0"/>
              <a:t> 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openocd</a:t>
            </a:r>
            <a:r>
              <a:rPr lang="en-US" altLang="ja-JP" dirty="0" smtClean="0"/>
              <a:t>-bin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</a:t>
            </a:r>
            <a:r>
              <a:rPr lang="en-US" altLang="ja-JP" dirty="0" smtClean="0"/>
              <a:t>xport PATH=$PATH:~/</a:t>
            </a:r>
            <a:r>
              <a:rPr lang="en-US" altLang="ja-JP" dirty="0" err="1" smtClean="0"/>
              <a:t>panda_work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openocd</a:t>
            </a:r>
            <a:r>
              <a:rPr lang="en-US" altLang="ja-JP" dirty="0" smtClean="0"/>
              <a:t>-bin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3633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Connect Cables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70" y="1340768"/>
            <a:ext cx="6652522" cy="4989392"/>
          </a:xfrm>
        </p:spPr>
      </p:pic>
    </p:spTree>
    <p:extLst>
      <p:ext uri="{BB962C8B-B14F-4D97-AF65-F5344CB8AC3E}">
        <p14:creationId xmlns:p14="http://schemas.microsoft.com/office/powerpoint/2010/main" val="241204229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Connect JTAG Debugger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This tool uses telnet command.</a:t>
            </a: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20882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~/</a:t>
            </a:r>
            <a:r>
              <a:rPr lang="en-US" altLang="ja-JP" dirty="0" err="1"/>
              <a:t>panda_work</a:t>
            </a:r>
            <a:r>
              <a:rPr lang="en-US" altLang="ja-JP" dirty="0"/>
              <a:t>/</a:t>
            </a:r>
            <a:r>
              <a:rPr lang="en-US" altLang="ja-JP" dirty="0" err="1"/>
              <a:t>openocd</a:t>
            </a:r>
            <a:r>
              <a:rPr lang="en-US" altLang="ja-JP" dirty="0"/>
              <a:t>-bin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./</a:t>
            </a:r>
            <a:r>
              <a:rPr lang="en-US" altLang="ja-JP" dirty="0" err="1"/>
              <a:t>openocd</a:t>
            </a:r>
            <a:r>
              <a:rPr lang="en-US" altLang="ja-JP" dirty="0"/>
              <a:t> -f interface/flyswatter2.cfg -f board/</a:t>
            </a:r>
            <a:r>
              <a:rPr lang="en-US" altLang="ja-JP" dirty="0" err="1"/>
              <a:t>ti_pandaboard.cfg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telnet </a:t>
            </a:r>
            <a:r>
              <a:rPr lang="en-US" altLang="ja-JP" dirty="0" err="1"/>
              <a:t>localhost</a:t>
            </a:r>
            <a:r>
              <a:rPr lang="en-US" altLang="ja-JP" dirty="0"/>
              <a:t> 4444</a:t>
            </a:r>
          </a:p>
        </p:txBody>
      </p:sp>
    </p:spTree>
    <p:extLst>
      <p:ext uri="{BB962C8B-B14F-4D97-AF65-F5344CB8AC3E}">
        <p14:creationId xmlns:p14="http://schemas.microsoft.com/office/powerpoint/2010/main" val="280803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JTAG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eset, halt, resume</a:t>
            </a:r>
          </a:p>
          <a:p>
            <a:pPr lvl="1"/>
            <a:r>
              <a:rPr lang="en-US" dirty="0" smtClean="0"/>
              <a:t>Use for Break Point</a:t>
            </a:r>
          </a:p>
          <a:p>
            <a:pPr lvl="1"/>
            <a:endParaRPr lang="en-US" dirty="0"/>
          </a:p>
          <a:p>
            <a:r>
              <a:rPr lang="en-US" dirty="0" err="1"/>
              <a:t>reg</a:t>
            </a:r>
            <a:endParaRPr lang="en-US" dirty="0"/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endParaRPr lang="en-US" dirty="0" smtClean="0"/>
          </a:p>
          <a:p>
            <a:pPr lvl="2"/>
            <a:r>
              <a:rPr lang="en-US" dirty="0" smtClean="0"/>
              <a:t>Show register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r>
              <a:rPr lang="en-US" dirty="0" smtClean="0"/>
              <a:t> [entry]</a:t>
            </a:r>
          </a:p>
          <a:p>
            <a:pPr lvl="2"/>
            <a:r>
              <a:rPr lang="en-US" dirty="0" smtClean="0"/>
              <a:t>Show entry register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eg</a:t>
            </a:r>
            <a:r>
              <a:rPr lang="en-US" dirty="0" smtClean="0"/>
              <a:t> [entry] [value]</a:t>
            </a:r>
          </a:p>
          <a:p>
            <a:pPr lvl="2"/>
            <a:r>
              <a:rPr lang="en-US" dirty="0" smtClean="0"/>
              <a:t>Set value to entry register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1534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DDD(Data Display Debugger)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GUI Debugger</a:t>
            </a:r>
            <a:endParaRPr lang="en-US" dirty="0"/>
          </a:p>
          <a:p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7920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</a:t>
            </a:r>
            <a:r>
              <a:rPr lang="en-US" altLang="ja-JP" dirty="0" err="1" smtClean="0"/>
              <a:t>udo</a:t>
            </a:r>
            <a:r>
              <a:rPr lang="en-US" altLang="ja-JP" dirty="0" smtClean="0"/>
              <a:t> apt-get install </a:t>
            </a:r>
            <a:r>
              <a:rPr lang="en-US" altLang="ja-JP" dirty="0" err="1" smtClean="0"/>
              <a:t>ddd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0457631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Debugger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Start </a:t>
            </a:r>
            <a:r>
              <a:rPr lang="en-US" dirty="0" err="1" smtClean="0"/>
              <a:t>OpenOCD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Connect Console, And exec “halt”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Start DDD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1844824"/>
            <a:ext cx="6933161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./</a:t>
            </a:r>
            <a:r>
              <a:rPr lang="en-US" altLang="ja-JP" dirty="0" err="1"/>
              <a:t>openocd</a:t>
            </a:r>
            <a:r>
              <a:rPr lang="en-US" altLang="ja-JP" dirty="0"/>
              <a:t> -f interface/flyswatter2.cfg -f board/</a:t>
            </a:r>
            <a:r>
              <a:rPr lang="en-US" altLang="ja-JP" dirty="0" err="1"/>
              <a:t>ti_pandaboard.cfg</a:t>
            </a:r>
            <a:endParaRPr lang="en-US" altLang="ja-JP" dirty="0"/>
          </a:p>
        </p:txBody>
      </p:sp>
      <p:sp>
        <p:nvSpPr>
          <p:cNvPr id="5" name="正方形/長方形 3"/>
          <p:cNvSpPr/>
          <p:nvPr/>
        </p:nvSpPr>
        <p:spPr>
          <a:xfrm>
            <a:off x="1411088" y="3572222"/>
            <a:ext cx="6933161" cy="10081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telnet </a:t>
            </a:r>
            <a:r>
              <a:rPr lang="en-US" altLang="ja-JP" dirty="0" err="1"/>
              <a:t>localhost</a:t>
            </a:r>
            <a:r>
              <a:rPr lang="en-US" altLang="ja-JP" dirty="0"/>
              <a:t> 4444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&gt; halt</a:t>
            </a:r>
          </a:p>
        </p:txBody>
      </p:sp>
      <p:sp>
        <p:nvSpPr>
          <p:cNvPr id="6" name="正方形/長方形 3"/>
          <p:cNvSpPr/>
          <p:nvPr/>
        </p:nvSpPr>
        <p:spPr>
          <a:xfrm>
            <a:off x="1384121" y="5229200"/>
            <a:ext cx="6933161" cy="14414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$ </a:t>
            </a:r>
            <a:r>
              <a:rPr lang="en-US" altLang="ja-JP" dirty="0" err="1"/>
              <a:t>ddd</a:t>
            </a:r>
            <a:r>
              <a:rPr lang="en-US" altLang="ja-JP" dirty="0"/>
              <a:t> --debugger 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  <a:r>
              <a:rPr lang="en-US" altLang="ja-JP" dirty="0" err="1"/>
              <a:t>gdb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GDB Console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(</a:t>
            </a:r>
            <a:r>
              <a:rPr lang="en-US" altLang="ja-JP" dirty="0" err="1"/>
              <a:t>gdb</a:t>
            </a:r>
            <a:r>
              <a:rPr lang="en-US" altLang="ja-JP" dirty="0"/>
              <a:t>) file </a:t>
            </a:r>
            <a:r>
              <a:rPr lang="en-US" altLang="ja-JP" dirty="0" err="1"/>
              <a:t>vmlinux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(</a:t>
            </a:r>
            <a:r>
              <a:rPr lang="en-US" altLang="ja-JP" dirty="0" err="1"/>
              <a:t>gdb</a:t>
            </a:r>
            <a:r>
              <a:rPr lang="en-US" altLang="ja-JP" dirty="0"/>
              <a:t>) target remote localhost:3333</a:t>
            </a:r>
          </a:p>
        </p:txBody>
      </p:sp>
    </p:spTree>
    <p:extLst>
      <p:ext uri="{BB962C8B-B14F-4D97-AF65-F5344CB8AC3E}">
        <p14:creationId xmlns:p14="http://schemas.microsoft.com/office/powerpoint/2010/main" val="36019990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Ex. Break Point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  <a:p>
            <a:pPr lvl="1"/>
            <a:r>
              <a:rPr lang="en-US" dirty="0"/>
              <a:t>"resume" command on </a:t>
            </a:r>
            <a:r>
              <a:rPr lang="en-US" dirty="0" smtClean="0"/>
              <a:t>telnet</a:t>
            </a:r>
            <a:endParaRPr lang="en-US" dirty="0"/>
          </a:p>
          <a:p>
            <a:r>
              <a:rPr lang="en-US" dirty="0"/>
              <a:t>Do exec</a:t>
            </a:r>
          </a:p>
          <a:p>
            <a:pPr lvl="1"/>
            <a:r>
              <a:rPr lang="en-US" dirty="0"/>
              <a:t>"c" command on DDD GDB Console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028879"/>
            <a:ext cx="4134662" cy="382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293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smtClean="0"/>
              <a:t>Appendix: How to Build Others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7188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 smtClean="0"/>
              <a:t>AllWinner</a:t>
            </a:r>
            <a:r>
              <a:rPr lang="en-US" altLang="ja-JP" sz="3600" dirty="0" smtClean="0"/>
              <a:t> </a:t>
            </a:r>
            <a:r>
              <a:rPr lang="en-US" altLang="ja-JP" sz="3600" dirty="0"/>
              <a:t>- A31 (Cortex-A7 Quad)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3200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AllWinner</a:t>
            </a:r>
            <a:r>
              <a:rPr lang="en-US" altLang="ja-JP" dirty="0"/>
              <a:t> - A31 (Cortex-A7 Quad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522940" cy="5327650"/>
          </a:xfrm>
        </p:spPr>
        <p:txBody>
          <a:bodyPr/>
          <a:lstStyle/>
          <a:p>
            <a:r>
              <a:rPr kumimoji="1" lang="en-US" altLang="ja-JP" dirty="0" smtClean="0"/>
              <a:t>Target</a:t>
            </a:r>
          </a:p>
          <a:p>
            <a:pPr lvl="1"/>
            <a:r>
              <a:rPr lang="en-US" altLang="ja-JP" dirty="0" smtClean="0"/>
              <a:t>Tablet</a:t>
            </a:r>
            <a:endParaRPr kumimoji="1" lang="en-US" altLang="ja-JP" dirty="0" smtClean="0"/>
          </a:p>
          <a:p>
            <a:pPr lvl="2"/>
            <a:r>
              <a:rPr lang="en-US" altLang="ja-JP" dirty="0" err="1" smtClean="0"/>
              <a:t>Onda</a:t>
            </a:r>
            <a:r>
              <a:rPr lang="en-US" altLang="ja-JP" dirty="0" smtClean="0"/>
              <a:t> </a:t>
            </a:r>
            <a:r>
              <a:rPr lang="en-US" altLang="ja-JP" dirty="0"/>
              <a:t>V973 (v2)</a:t>
            </a:r>
          </a:p>
          <a:p>
            <a:pPr lvl="3"/>
            <a:r>
              <a:rPr lang="en-US" altLang="ja-JP" dirty="0">
                <a:hlinkClick r:id="rId2"/>
              </a:rPr>
              <a:t>http://</a:t>
            </a:r>
            <a:r>
              <a:rPr lang="en-US" altLang="ja-JP" dirty="0" smtClean="0">
                <a:hlinkClick r:id="rId2"/>
              </a:rPr>
              <a:t>www.onda.cn/Tablet/ProductInfo.aspx?ProductId=250</a:t>
            </a:r>
            <a:endParaRPr lang="en-US" altLang="ja-JP" dirty="0"/>
          </a:p>
          <a:p>
            <a:r>
              <a:rPr lang="en-US" altLang="ja-JP" dirty="0" smtClean="0"/>
              <a:t>OS</a:t>
            </a:r>
          </a:p>
          <a:p>
            <a:pPr lvl="1"/>
            <a:r>
              <a:rPr lang="en-US" altLang="ja-JP" dirty="0" smtClean="0"/>
              <a:t>Android</a:t>
            </a:r>
            <a:endParaRPr lang="en-US" altLang="ja-JP" dirty="0"/>
          </a:p>
          <a:p>
            <a:pPr lvl="2"/>
            <a:r>
              <a:rPr kumimoji="1" lang="en-US" altLang="ja-JP" dirty="0" err="1" smtClean="0"/>
              <a:t>UnOfficial</a:t>
            </a:r>
            <a:r>
              <a:rPr kumimoji="1" lang="en-US" altLang="ja-JP" dirty="0" smtClean="0"/>
              <a:t> </a:t>
            </a:r>
            <a:r>
              <a:rPr kumimoji="1" lang="en-US" altLang="ja-JP" dirty="0" err="1" smtClean="0"/>
              <a:t>Cyanogen</a:t>
            </a:r>
            <a:r>
              <a:rPr lang="en-US" altLang="ja-JP" dirty="0" err="1" smtClean="0"/>
              <a:t>Mod</a:t>
            </a:r>
            <a:endParaRPr kumimoji="1" lang="en-US" altLang="ja-JP" dirty="0"/>
          </a:p>
          <a:p>
            <a:pPr lvl="3"/>
            <a:r>
              <a:rPr lang="en-US" altLang="ja-JP" dirty="0">
                <a:hlinkClick r:id="rId3"/>
              </a:rPr>
              <a:t>http://www.slatedroid.com/topic/77481-rom-aokp-42-for-allwinner-a31-devices-sdk-32-2013-07-27-update/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59" y="998952"/>
            <a:ext cx="3563106" cy="274633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159" y="4207960"/>
            <a:ext cx="3478320" cy="223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1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AllWinner</a:t>
            </a:r>
            <a:r>
              <a:rPr lang="en-US" altLang="ja-JP" dirty="0"/>
              <a:t> - A31 (Cortex-A7 Quad</a:t>
            </a:r>
            <a:r>
              <a:rPr lang="en-US" altLang="ja-JP" dirty="0" smtClean="0"/>
              <a:t>)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27" y="1202499"/>
            <a:ext cx="9152815" cy="4935254"/>
          </a:xfrm>
        </p:spPr>
      </p:pic>
    </p:spTree>
    <p:extLst>
      <p:ext uri="{BB962C8B-B14F-4D97-AF65-F5344CB8AC3E}">
        <p14:creationId xmlns:p14="http://schemas.microsoft.com/office/powerpoint/2010/main" val="3772764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3567" y="1125538"/>
            <a:ext cx="8505173" cy="5327650"/>
          </a:xfrm>
        </p:spPr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/>
              <a:t>RockChip</a:t>
            </a:r>
            <a:r>
              <a:rPr lang="en-US" altLang="ja-JP" sz="3600" dirty="0"/>
              <a:t> - RK3188 (Cortex-A9 Quad)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3297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RockChip</a:t>
            </a:r>
            <a:r>
              <a:rPr lang="en-US" altLang="ja-JP" dirty="0"/>
              <a:t> - RK3188 (Cortex-A9 Quad)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Mini </a:t>
            </a:r>
            <a:r>
              <a:rPr lang="fr-FR" altLang="ja-JP" dirty="0"/>
              <a:t>PC</a:t>
            </a:r>
          </a:p>
          <a:p>
            <a:pPr lvl="2"/>
            <a:r>
              <a:rPr lang="fr-FR" altLang="ja-JP" dirty="0" smtClean="0"/>
              <a:t>MK802IV</a:t>
            </a:r>
            <a:endParaRPr lang="fr-FR" altLang="ja-JP" dirty="0"/>
          </a:p>
          <a:p>
            <a:pPr lvl="3"/>
            <a:r>
              <a:rPr lang="fr-FR" altLang="ja-JP" dirty="0">
                <a:hlinkClick r:id="rId3"/>
              </a:rPr>
              <a:t>http://</a:t>
            </a:r>
            <a:r>
              <a:rPr lang="fr-FR" altLang="ja-JP" dirty="0" smtClean="0">
                <a:hlinkClick r:id="rId3"/>
              </a:rPr>
              <a:t>www.cloudsto.com/android-mini-pc-s/rikomagic-quad-core-mk802iv-8gb-flash-bluetooth-dhl-express-shipping-detail.html</a:t>
            </a:r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Official Kernel </a:t>
            </a:r>
          </a:p>
          <a:p>
            <a:pPr lvl="2"/>
            <a:r>
              <a:rPr lang="fr-FR" altLang="ja-JP" dirty="0" smtClean="0"/>
              <a:t>(But No Android&amp;Ubuntu)</a:t>
            </a:r>
            <a:endParaRPr kumimoji="1" lang="fr-FR" altLang="ja-JP" dirty="0" smtClean="0"/>
          </a:p>
          <a:p>
            <a:pPr lvl="2"/>
            <a:r>
              <a:rPr lang="en-US" altLang="ja-JP" dirty="0">
                <a:hlinkClick r:id="rId4"/>
              </a:rPr>
              <a:t>http://www.rikomagic.co.uk/forum/viewtopic.php?f=6&amp;t=4696</a:t>
            </a:r>
            <a:endParaRPr kumimoji="1" lang="fr-FR" altLang="ja-JP" dirty="0" smtClean="0"/>
          </a:p>
          <a:p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56" y="991082"/>
            <a:ext cx="4072362" cy="2628940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56" y="4129472"/>
            <a:ext cx="4160044" cy="251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25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RockChip</a:t>
            </a:r>
            <a:r>
              <a:rPr lang="en-US" altLang="ja-JP" dirty="0"/>
              <a:t> - RK3188 (Cortex-A9 Quad)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Put Serial Connector on board.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Customize kernel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Make boot-image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Write new boot-image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03842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Put Serial Connector on board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This connect is TTL level Serial.</a:t>
            </a:r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0" t="27601" r="1" b="14726"/>
          <a:stretch/>
        </p:blipFill>
        <p:spPr>
          <a:xfrm>
            <a:off x="137786" y="1853228"/>
            <a:ext cx="7928974" cy="4096011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300" y="4421687"/>
            <a:ext cx="3064700" cy="22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2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Customize </a:t>
            </a:r>
            <a:r>
              <a:rPr lang="en-US" altLang="ja-JP" dirty="0" smtClean="0"/>
              <a:t>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305800" cy="5327650"/>
          </a:xfrm>
        </p:spPr>
        <p:txBody>
          <a:bodyPr/>
          <a:lstStyle/>
          <a:p>
            <a:r>
              <a:rPr lang="en-US" altLang="ja-JP" dirty="0" smtClean="0"/>
              <a:t>Almost Official Kernel doesn’t work…</a:t>
            </a:r>
          </a:p>
          <a:p>
            <a:pPr lvl="1"/>
            <a:r>
              <a:rPr lang="en-US" altLang="ja-JP" dirty="0" err="1"/>
              <a:t>n</a:t>
            </a:r>
            <a:r>
              <a:rPr lang="en-US" altLang="ja-JP" dirty="0" err="1" smtClean="0"/>
              <a:t>aobsd</a:t>
            </a:r>
            <a:r>
              <a:rPr lang="en-US" altLang="ja-JP" dirty="0" smtClean="0"/>
              <a:t> released customized kernel.</a:t>
            </a:r>
          </a:p>
          <a:p>
            <a:pPr lvl="2"/>
            <a:r>
              <a:rPr lang="en-US" altLang="ja-JP" dirty="0">
                <a:hlinkClick r:id="rId3"/>
              </a:rPr>
              <a:t>https://</a:t>
            </a:r>
            <a:r>
              <a:rPr lang="en-US" altLang="ja-JP" dirty="0" smtClean="0">
                <a:hlinkClick r:id="rId3"/>
              </a:rPr>
              <a:t>github.com/linux-rockchip/rockchip-3.0/tree/reference/mk802iv-ap6210</a:t>
            </a:r>
            <a:endParaRPr lang="en-US" altLang="ja-JP" dirty="0" smtClean="0"/>
          </a:p>
          <a:p>
            <a:r>
              <a:rPr lang="en-US" altLang="ja-JP" dirty="0" smtClean="0"/>
              <a:t>Build this kernel</a:t>
            </a:r>
          </a:p>
          <a:p>
            <a:pPr lvl="2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77237" y="3331923"/>
            <a:ext cx="7966553" cy="341960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https://github.com/linux-rockchip/rockchip-3.0.git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rockchip-3.0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</a:t>
            </a:r>
            <a:r>
              <a:rPr lang="en-US" altLang="ja-JP" dirty="0" err="1"/>
              <a:t>wip</a:t>
            </a:r>
            <a:r>
              <a:rPr lang="en-US" altLang="ja-JP" dirty="0"/>
              <a:t>/rockchip-3.0-mk802iv-ap6210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rk3188_mk802iv_ap6210_defconfig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CROSS_COMPILE=../</a:t>
            </a:r>
            <a:r>
              <a:rPr lang="en-US" altLang="ja-JP" dirty="0" err="1"/>
              <a:t>prebuilts</a:t>
            </a:r>
            <a:r>
              <a:rPr lang="en-US" altLang="ja-JP" dirty="0"/>
              <a:t>/</a:t>
            </a:r>
            <a:r>
              <a:rPr lang="en-US" altLang="ja-JP" dirty="0" err="1"/>
              <a:t>gcc</a:t>
            </a:r>
            <a:r>
              <a:rPr lang="en-US" altLang="ja-JP" dirty="0"/>
              <a:t>/linux-x86/arm/arm-eabi-4.6/bin/arm-</a:t>
            </a:r>
            <a:r>
              <a:rPr lang="en-US" altLang="ja-JP" dirty="0" err="1"/>
              <a:t>eabi</a:t>
            </a:r>
            <a:r>
              <a:rPr lang="en-US" altLang="ja-JP" dirty="0"/>
              <a:t>- </a:t>
            </a:r>
            <a:r>
              <a:rPr lang="en-US" altLang="ja-JP" dirty="0" err="1"/>
              <a:t>kernel.img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CROSS_COMPILE=../</a:t>
            </a:r>
            <a:r>
              <a:rPr lang="en-US" altLang="ja-JP" dirty="0" err="1"/>
              <a:t>prebuilts</a:t>
            </a:r>
            <a:r>
              <a:rPr lang="en-US" altLang="ja-JP" dirty="0"/>
              <a:t>/</a:t>
            </a:r>
            <a:r>
              <a:rPr lang="en-US" altLang="ja-JP" dirty="0" err="1"/>
              <a:t>gcc</a:t>
            </a:r>
            <a:r>
              <a:rPr lang="en-US" altLang="ja-JP" dirty="0"/>
              <a:t>/linux-x86/arm/arm-eabi-4.6/bin/arm-</a:t>
            </a:r>
            <a:r>
              <a:rPr lang="en-US" altLang="ja-JP" dirty="0" err="1"/>
              <a:t>eabi</a:t>
            </a:r>
            <a:r>
              <a:rPr lang="en-US" altLang="ja-JP" dirty="0"/>
              <a:t>- </a:t>
            </a:r>
            <a:r>
              <a:rPr lang="en-US" altLang="ja-JP" dirty="0" err="1"/>
              <a:t>zImage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1405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Make </a:t>
            </a:r>
            <a:r>
              <a:rPr lang="en-US" altLang="ja-JP" dirty="0" smtClean="0"/>
              <a:t>boot-image 1/4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305800" cy="5327650"/>
          </a:xfrm>
        </p:spPr>
        <p:txBody>
          <a:bodyPr/>
          <a:lstStyle/>
          <a:p>
            <a:r>
              <a:rPr kumimoji="1" lang="en-US" altLang="ja-JP" dirty="0" smtClean="0"/>
              <a:t>Get Original Firmware</a:t>
            </a:r>
          </a:p>
          <a:p>
            <a:pPr lvl="1"/>
            <a:r>
              <a:rPr lang="en-US" altLang="ja-JP" dirty="0">
                <a:hlinkClick r:id="rId3"/>
              </a:rPr>
              <a:t>http://</a:t>
            </a:r>
            <a:r>
              <a:rPr lang="en-US" altLang="ja-JP" dirty="0" smtClean="0">
                <a:hlinkClick r:id="rId3"/>
              </a:rPr>
              <a:t>www.rikomagic.co.uk/support.html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This firmware has firmware image file &amp; writing tool.</a:t>
            </a:r>
          </a:p>
          <a:p>
            <a:endParaRPr kumimoji="1" lang="en-US" altLang="ja-JP" dirty="0"/>
          </a:p>
          <a:p>
            <a:r>
              <a:rPr lang="en-US" altLang="ja-JP" dirty="0" smtClean="0"/>
              <a:t>Unpack Firmware</a:t>
            </a:r>
          </a:p>
          <a:p>
            <a:pPr lvl="1"/>
            <a:r>
              <a:rPr lang="en-US" altLang="ja-JP" dirty="0">
                <a:hlinkClick r:id="rId4"/>
              </a:rPr>
              <a:t>https://</a:t>
            </a:r>
            <a:r>
              <a:rPr lang="en-US" altLang="ja-JP" dirty="0" smtClean="0">
                <a:hlinkClick r:id="rId4"/>
              </a:rPr>
              <a:t>github.com/naobsd/rkutils</a:t>
            </a:r>
            <a:endParaRPr lang="en-US" altLang="ja-JP" dirty="0" smtClean="0"/>
          </a:p>
          <a:p>
            <a:pPr lvl="1"/>
            <a:endParaRPr lang="en-US" altLang="ja-JP" dirty="0" smtClean="0"/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90598" y="4108536"/>
            <a:ext cx="7478036" cy="21544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</a:t>
            </a:r>
            <a:r>
              <a:rPr lang="en-US" altLang="ja-JP" dirty="0">
                <a:hlinkClick r:id="rId5"/>
              </a:rPr>
              <a:t>https://</a:t>
            </a:r>
            <a:r>
              <a:rPr lang="en-US" altLang="ja-JP" dirty="0" smtClean="0">
                <a:hlinkClick r:id="rId5"/>
              </a:rPr>
              <a:t>raw.github.com/naobsd/rkutils/master/rkunpack.c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gcc</a:t>
            </a:r>
            <a:r>
              <a:rPr lang="en-US" altLang="ja-JP" dirty="0"/>
              <a:t> -o </a:t>
            </a:r>
            <a:r>
              <a:rPr lang="en-US" altLang="ja-JP" dirty="0" err="1"/>
              <a:t>rkunpack</a:t>
            </a:r>
            <a:r>
              <a:rPr lang="en-US" altLang="ja-JP" dirty="0"/>
              <a:t> </a:t>
            </a:r>
            <a:r>
              <a:rPr lang="en-US" altLang="ja-JP" dirty="0" err="1"/>
              <a:t>rkunpack.c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</a:t>
            </a:r>
            <a:r>
              <a:rPr lang="en-US" altLang="ja-JP" dirty="0" err="1"/>
              <a:t>rkunpack</a:t>
            </a:r>
            <a:r>
              <a:rPr lang="en-US" altLang="ja-JP" dirty="0"/>
              <a:t> IV_AP6210_20130905_1080P.img</a:t>
            </a:r>
          </a:p>
        </p:txBody>
      </p:sp>
    </p:spTree>
    <p:extLst>
      <p:ext uri="{BB962C8B-B14F-4D97-AF65-F5344CB8AC3E}">
        <p14:creationId xmlns:p14="http://schemas.microsoft.com/office/powerpoint/2010/main" val="322469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Make </a:t>
            </a:r>
            <a:r>
              <a:rPr lang="en-US" altLang="ja-JP" dirty="0" smtClean="0"/>
              <a:t>boot-image 2/4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Unpack </a:t>
            </a:r>
            <a:r>
              <a:rPr lang="en-US" altLang="ja-JP" dirty="0" smtClean="0"/>
              <a:t>boot-image</a:t>
            </a:r>
          </a:p>
          <a:p>
            <a:pPr lvl="1"/>
            <a:r>
              <a:rPr lang="en-US" altLang="ja-JP" dirty="0">
                <a:hlinkClick r:id="rId3"/>
              </a:rPr>
              <a:t>https://</a:t>
            </a:r>
            <a:r>
              <a:rPr lang="en-US" altLang="ja-JP" dirty="0" smtClean="0">
                <a:hlinkClick r:id="rId3"/>
              </a:rPr>
              <a:t>github.com/naobsd/cm_system_core/tree/ics/mkbootimg</a:t>
            </a:r>
            <a:endParaRPr lang="en-US" altLang="ja-JP" dirty="0" smtClean="0"/>
          </a:p>
          <a:p>
            <a:pPr lvl="2"/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40284" y="2492679"/>
            <a:ext cx="7478036" cy="38454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</a:t>
            </a:r>
            <a:r>
              <a:rPr lang="en-US" altLang="ja-JP" dirty="0">
                <a:hlinkClick r:id="rId4"/>
              </a:rPr>
              <a:t>https://raw.github.com/naobsd/cm_system_core/ics/mkbootimg/unpackbootimg.c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</a:t>
            </a:r>
            <a:r>
              <a:rPr lang="en-US" altLang="ja-JP" dirty="0">
                <a:hlinkClick r:id="rId5"/>
              </a:rPr>
              <a:t>https://raw.github.com/naobsd/cm_system_core/ics/mkbootimg/bootimg.h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gcc</a:t>
            </a:r>
            <a:r>
              <a:rPr lang="en-US" altLang="ja-JP" dirty="0"/>
              <a:t> -o </a:t>
            </a:r>
            <a:r>
              <a:rPr lang="en-US" altLang="ja-JP" dirty="0" err="1"/>
              <a:t>unpackbootimg</a:t>
            </a:r>
            <a:r>
              <a:rPr lang="en-US" altLang="ja-JP" dirty="0"/>
              <a:t> </a:t>
            </a:r>
            <a:r>
              <a:rPr lang="en-US" altLang="ja-JP" dirty="0" err="1"/>
              <a:t>unpackbootimg.c</a:t>
            </a:r>
            <a:r>
              <a:rPr lang="en-US" altLang="ja-JP" dirty="0"/>
              <a:t> –</a:t>
            </a:r>
            <a:r>
              <a:rPr lang="en-US" altLang="ja-JP" dirty="0" err="1"/>
              <a:t>lcrypto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</a:t>
            </a:r>
            <a:r>
              <a:rPr lang="en-US" altLang="ja-JP" dirty="0" err="1"/>
              <a:t>unpackbootimg</a:t>
            </a:r>
            <a:r>
              <a:rPr lang="en-US" altLang="ja-JP" dirty="0"/>
              <a:t> -</a:t>
            </a:r>
            <a:r>
              <a:rPr lang="en-US" altLang="ja-JP" dirty="0" err="1"/>
              <a:t>i</a:t>
            </a:r>
            <a:r>
              <a:rPr lang="en-US" altLang="ja-JP" dirty="0"/>
              <a:t> </a:t>
            </a:r>
            <a:r>
              <a:rPr lang="en-US" altLang="ja-JP" dirty="0" err="1"/>
              <a:t>boot.img</a:t>
            </a:r>
            <a:endParaRPr lang="en-US" altLang="ja-JP" dirty="0"/>
          </a:p>
          <a:p>
            <a:pPr lvl="2"/>
            <a:r>
              <a:rPr lang="en-US" altLang="ja-JP" dirty="0" smtClean="0"/>
              <a:t>※</a:t>
            </a:r>
            <a:r>
              <a:rPr lang="en-US" altLang="ja-JP" dirty="0" err="1" smtClean="0"/>
              <a:t>boot.img</a:t>
            </a:r>
            <a:r>
              <a:rPr lang="en-US" altLang="ja-JP" dirty="0" smtClean="0"/>
              <a:t>-base</a:t>
            </a:r>
            <a:r>
              <a:rPr lang="en-US" altLang="ja-JP" dirty="0"/>
              <a:t>, </a:t>
            </a:r>
            <a:r>
              <a:rPr lang="en-US" altLang="ja-JP" dirty="0" err="1"/>
              <a:t>boot.img-cmdline</a:t>
            </a:r>
            <a:r>
              <a:rPr lang="en-US" altLang="ja-JP" dirty="0"/>
              <a:t>, </a:t>
            </a:r>
            <a:r>
              <a:rPr lang="en-US" altLang="ja-JP" dirty="0" err="1"/>
              <a:t>boot.img-pagesize</a:t>
            </a:r>
            <a:r>
              <a:rPr lang="en-US" altLang="ja-JP" dirty="0"/>
              <a:t>, boot.img-ramdisk.gz, </a:t>
            </a:r>
            <a:r>
              <a:rPr lang="en-US" altLang="ja-JP" dirty="0" err="1"/>
              <a:t>boot.img-zImage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22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Make boot-image </a:t>
            </a:r>
            <a:r>
              <a:rPr lang="en-US" altLang="ja-JP" dirty="0" smtClean="0"/>
              <a:t>3/4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Unpack </a:t>
            </a:r>
            <a:r>
              <a:rPr kumimoji="1" lang="en-US" altLang="ja-JP" dirty="0" err="1" smtClean="0"/>
              <a:t>ramdisk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boot.img-ramdisk.gz</a:t>
            </a:r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endParaRPr lang="en-US" altLang="ja-JP" dirty="0"/>
          </a:p>
          <a:p>
            <a:pPr lvl="1"/>
            <a:endParaRPr lang="en-US" altLang="ja-JP" dirty="0" smtClean="0"/>
          </a:p>
          <a:p>
            <a:pPr lvl="1"/>
            <a:r>
              <a:rPr kumimoji="1" lang="en-US" altLang="ja-JP" dirty="0" smtClean="0"/>
              <a:t>If your new kernel has new functions, please modify </a:t>
            </a:r>
            <a:r>
              <a:rPr kumimoji="1" lang="en-US" altLang="ja-JP" dirty="0" err="1" smtClean="0"/>
              <a:t>ramdisk</a:t>
            </a:r>
            <a:r>
              <a:rPr kumimoji="1" lang="en-US" altLang="ja-JP" dirty="0" smtClean="0"/>
              <a:t> files.</a:t>
            </a:r>
          </a:p>
          <a:p>
            <a:pPr lvl="2"/>
            <a:r>
              <a:rPr lang="en-US" altLang="ja-JP" dirty="0" smtClean="0"/>
              <a:t>Ex. .</a:t>
            </a:r>
            <a:r>
              <a:rPr lang="en-US" altLang="ja-JP" dirty="0" err="1" smtClean="0"/>
              <a:t>ko</a:t>
            </a:r>
            <a:r>
              <a:rPr lang="en-US" altLang="ja-JP" dirty="0" smtClean="0"/>
              <a:t> file, new </a:t>
            </a:r>
            <a:r>
              <a:rPr lang="en-US" altLang="ja-JP" dirty="0" err="1" smtClean="0"/>
              <a:t>init</a:t>
            </a:r>
            <a:r>
              <a:rPr lang="en-US" altLang="ja-JP" dirty="0" smtClean="0"/>
              <a:t> file, etc.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27757" y="2229633"/>
            <a:ext cx="7478036" cy="155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mkdir</a:t>
            </a:r>
            <a:r>
              <a:rPr lang="en-US" altLang="ja-JP" dirty="0"/>
              <a:t> </a:t>
            </a:r>
            <a:r>
              <a:rPr lang="en-US" altLang="ja-JP" dirty="0" err="1"/>
              <a:t>ramdisk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ramdisk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gunzip</a:t>
            </a:r>
            <a:r>
              <a:rPr lang="en-US" altLang="ja-JP" dirty="0"/>
              <a:t> -c ../boot.img-ramdisk.gz | </a:t>
            </a:r>
            <a:r>
              <a:rPr lang="en-US" altLang="ja-JP" dirty="0" err="1"/>
              <a:t>cpio</a:t>
            </a:r>
            <a:r>
              <a:rPr lang="en-US" altLang="ja-JP" dirty="0"/>
              <a:t> –I</a:t>
            </a:r>
          </a:p>
        </p:txBody>
      </p:sp>
    </p:spTree>
    <p:extLst>
      <p:ext uri="{BB962C8B-B14F-4D97-AF65-F5344CB8AC3E}">
        <p14:creationId xmlns:p14="http://schemas.microsoft.com/office/powerpoint/2010/main" val="23749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Make boot-image </a:t>
            </a:r>
            <a:r>
              <a:rPr lang="en-US" altLang="ja-JP" dirty="0" smtClean="0"/>
              <a:t>4/4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Re-pack </a:t>
            </a:r>
            <a:r>
              <a:rPr kumimoji="1" lang="en-US" altLang="ja-JP" dirty="0" err="1" smtClean="0"/>
              <a:t>ramdisk</a:t>
            </a:r>
            <a:r>
              <a:rPr kumimoji="1" lang="en-US" altLang="ja-JP" dirty="0" smtClean="0"/>
              <a:t> &amp; boot-image</a:t>
            </a:r>
          </a:p>
          <a:p>
            <a:pPr lvl="1"/>
            <a:r>
              <a:rPr lang="en-US" altLang="ja-JP" dirty="0">
                <a:hlinkClick r:id="rId3"/>
              </a:rPr>
              <a:t>https://</a:t>
            </a:r>
            <a:r>
              <a:rPr lang="en-US" altLang="ja-JP" dirty="0" smtClean="0">
                <a:hlinkClick r:id="rId3"/>
              </a:rPr>
              <a:t>github.com/naobsd/cm_system_core/tree/ics/mkbootimg</a:t>
            </a:r>
            <a:endParaRPr lang="en-US" altLang="ja-JP" dirty="0" smtClean="0"/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215023" y="2555310"/>
            <a:ext cx="7478036" cy="40208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find . | </a:t>
            </a:r>
            <a:r>
              <a:rPr lang="en-US" altLang="ja-JP" dirty="0" err="1"/>
              <a:t>cpio</a:t>
            </a:r>
            <a:r>
              <a:rPr lang="en-US" altLang="ja-JP" dirty="0"/>
              <a:t> -o -H </a:t>
            </a:r>
            <a:r>
              <a:rPr lang="en-US" altLang="ja-JP" dirty="0" err="1"/>
              <a:t>newc</a:t>
            </a:r>
            <a:r>
              <a:rPr lang="en-US" altLang="ja-JP" dirty="0"/>
              <a:t> | </a:t>
            </a:r>
            <a:r>
              <a:rPr lang="en-US" altLang="ja-JP" dirty="0" err="1" smtClean="0"/>
              <a:t>gzip</a:t>
            </a:r>
            <a:r>
              <a:rPr lang="en-US" altLang="ja-JP" dirty="0" smtClean="0"/>
              <a:t> ../</a:t>
            </a:r>
            <a:r>
              <a:rPr lang="en-US" altLang="ja-JP" dirty="0"/>
              <a:t>newramdisk.cpio.gz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../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</a:t>
            </a:r>
            <a:r>
              <a:rPr lang="en-US" altLang="ja-JP" dirty="0">
                <a:hlinkClick r:id="rId4"/>
              </a:rPr>
              <a:t>https://raw.github.com/naobsd/cm_system_core/ics/mkbootimg/mkbootimg.c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gcc</a:t>
            </a:r>
            <a:r>
              <a:rPr lang="en-US" altLang="ja-JP" dirty="0"/>
              <a:t> -o </a:t>
            </a:r>
            <a:r>
              <a:rPr lang="en-US" altLang="ja-JP" dirty="0" err="1"/>
              <a:t>mkbootimg</a:t>
            </a:r>
            <a:r>
              <a:rPr lang="en-US" altLang="ja-JP" dirty="0"/>
              <a:t> </a:t>
            </a:r>
            <a:r>
              <a:rPr lang="en-US" altLang="ja-JP" dirty="0" err="1"/>
              <a:t>mkbootimg.c</a:t>
            </a:r>
            <a:r>
              <a:rPr lang="en-US" altLang="ja-JP" dirty="0"/>
              <a:t> –</a:t>
            </a:r>
            <a:r>
              <a:rPr lang="en-US" altLang="ja-JP" dirty="0" err="1"/>
              <a:t>lcrypto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./</a:t>
            </a:r>
            <a:r>
              <a:rPr lang="en-US" altLang="ja-JP" dirty="0" err="1"/>
              <a:t>mkbootimg</a:t>
            </a:r>
            <a:r>
              <a:rPr lang="en-US" altLang="ja-JP" dirty="0"/>
              <a:t> --kernel </a:t>
            </a:r>
            <a:r>
              <a:rPr lang="en-US" altLang="ja-JP" dirty="0" err="1"/>
              <a:t>zImage</a:t>
            </a:r>
            <a:r>
              <a:rPr lang="en-US" altLang="ja-JP" dirty="0"/>
              <a:t> --</a:t>
            </a:r>
            <a:r>
              <a:rPr lang="en-US" altLang="ja-JP" dirty="0" err="1"/>
              <a:t>ramdisk</a:t>
            </a:r>
            <a:r>
              <a:rPr lang="en-US" altLang="ja-JP" dirty="0"/>
              <a:t> newramdisk.cpio.gz -o </a:t>
            </a:r>
            <a:r>
              <a:rPr lang="en-US" altLang="ja-JP" dirty="0" err="1"/>
              <a:t>mynewboot.img</a:t>
            </a:r>
            <a:endParaRPr lang="en-US" altLang="ja-JP" dirty="0"/>
          </a:p>
          <a:p>
            <a:pPr lvl="2"/>
            <a:r>
              <a:rPr lang="en-US" altLang="ja-JP" dirty="0" smtClean="0"/>
              <a:t>※</a:t>
            </a:r>
            <a:r>
              <a:rPr lang="en-US" altLang="ja-JP" dirty="0" err="1" smtClean="0"/>
              <a:t>zImage</a:t>
            </a:r>
            <a:r>
              <a:rPr lang="en-US" altLang="ja-JP" dirty="0" smtClean="0"/>
              <a:t> </a:t>
            </a:r>
            <a:r>
              <a:rPr lang="en-US" altLang="ja-JP" dirty="0"/>
              <a:t>is your new kernel</a:t>
            </a:r>
          </a:p>
        </p:txBody>
      </p:sp>
    </p:spTree>
    <p:extLst>
      <p:ext uri="{BB962C8B-B14F-4D97-AF65-F5344CB8AC3E}">
        <p14:creationId xmlns:p14="http://schemas.microsoft.com/office/powerpoint/2010/main" val="66305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Write new boot-image 1/4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driver for Windows</a:t>
            </a:r>
          </a:p>
          <a:p>
            <a:pPr lvl="1"/>
            <a:r>
              <a:rPr lang="en-US" altLang="ja-JP" dirty="0"/>
              <a:t>Execute “DriverInstall.exe”</a:t>
            </a:r>
            <a:endParaRPr lang="en-US" altLang="ja-JP" dirty="0" smtClean="0"/>
          </a:p>
          <a:p>
            <a:r>
              <a:rPr lang="en-US" altLang="ja-JP" dirty="0" smtClean="0"/>
              <a:t>Update firmware to new firmware</a:t>
            </a:r>
            <a:endParaRPr kumimoji="1" lang="en-US" altLang="ja-JP" dirty="0" smtClean="0"/>
          </a:p>
          <a:p>
            <a:pPr lvl="1"/>
            <a:r>
              <a:rPr lang="en-US" altLang="ja-JP" dirty="0"/>
              <a:t>Execute “RKBatchTool.exe”</a:t>
            </a:r>
            <a:endParaRPr lang="en-US" altLang="ja-JP" dirty="0" smtClean="0"/>
          </a:p>
          <a:p>
            <a:pPr lvl="2"/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158" y="3129770"/>
            <a:ext cx="4747365" cy="372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3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Write new boot-image 2/4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Use </a:t>
            </a:r>
            <a:r>
              <a:rPr lang="en-US" altLang="ja-JP" dirty="0" err="1" smtClean="0"/>
              <a:t>RockChip</a:t>
            </a:r>
            <a:r>
              <a:rPr lang="en-US" altLang="ja-JP" dirty="0" smtClean="0"/>
              <a:t> writing tool</a:t>
            </a:r>
          </a:p>
          <a:p>
            <a:pPr lvl="1"/>
            <a:r>
              <a:rPr lang="en-US" altLang="ja-JP" dirty="0" smtClean="0"/>
              <a:t>Download writing tool</a:t>
            </a:r>
          </a:p>
          <a:p>
            <a:pPr lvl="2"/>
            <a:r>
              <a:rPr lang="en-US" altLang="ja-JP" dirty="0">
                <a:hlinkClick r:id="rId3"/>
              </a:rPr>
              <a:t>http://</a:t>
            </a:r>
            <a:r>
              <a:rPr lang="en-US" altLang="ja-JP" dirty="0" smtClean="0">
                <a:hlinkClick r:id="rId3"/>
              </a:rPr>
              <a:t>www.filecrop.com/RKAndroidTool-1.37.html</a:t>
            </a:r>
            <a:endParaRPr lang="en-US" altLang="ja-JP" dirty="0" smtClean="0"/>
          </a:p>
          <a:p>
            <a:pPr lvl="1"/>
            <a:r>
              <a:rPr lang="en-US" altLang="ja-JP" dirty="0"/>
              <a:t>Execute “RKAndroidTool.exe</a:t>
            </a:r>
            <a:r>
              <a:rPr lang="en-US" altLang="ja-JP" dirty="0" smtClean="0"/>
              <a:t>”</a:t>
            </a:r>
          </a:p>
          <a:p>
            <a:pPr lvl="2"/>
            <a:r>
              <a:rPr kumimoji="1" lang="en-US" altLang="ja-JP" dirty="0" smtClean="0"/>
              <a:t>Default Boot Address is “0x00008000”</a:t>
            </a:r>
          </a:p>
          <a:p>
            <a:pPr lvl="2"/>
            <a:endParaRPr lang="en-US" altLang="ja-JP" dirty="0" smtClean="0"/>
          </a:p>
          <a:p>
            <a:pPr lvl="2"/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87" y="3304089"/>
            <a:ext cx="6831593" cy="34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46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Write new boot-image 3/4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ja-JP" dirty="0"/>
              <a:t>Execute “RKAndroidTool.exe”</a:t>
            </a:r>
          </a:p>
          <a:p>
            <a:pPr lvl="2"/>
            <a:r>
              <a:rPr lang="en-US" altLang="ja-JP" dirty="0" smtClean="0"/>
              <a:t>Change </a:t>
            </a:r>
            <a:r>
              <a:rPr lang="en-US" altLang="ja-JP" dirty="0"/>
              <a:t>Boot Address </a:t>
            </a:r>
            <a:r>
              <a:rPr lang="en-US" altLang="ja-JP" dirty="0" smtClean="0"/>
              <a:t>“0x0000C000”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  <p:pic>
        <p:nvPicPr>
          <p:cNvPr id="9" name="図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76" y="2217107"/>
            <a:ext cx="8903824" cy="45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43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Write new boot-image 4/4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0" y="1628384"/>
            <a:ext cx="8576069" cy="429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8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38411" y="1125538"/>
            <a:ext cx="8617907" cy="5327650"/>
          </a:xfrm>
        </p:spPr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/>
              <a:t>MediaTek</a:t>
            </a:r>
            <a:r>
              <a:rPr lang="en-US" altLang="ja-JP" sz="3600" dirty="0"/>
              <a:t> - MT6589 (Cortex-A7 Quad</a:t>
            </a:r>
            <a:r>
              <a:rPr lang="en-US" altLang="ja-JP" sz="3600" dirty="0" smtClean="0"/>
              <a:t>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4815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MediaTek</a:t>
            </a:r>
            <a:r>
              <a:rPr lang="en-US" altLang="ja-JP" dirty="0"/>
              <a:t> - MT6589 (Cortex-A7 Quad)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Smart Phone</a:t>
            </a:r>
            <a:endParaRPr lang="fr-FR" altLang="ja-JP" dirty="0"/>
          </a:p>
          <a:p>
            <a:pPr lvl="2"/>
            <a:r>
              <a:rPr lang="fr-FR" altLang="ja-JP" dirty="0"/>
              <a:t>Acer Liquid E2</a:t>
            </a:r>
          </a:p>
          <a:p>
            <a:pPr lvl="3"/>
            <a:r>
              <a:rPr lang="fr-FR" altLang="ja-JP" dirty="0">
                <a:hlinkClick r:id="rId3"/>
              </a:rPr>
              <a:t>http://</a:t>
            </a:r>
            <a:r>
              <a:rPr lang="fr-FR" altLang="ja-JP" dirty="0" smtClean="0">
                <a:hlinkClick r:id="rId3"/>
              </a:rPr>
              <a:t>www.acer.com.tw/ac/zh/TW/content/model/HM.HC5TA.001</a:t>
            </a:r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Official Kernel &amp; Android</a:t>
            </a:r>
          </a:p>
          <a:p>
            <a:pPr lvl="2"/>
            <a:r>
              <a:rPr lang="fr-FR" altLang="ja-JP" dirty="0" smtClean="0"/>
              <a:t>(But patch only)</a:t>
            </a:r>
            <a:endParaRPr kumimoji="1" lang="fr-FR" altLang="ja-JP" dirty="0" smtClean="0"/>
          </a:p>
          <a:p>
            <a:pPr lvl="2"/>
            <a:r>
              <a:rPr lang="en-US" altLang="ja-JP" dirty="0">
                <a:hlinkClick r:id="rId4"/>
              </a:rPr>
              <a:t>http://us.acer.com/ac/en/US/content/drivers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56" y="1377863"/>
            <a:ext cx="4144605" cy="209535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955" y="3908119"/>
            <a:ext cx="4144605" cy="230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2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MediaTek</a:t>
            </a:r>
            <a:r>
              <a:rPr lang="en-US" altLang="ja-JP" dirty="0"/>
              <a:t> - MT6589 (Cortex-A7 Quad)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Get kernel source code &amp; patch for Android-4.2.1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Merge AOSP &amp; this patch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kerne</a:t>
            </a:r>
            <a:r>
              <a:rPr lang="en-US" altLang="ja-JP" dirty="0"/>
              <a:t>l</a:t>
            </a:r>
            <a:endParaRPr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Copy drivers for Android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Modify Android source 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Android image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dirty="0" smtClean="0"/>
              <a:t>Write Android image to your phone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73720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Get kernel source code &amp; patch for </a:t>
            </a:r>
            <a:r>
              <a:rPr lang="en-US" altLang="ja-JP" dirty="0" smtClean="0"/>
              <a:t>Android-4.2.1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</a:t>
            </a:r>
            <a:r>
              <a:rPr lang="en-US" altLang="ja-JP" dirty="0"/>
              <a:t>Acer's source </a:t>
            </a:r>
            <a:r>
              <a:rPr lang="en-US" altLang="ja-JP" dirty="0" smtClean="0"/>
              <a:t>code</a:t>
            </a:r>
          </a:p>
          <a:p>
            <a:pPr lvl="1"/>
            <a:r>
              <a:rPr lang="en-US" altLang="ja-JP" dirty="0" err="1" smtClean="0"/>
              <a:t>wget</a:t>
            </a:r>
            <a:endParaRPr lang="en-US" altLang="ja-JP" dirty="0"/>
          </a:p>
          <a:p>
            <a:pPr lvl="2"/>
            <a:r>
              <a:rPr lang="en-US" altLang="ja-JP" dirty="0">
                <a:hlinkClick r:id="rId3"/>
              </a:rPr>
              <a:t>http://global-download.acer.com/GDFiles/Document/App.%20Guide/App.%20Guide_Acer_1.0_A42J_A.zip?acerid=635013347354221361&amp;Step1=Smartphone&amp;Step2=Liquid%20E2&amp;Step3=V370&amp;OS=---&amp;</a:t>
            </a:r>
            <a:r>
              <a:rPr lang="en-US" altLang="ja-JP" dirty="0" smtClean="0">
                <a:hlinkClick r:id="rId3"/>
              </a:rPr>
              <a:t>LC=en&amp;BC=Acer&amp;SC=EMEA_8</a:t>
            </a:r>
            <a:endParaRPr lang="en-US" altLang="ja-JP" dirty="0" smtClean="0"/>
          </a:p>
          <a:p>
            <a:pPr lvl="3"/>
            <a:r>
              <a:rPr lang="en-US" altLang="ja-JP" dirty="0"/>
              <a:t>Acer_AV061_V370_1.007.00_WW_GEN1_opensource.tar.gz</a:t>
            </a:r>
          </a:p>
          <a:p>
            <a:pPr lvl="2"/>
            <a:r>
              <a:rPr lang="en-US" altLang="ja-JP" dirty="0">
                <a:hlinkClick r:id="rId4"/>
              </a:rPr>
              <a:t>http://global-download.acer.com/GDFiles/Document/App.%20Guide/App.%</a:t>
            </a:r>
            <a:r>
              <a:rPr lang="en-US" altLang="ja-JP" dirty="0" smtClean="0">
                <a:hlinkClick r:id="rId4"/>
              </a:rPr>
              <a:t>20Guide_Acer_1.0_A_A.zip?acerid=635139433116342519&amp;Step1=SMARTPHONE&amp;Step2=LIQUID%20E2&amp;Step3=V370&amp;OS=ALL&amp;LC=en&amp;BC=ACER&amp;SC=PA_6</a:t>
            </a:r>
            <a:endParaRPr lang="en-US" altLang="ja-JP" dirty="0" smtClean="0"/>
          </a:p>
          <a:p>
            <a:pPr lvl="3"/>
            <a:r>
              <a:rPr lang="en-US" altLang="ja-JP" dirty="0"/>
              <a:t>C11_opensource_20130903.tar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57209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205592" cy="5327650"/>
          </a:xfrm>
        </p:spPr>
        <p:txBody>
          <a:bodyPr/>
          <a:lstStyle/>
          <a:p>
            <a:r>
              <a:rPr lang="en-US" altLang="ja-JP" dirty="0" smtClean="0"/>
              <a:t>Download </a:t>
            </a:r>
            <a:r>
              <a:rPr lang="en-US" altLang="ja-JP" dirty="0"/>
              <a:t>source tree of android JB from </a:t>
            </a:r>
            <a:r>
              <a:rPr lang="en-US" altLang="ja-JP" dirty="0" smtClean="0"/>
              <a:t>AOSP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r>
              <a:rPr lang="en-US" altLang="ja-JP" dirty="0" smtClean="0"/>
              <a:t>Marge source</a:t>
            </a:r>
          </a:p>
          <a:p>
            <a:pPr lvl="1"/>
            <a:r>
              <a:rPr lang="en-US" altLang="ja-JP" dirty="0"/>
              <a:t>O</a:t>
            </a:r>
            <a:r>
              <a:rPr lang="en-US" altLang="ja-JP" dirty="0" smtClean="0"/>
              <a:t>ver-write </a:t>
            </a:r>
            <a:r>
              <a:rPr lang="en-US" altLang="ja-JP" dirty="0" err="1"/>
              <a:t>external,system,bootable,bionic</a:t>
            </a:r>
            <a:r>
              <a:rPr lang="en-US" altLang="ja-JP" dirty="0"/>
              <a:t> </a:t>
            </a:r>
            <a:r>
              <a:rPr lang="en-US" altLang="ja-JP" dirty="0" err="1" smtClean="0"/>
              <a:t>dirs</a:t>
            </a:r>
            <a:endParaRPr lang="en-US" altLang="ja-JP" dirty="0"/>
          </a:p>
          <a:p>
            <a:pPr lvl="2"/>
            <a:r>
              <a:rPr lang="en-US" altLang="ja-JP" dirty="0" smtClean="0"/>
              <a:t>from Acer_AV061_V370_1.007.00_WW_GEN1_opensource.tar.gz</a:t>
            </a:r>
            <a:endParaRPr lang="en-US" altLang="ja-JP" dirty="0"/>
          </a:p>
          <a:p>
            <a:pPr lvl="1"/>
            <a:r>
              <a:rPr lang="en-US" altLang="ja-JP" dirty="0"/>
              <a:t>A</a:t>
            </a:r>
            <a:r>
              <a:rPr lang="en-US" altLang="ja-JP" dirty="0" smtClean="0"/>
              <a:t>dd </a:t>
            </a:r>
            <a:r>
              <a:rPr lang="en-US" altLang="ja-JP" dirty="0" err="1"/>
              <a:t>mediatek</a:t>
            </a:r>
            <a:r>
              <a:rPr lang="en-US" altLang="ja-JP" dirty="0" smtClean="0"/>
              <a:t>, kernel </a:t>
            </a:r>
            <a:r>
              <a:rPr lang="en-US" altLang="ja-JP" dirty="0" err="1" smtClean="0"/>
              <a:t>dirs</a:t>
            </a:r>
            <a:endParaRPr lang="en-US" altLang="ja-JP" dirty="0"/>
          </a:p>
          <a:p>
            <a:pPr lvl="2"/>
            <a:r>
              <a:rPr lang="en-US" altLang="ja-JP" dirty="0"/>
              <a:t>from </a:t>
            </a:r>
            <a:r>
              <a:rPr lang="en-US" altLang="ja-JP" dirty="0" smtClean="0"/>
              <a:t>C11_opensource_20130903.tar</a:t>
            </a:r>
            <a:endParaRPr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352809" y="1766171"/>
            <a:ext cx="7478036" cy="15594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repo </a:t>
            </a:r>
            <a:r>
              <a:rPr lang="en-US" altLang="ja-JP" dirty="0" err="1"/>
              <a:t>init</a:t>
            </a:r>
            <a:r>
              <a:rPr lang="en-US" altLang="ja-JP" dirty="0"/>
              <a:t> -u https://android.googlesource.com/platform/manifest -b android-4.2.1_r1.2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repo </a:t>
            </a:r>
            <a:r>
              <a:rPr lang="en-US" altLang="ja-JP" dirty="0" smtClean="0"/>
              <a:t>sync	</a:t>
            </a:r>
            <a:endParaRPr lang="ja-JP" altLang="en-US" dirty="0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Marge AOSP &amp; this patch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470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</a:t>
            </a:r>
            <a:r>
              <a:rPr lang="en-US" altLang="ja-JP" dirty="0" smtClean="0"/>
              <a:t>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Build kernel for MT6589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65335" y="1954060"/>
            <a:ext cx="7478036" cy="26743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</a:t>
            </a:r>
            <a:r>
              <a:rPr lang="en-US" altLang="ja-JP" dirty="0" smtClean="0"/>
              <a:t>PATH=[your android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 for MT6589]/</a:t>
            </a:r>
            <a:r>
              <a:rPr lang="en-US" altLang="ja-JP" dirty="0" err="1" smtClean="0"/>
              <a:t>prebuilts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gcc</a:t>
            </a:r>
            <a:r>
              <a:rPr lang="en-US" altLang="ja-JP" dirty="0" smtClean="0"/>
              <a:t>/linux-x86/arm/arm-linux-androideabi-4.6/bin</a:t>
            </a:r>
            <a:r>
              <a:rPr lang="en-US" altLang="ja-JP" dirty="0"/>
              <a:t>:$PATH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[your android </a:t>
            </a:r>
            <a:r>
              <a:rPr lang="en-US" altLang="ja-JP" dirty="0" err="1"/>
              <a:t>dir</a:t>
            </a:r>
            <a:r>
              <a:rPr lang="en-US" altLang="ja-JP" dirty="0"/>
              <a:t> for MT6589</a:t>
            </a:r>
            <a:r>
              <a:rPr lang="en-US" altLang="ja-JP" dirty="0" smtClean="0"/>
              <a:t>]/kernel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TARGET_PRODUCT=simcom89_wet_jb2 MTK_ROOT_CUSTOM=../</a:t>
            </a:r>
            <a:r>
              <a:rPr lang="en-US" altLang="ja-JP" dirty="0" err="1"/>
              <a:t>mediatek</a:t>
            </a:r>
            <a:r>
              <a:rPr lang="en-US" altLang="ja-JP" dirty="0"/>
              <a:t>/custom/ make</a:t>
            </a:r>
          </a:p>
        </p:txBody>
      </p:sp>
    </p:spTree>
    <p:extLst>
      <p:ext uri="{BB962C8B-B14F-4D97-AF65-F5344CB8AC3E}">
        <p14:creationId xmlns:p14="http://schemas.microsoft.com/office/powerpoint/2010/main" val="200565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Copy drivers for </a:t>
            </a:r>
            <a:r>
              <a:rPr lang="en-US" altLang="ja-JP" dirty="0" smtClean="0"/>
              <a:t>Android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Some source code &amp; driver aren’t released.</a:t>
            </a:r>
          </a:p>
          <a:p>
            <a:pPr lvl="1"/>
            <a:r>
              <a:rPr lang="en-US" altLang="ja-JP" dirty="0" smtClean="0"/>
              <a:t>Copy them from update image</a:t>
            </a:r>
          </a:p>
          <a:p>
            <a:pPr lvl="2"/>
            <a:r>
              <a:rPr lang="en-US" altLang="ja-JP" dirty="0" err="1"/>
              <a:t>w</a:t>
            </a:r>
            <a:r>
              <a:rPr kumimoji="1" lang="en-US" altLang="ja-JP" dirty="0" err="1" smtClean="0"/>
              <a:t>get</a:t>
            </a:r>
            <a:r>
              <a:rPr lang="en-US" altLang="ja-JP" dirty="0"/>
              <a:t> </a:t>
            </a:r>
            <a:r>
              <a:rPr lang="en-US" altLang="ja-JP" dirty="0">
                <a:hlinkClick r:id="rId2"/>
              </a:rPr>
              <a:t>http://</a:t>
            </a:r>
            <a:r>
              <a:rPr lang="en-US" altLang="ja-JP" dirty="0" smtClean="0">
                <a:hlinkClick r:id="rId2"/>
              </a:rPr>
              <a:t>global-download.acer.com/GDFiles/OS/OS/OS_Acer_Acer.AV061.V370.1.023.00.WW.GEN1_A42J_A.zip?acerid=635158485778733078&amp;Step1=SMARTPHONE&amp;Step2=LIQUID%20E2&amp;Step3=V370&amp;OS=ALL&amp;LC=en&amp;BC=ACER&amp;SC=PA_6</a:t>
            </a:r>
            <a:endParaRPr lang="en-US" altLang="ja-JP" dirty="0" smtClean="0"/>
          </a:p>
          <a:p>
            <a:pPr lvl="3"/>
            <a:r>
              <a:rPr lang="en-US" altLang="ja-JP" dirty="0" smtClean="0"/>
              <a:t>OS_Acer_Acer.AV061.V370.1.023.00.WW.GEN1_A42J_A.zip</a:t>
            </a:r>
          </a:p>
          <a:p>
            <a:pPr lvl="2"/>
            <a:r>
              <a:rPr lang="en-US" altLang="ja-JP" dirty="0" smtClean="0"/>
              <a:t>Copy s</a:t>
            </a:r>
            <a:r>
              <a:rPr kumimoji="1" lang="en-US" altLang="ja-JP" dirty="0" smtClean="0"/>
              <a:t>ystem/vendor, system/lib </a:t>
            </a:r>
            <a:r>
              <a:rPr kumimoji="1" lang="en-US" altLang="ja-JP" dirty="0" err="1" smtClean="0"/>
              <a:t>dirs</a:t>
            </a:r>
            <a:r>
              <a:rPr kumimoji="1" lang="en-US" altLang="ja-JP" dirty="0" smtClean="0"/>
              <a:t> to Android device </a:t>
            </a:r>
            <a:r>
              <a:rPr kumimoji="1" lang="en-US" altLang="ja-JP" dirty="0" err="1" smtClean="0"/>
              <a:t>dir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784" y="4686524"/>
            <a:ext cx="4370931" cy="202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Modify Android source </a:t>
            </a:r>
            <a:r>
              <a:rPr lang="en-US" altLang="ja-JP" dirty="0" smtClean="0"/>
              <a:t>code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Delete </a:t>
            </a:r>
            <a:r>
              <a:rPr lang="en-US" altLang="ja-JP" dirty="0" err="1" smtClean="0"/>
              <a:t>libcustom_prop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./</a:t>
            </a:r>
            <a:r>
              <a:rPr lang="en-US" altLang="ja-JP" dirty="0"/>
              <a:t>external/webkit/Android.mk</a:t>
            </a:r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en-US" altLang="ja-JP" dirty="0" smtClean="0"/>
              <a:t>./external/</a:t>
            </a:r>
            <a:r>
              <a:rPr lang="en-US" altLang="ja-JP" dirty="0" err="1" smtClean="0"/>
              <a:t>webkit</a:t>
            </a:r>
            <a:r>
              <a:rPr lang="en-US" altLang="ja-JP" dirty="0" smtClean="0"/>
              <a:t>/Source/</a:t>
            </a:r>
            <a:r>
              <a:rPr lang="en-US" altLang="ja-JP" dirty="0" err="1" smtClean="0"/>
              <a:t>WebCore</a:t>
            </a:r>
            <a:r>
              <a:rPr lang="en-US" altLang="ja-JP" dirty="0" smtClean="0"/>
              <a:t>/loader/FrameLoader.cpp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791222" y="2148215"/>
            <a:ext cx="6801633" cy="1446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LOCAL_C_INCLUDES += </a:t>
            </a:r>
            <a:r>
              <a:rPr lang="en-US" altLang="ja-JP" dirty="0" smtClean="0"/>
              <a:t>		</a:t>
            </a:r>
            <a:r>
              <a:rPr lang="en-US" altLang="ja-JP" dirty="0" err="1" smtClean="0"/>
              <a:t>mediatek</a:t>
            </a:r>
            <a:r>
              <a:rPr lang="en-US" altLang="ja-JP" dirty="0" smtClean="0"/>
              <a:t>/frameworks/base/custom/</a:t>
            </a:r>
            <a:r>
              <a:rPr lang="en-US" altLang="ja-JP" dirty="0" err="1" smtClean="0"/>
              <a:t>inc</a:t>
            </a:r>
            <a:endParaRPr lang="en-US" altLang="ja-JP" dirty="0"/>
          </a:p>
          <a:p>
            <a:r>
              <a:rPr lang="en-US" altLang="ja-JP" dirty="0"/>
              <a:t>LOCAL_STATIC_LIBRARIES += </a:t>
            </a:r>
            <a:r>
              <a:rPr lang="en-US" altLang="ja-JP" dirty="0" err="1"/>
              <a:t>libcustom_prop</a:t>
            </a:r>
            <a:endParaRPr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1766170" y="5056340"/>
            <a:ext cx="6801633" cy="1446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 smtClean="0"/>
              <a:t>#</a:t>
            </a:r>
            <a:r>
              <a:rPr lang="en-US" altLang="ja-JP" dirty="0"/>
              <a:t>include "</a:t>
            </a:r>
            <a:r>
              <a:rPr lang="en-US" altLang="ja-JP" dirty="0" err="1" smtClean="0"/>
              <a:t>custom_prop.h</a:t>
            </a:r>
            <a:r>
              <a:rPr lang="en-US" altLang="ja-JP" dirty="0" smtClean="0"/>
              <a:t>“</a:t>
            </a:r>
          </a:p>
          <a:p>
            <a:endParaRPr lang="en-US" altLang="ja-JP" dirty="0"/>
          </a:p>
          <a:p>
            <a:r>
              <a:rPr lang="en-US" altLang="ja-JP" dirty="0" smtClean="0"/>
              <a:t>※And</a:t>
            </a:r>
            <a:r>
              <a:rPr lang="ja-JP" altLang="en-US" dirty="0"/>
              <a:t> </a:t>
            </a:r>
            <a:r>
              <a:rPr lang="en-US" altLang="ja-JP" dirty="0"/>
              <a:t>“</a:t>
            </a:r>
            <a:r>
              <a:rPr lang="en-US" altLang="ja-JP" dirty="0" err="1" smtClean="0"/>
              <a:t>m_customXWapProfile</a:t>
            </a:r>
            <a:r>
              <a:rPr lang="en-US" altLang="ja-JP" dirty="0" smtClean="0"/>
              <a:t>” functions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963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Modify Android source </a:t>
            </a:r>
            <a:r>
              <a:rPr lang="en-US" altLang="ja-JP" dirty="0" smtClean="0"/>
              <a:t>code 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Delete </a:t>
            </a:r>
            <a:r>
              <a:rPr lang="en-US" altLang="ja-JP" dirty="0" err="1" smtClean="0"/>
              <a:t>libcustom_prop</a:t>
            </a:r>
            <a:endParaRPr lang="en-US" altLang="ja-JP" dirty="0" smtClean="0"/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/platform/network/android/</a:t>
            </a:r>
            <a:r>
              <a:rPr lang="en-US" altLang="ja-JP" sz="1400" dirty="0" err="1"/>
              <a:t>SocketStreamHandle.h</a:t>
            </a:r>
            <a:endParaRPr lang="en-US" altLang="ja-JP" sz="1400" dirty="0"/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</a:t>
            </a:r>
            <a:r>
              <a:rPr lang="en-US" altLang="ja-JP" sz="1400" dirty="0" err="1"/>
              <a:t>css</a:t>
            </a:r>
            <a:r>
              <a:rPr lang="en-US" altLang="ja-JP" sz="1400" dirty="0"/>
              <a:t>/CSSComputedStyleDeclaration.cpp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</a:t>
            </a:r>
            <a:r>
              <a:rPr lang="en-US" altLang="ja-JP" sz="1400" dirty="0" err="1"/>
              <a:t>css</a:t>
            </a:r>
            <a:r>
              <a:rPr lang="en-US" altLang="ja-JP" sz="1400" dirty="0"/>
              <a:t>/CSSParser.cpp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/loader/</a:t>
            </a:r>
            <a:r>
              <a:rPr lang="en-US" altLang="ja-JP" sz="1400" dirty="0" err="1"/>
              <a:t>appcache</a:t>
            </a:r>
            <a:r>
              <a:rPr lang="en-US" altLang="ja-JP" sz="1400" dirty="0"/>
              <a:t>/ApplicationCacheHost.cpp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</a:t>
            </a:r>
            <a:r>
              <a:rPr lang="en-US" altLang="ja-JP" sz="1400" dirty="0" err="1"/>
              <a:t>websockets</a:t>
            </a:r>
            <a:r>
              <a:rPr lang="en-US" altLang="ja-JP" sz="1400" dirty="0"/>
              <a:t>/WebSocket.cpp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/xml/XMLHttpRequest.cpp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</a:t>
            </a:r>
            <a:r>
              <a:rPr lang="en-US" altLang="ja-JP" sz="1400" dirty="0" err="1"/>
              <a:t>websockets</a:t>
            </a:r>
            <a:r>
              <a:rPr lang="en-US" altLang="ja-JP" sz="1400" dirty="0"/>
              <a:t>/WebSocketHandshake.cpp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/android/</a:t>
            </a:r>
            <a:r>
              <a:rPr lang="en-US" altLang="ja-JP" sz="1400" dirty="0" err="1"/>
              <a:t>WebCoreSupport</a:t>
            </a:r>
            <a:r>
              <a:rPr lang="en-US" altLang="ja-JP" sz="1400" dirty="0"/>
              <a:t>/WebViewClientError.cpp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WebCore</a:t>
            </a:r>
            <a:r>
              <a:rPr lang="en-US" altLang="ja-JP" sz="1400" dirty="0"/>
              <a:t>/</a:t>
            </a:r>
            <a:r>
              <a:rPr lang="en-US" altLang="ja-JP" sz="1400" dirty="0" err="1"/>
              <a:t>websockets</a:t>
            </a:r>
            <a:r>
              <a:rPr lang="en-US" altLang="ja-JP" sz="1400" dirty="0"/>
              <a:t>/WebSocketChannel.cpp</a:t>
            </a:r>
          </a:p>
          <a:p>
            <a:pPr lvl="1"/>
            <a:r>
              <a:rPr lang="en-US" altLang="ja-JP" sz="1400" dirty="0"/>
              <a:t>./external/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/Source/</a:t>
            </a:r>
            <a:r>
              <a:rPr lang="en-US" altLang="ja-JP" sz="1400" dirty="0" err="1"/>
              <a:t>WebKit</a:t>
            </a:r>
            <a:r>
              <a:rPr lang="en-US" altLang="ja-JP" sz="1400" dirty="0"/>
              <a:t>/android/</a:t>
            </a:r>
            <a:r>
              <a:rPr lang="en-US" altLang="ja-JP" sz="1400" dirty="0" err="1"/>
              <a:t>WebCoreSupport</a:t>
            </a:r>
            <a:r>
              <a:rPr lang="en-US" altLang="ja-JP" sz="1400" dirty="0"/>
              <a:t>/SocketStreamHandleAndroid.cpp</a:t>
            </a:r>
          </a:p>
          <a:p>
            <a:pPr lvl="1"/>
            <a:r>
              <a:rPr lang="en-US" altLang="ja-JP" sz="1400" dirty="0"/>
              <a:t>./</a:t>
            </a:r>
            <a:r>
              <a:rPr lang="en-US" altLang="ja-JP" sz="1400" dirty="0" smtClean="0"/>
              <a:t>external/</a:t>
            </a:r>
            <a:r>
              <a:rPr lang="en-US" altLang="ja-JP" sz="1400" dirty="0" err="1" smtClean="0"/>
              <a:t>webkit</a:t>
            </a:r>
            <a:r>
              <a:rPr lang="en-US" altLang="ja-JP" sz="1400" dirty="0" smtClean="0"/>
              <a:t>/Source/</a:t>
            </a:r>
            <a:r>
              <a:rPr lang="en-US" altLang="ja-JP" sz="1400" dirty="0" err="1" smtClean="0"/>
              <a:t>WebKit</a:t>
            </a:r>
            <a:r>
              <a:rPr lang="en-US" altLang="ja-JP" sz="1400" dirty="0" smtClean="0"/>
              <a:t>/android/</a:t>
            </a:r>
            <a:r>
              <a:rPr lang="en-US" altLang="ja-JP" sz="1400" dirty="0" err="1" smtClean="0"/>
              <a:t>WebCoreSupport</a:t>
            </a:r>
            <a:r>
              <a:rPr lang="en-US" altLang="ja-JP" sz="1400" dirty="0" smtClean="0"/>
              <a:t>/SocketStreamHost.cpp</a:t>
            </a:r>
            <a:endParaRPr lang="en-US" altLang="ja-JP" sz="1400" dirty="0"/>
          </a:p>
        </p:txBody>
      </p:sp>
      <p:sp>
        <p:nvSpPr>
          <p:cNvPr id="5" name="正方形/長方形 4"/>
          <p:cNvSpPr/>
          <p:nvPr/>
        </p:nvSpPr>
        <p:spPr>
          <a:xfrm>
            <a:off x="1766170" y="4931080"/>
            <a:ext cx="6801633" cy="1446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#include &lt;</a:t>
            </a:r>
            <a:r>
              <a:rPr lang="en-US" altLang="ja-JP" dirty="0" err="1"/>
              <a:t>cutils</a:t>
            </a:r>
            <a:r>
              <a:rPr lang="en-US" altLang="ja-JP" dirty="0"/>
              <a:t>/</a:t>
            </a:r>
            <a:r>
              <a:rPr lang="en-US" altLang="ja-JP" dirty="0" err="1"/>
              <a:t>xlog.h</a:t>
            </a:r>
            <a:r>
              <a:rPr lang="en-US" altLang="ja-JP" dirty="0"/>
              <a:t>&gt;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※And</a:t>
            </a:r>
            <a:r>
              <a:rPr lang="ja-JP" altLang="en-US" dirty="0"/>
              <a:t> </a:t>
            </a:r>
            <a:r>
              <a:rPr lang="en-US" altLang="ja-JP" dirty="0"/>
              <a:t>“XLOG” </a:t>
            </a:r>
            <a:r>
              <a:rPr lang="en-US" altLang="ja-JP" dirty="0" smtClean="0"/>
              <a:t>functions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4383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Android </a:t>
            </a:r>
            <a:r>
              <a:rPr lang="en-US" altLang="ja-JP" dirty="0" smtClean="0"/>
              <a:t>image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215025" y="1027134"/>
            <a:ext cx="7828767" cy="57744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. </a:t>
            </a:r>
            <a:r>
              <a:rPr lang="en-US" altLang="ja-JP" dirty="0" smtClean="0"/>
              <a:t>build/envsetup.sh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choosecombo</a:t>
            </a:r>
            <a:endParaRPr lang="en-US" altLang="ja-JP" dirty="0"/>
          </a:p>
          <a:p>
            <a:pPr lvl="1"/>
            <a:r>
              <a:rPr lang="en-US" altLang="ja-JP" sz="2000" dirty="0" smtClean="0"/>
              <a:t>    	Build </a:t>
            </a:r>
            <a:r>
              <a:rPr lang="en-US" altLang="ja-JP" sz="2000" dirty="0"/>
              <a:t>type choices are</a:t>
            </a:r>
            <a:r>
              <a:rPr lang="en-US" altLang="ja-JP" sz="2000" dirty="0" smtClean="0"/>
              <a:t>:</a:t>
            </a:r>
          </a:p>
          <a:p>
            <a:pPr lvl="1"/>
            <a:r>
              <a:rPr lang="en-US" altLang="ja-JP" sz="2000" dirty="0" smtClean="0"/>
              <a:t>     	  1. release</a:t>
            </a:r>
          </a:p>
          <a:p>
            <a:pPr lvl="1"/>
            <a:r>
              <a:rPr lang="en-US" altLang="ja-JP" sz="2000" dirty="0" smtClean="0"/>
              <a:t>        2</a:t>
            </a:r>
            <a:r>
              <a:rPr lang="en-US" altLang="ja-JP" sz="2000" dirty="0"/>
              <a:t>. debug</a:t>
            </a:r>
          </a:p>
          <a:p>
            <a:pPr lvl="1"/>
            <a:r>
              <a:rPr lang="en-US" altLang="ja-JP" sz="2000" dirty="0" smtClean="0"/>
              <a:t>      Which </a:t>
            </a:r>
            <a:r>
              <a:rPr lang="en-US" altLang="ja-JP" sz="2000" dirty="0"/>
              <a:t>would you like? [1] 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endParaRPr lang="en-US" altLang="ja-JP" sz="2000" dirty="0"/>
          </a:p>
          <a:p>
            <a:pPr lvl="1"/>
            <a:r>
              <a:rPr lang="en-US" altLang="ja-JP" sz="2000" dirty="0" smtClean="0"/>
              <a:t>      Which </a:t>
            </a:r>
            <a:r>
              <a:rPr lang="en-US" altLang="ja-JP" sz="2000" dirty="0"/>
              <a:t>product would you like? [full] full</a:t>
            </a:r>
          </a:p>
          <a:p>
            <a:pPr lvl="1"/>
            <a:r>
              <a:rPr lang="en-US" altLang="ja-JP" sz="2000" dirty="0" smtClean="0"/>
              <a:t>    </a:t>
            </a:r>
          </a:p>
          <a:p>
            <a:pPr lvl="1"/>
            <a:r>
              <a:rPr lang="en-US" altLang="ja-JP" sz="2000" dirty="0"/>
              <a:t> </a:t>
            </a:r>
            <a:r>
              <a:rPr lang="en-US" altLang="ja-JP" sz="2000" dirty="0" smtClean="0"/>
              <a:t>     Variant </a:t>
            </a:r>
            <a:r>
              <a:rPr lang="en-US" altLang="ja-JP" sz="2000" dirty="0"/>
              <a:t>choices are:</a:t>
            </a:r>
          </a:p>
          <a:p>
            <a:pPr lvl="1"/>
            <a:r>
              <a:rPr lang="en-US" altLang="ja-JP" sz="2000" dirty="0"/>
              <a:t>     </a:t>
            </a:r>
            <a:r>
              <a:rPr lang="en-US" altLang="ja-JP" sz="2000" dirty="0" smtClean="0"/>
              <a:t>   1</a:t>
            </a:r>
            <a:r>
              <a:rPr lang="en-US" altLang="ja-JP" sz="2000" dirty="0"/>
              <a:t>. user</a:t>
            </a:r>
          </a:p>
          <a:p>
            <a:pPr lvl="1"/>
            <a:r>
              <a:rPr lang="en-US" altLang="ja-JP" sz="2000" dirty="0" smtClean="0"/>
              <a:t>        2</a:t>
            </a:r>
            <a:r>
              <a:rPr lang="en-US" altLang="ja-JP" sz="2000" dirty="0"/>
              <a:t>. </a:t>
            </a:r>
            <a:r>
              <a:rPr lang="en-US" altLang="ja-JP" sz="2000" dirty="0" err="1" smtClean="0"/>
              <a:t>userdebug</a:t>
            </a:r>
            <a:endParaRPr lang="en-US" altLang="ja-JP" sz="2000" dirty="0" smtClean="0"/>
          </a:p>
          <a:p>
            <a:pPr lvl="1"/>
            <a:r>
              <a:rPr lang="en-US" altLang="ja-JP" sz="2000" dirty="0" smtClean="0"/>
              <a:t>        3</a:t>
            </a:r>
            <a:r>
              <a:rPr lang="en-US" altLang="ja-JP" sz="2000" dirty="0"/>
              <a:t>. </a:t>
            </a:r>
            <a:r>
              <a:rPr lang="en-US" altLang="ja-JP" sz="2000" dirty="0" err="1"/>
              <a:t>eng</a:t>
            </a:r>
            <a:endParaRPr lang="en-US" altLang="ja-JP" sz="2000" dirty="0"/>
          </a:p>
          <a:p>
            <a:pPr lvl="1"/>
            <a:r>
              <a:rPr lang="en-US" altLang="ja-JP" sz="2000" dirty="0" smtClean="0"/>
              <a:t>     Which </a:t>
            </a:r>
            <a:r>
              <a:rPr lang="en-US" altLang="ja-JP" sz="2000" dirty="0"/>
              <a:t>would you like? [</a:t>
            </a:r>
            <a:r>
              <a:rPr lang="en-US" altLang="ja-JP" sz="2000" dirty="0" err="1"/>
              <a:t>eng</a:t>
            </a:r>
            <a:r>
              <a:rPr lang="en-US" altLang="ja-JP" sz="2000" dirty="0"/>
              <a:t>] </a:t>
            </a:r>
            <a:r>
              <a:rPr lang="en-US" altLang="ja-JP" sz="2000" dirty="0" smtClean="0"/>
              <a:t>3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</a:t>
            </a:r>
            <a:r>
              <a:rPr lang="en-US" altLang="ja-JP" dirty="0" smtClean="0"/>
              <a:t>ake </a:t>
            </a:r>
            <a:r>
              <a:rPr lang="en-US" altLang="ja-JP" dirty="0" err="1" smtClean="0"/>
              <a:t>dist</a:t>
            </a:r>
            <a:endParaRPr lang="en-US" altLang="ja-JP" dirty="0"/>
          </a:p>
          <a:p>
            <a:pPr lvl="1"/>
            <a:r>
              <a:rPr lang="en-US" altLang="ja-JP" dirty="0" smtClean="0"/>
              <a:t>      out/</a:t>
            </a:r>
            <a:r>
              <a:rPr lang="en-US" altLang="ja-JP" dirty="0" err="1" smtClean="0"/>
              <a:t>dist</a:t>
            </a:r>
            <a:r>
              <a:rPr lang="en-US" altLang="ja-JP" dirty="0" smtClean="0"/>
              <a:t>/full-</a:t>
            </a:r>
            <a:r>
              <a:rPr lang="en-US" altLang="ja-JP" dirty="0" err="1" smtClean="0"/>
              <a:t>target_files</a:t>
            </a:r>
            <a:r>
              <a:rPr lang="en-US" altLang="ja-JP" dirty="0" smtClean="0"/>
              <a:t>-</a:t>
            </a:r>
            <a:r>
              <a:rPr lang="en-US" altLang="ja-JP" dirty="0" err="1" smtClean="0"/>
              <a:t>eng</a:t>
            </a:r>
            <a:r>
              <a:rPr lang="en-US" altLang="ja-JP" dirty="0" err="1"/>
              <a:t>.</a:t>
            </a:r>
            <a:r>
              <a:rPr lang="en-US" altLang="ja-JP" dirty="0"/>
              <a:t>[your user name].zip</a:t>
            </a:r>
            <a:endParaRPr lang="en-US" altLang="ja-JP" dirty="0" smtClean="0"/>
          </a:p>
          <a:p>
            <a:pPr lvl="1"/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5463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Android image to your </a:t>
            </a:r>
            <a:r>
              <a:rPr lang="en-US" altLang="ja-JP" dirty="0" smtClean="0"/>
              <a:t>phone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8130436" cy="532765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 err="1"/>
              <a:t>a</a:t>
            </a:r>
            <a:r>
              <a:rPr lang="en-US" altLang="ja-JP" dirty="0" err="1" smtClean="0"/>
              <a:t>db</a:t>
            </a:r>
            <a:r>
              <a:rPr lang="en-US" altLang="ja-JP" dirty="0"/>
              <a:t> push </a:t>
            </a:r>
            <a:r>
              <a:rPr lang="en-US" altLang="ja-JP" dirty="0" smtClean="0"/>
              <a:t>out/</a:t>
            </a:r>
            <a:r>
              <a:rPr lang="en-US" altLang="ja-JP" dirty="0" err="1" smtClean="0"/>
              <a:t>dist</a:t>
            </a:r>
            <a:r>
              <a:rPr lang="en-US" altLang="ja-JP" dirty="0" smtClean="0"/>
              <a:t>/full-</a:t>
            </a:r>
            <a:r>
              <a:rPr lang="en-US" altLang="ja-JP" dirty="0" err="1" smtClean="0"/>
              <a:t>target_files</a:t>
            </a:r>
            <a:r>
              <a:rPr lang="en-US" altLang="ja-JP" dirty="0" smtClean="0"/>
              <a:t>-</a:t>
            </a:r>
            <a:r>
              <a:rPr lang="en-US" altLang="ja-JP" dirty="0" err="1" smtClean="0"/>
              <a:t>eng.</a:t>
            </a:r>
            <a:r>
              <a:rPr lang="en-US" altLang="ja-JP" dirty="0" smtClean="0"/>
              <a:t>[your user name].zip /</a:t>
            </a:r>
            <a:r>
              <a:rPr lang="en-US" altLang="ja-JP" dirty="0" err="1" smtClean="0"/>
              <a:t>sdcard</a:t>
            </a:r>
            <a:r>
              <a:rPr lang="en-US" altLang="ja-JP" dirty="0" smtClean="0"/>
              <a:t>/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Turn off your phone</a:t>
            </a:r>
            <a:endParaRPr lang="ja-JP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Volume </a:t>
            </a:r>
            <a:r>
              <a:rPr lang="en-US" altLang="ja-JP" dirty="0"/>
              <a:t>Up &amp; </a:t>
            </a:r>
            <a:r>
              <a:rPr lang="en-US" altLang="ja-JP" dirty="0" smtClean="0"/>
              <a:t>Power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W</a:t>
            </a:r>
            <a:r>
              <a:rPr lang="en-US" altLang="ja-JP" dirty="0" smtClean="0"/>
              <a:t>ipe </a:t>
            </a:r>
            <a:r>
              <a:rPr lang="en-US" altLang="ja-JP" dirty="0"/>
              <a:t>data/factory reset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I</a:t>
            </a:r>
            <a:r>
              <a:rPr lang="en-US" altLang="ja-JP" dirty="0" smtClean="0"/>
              <a:t>nstall </a:t>
            </a:r>
            <a:r>
              <a:rPr lang="en-US" altLang="ja-JP" dirty="0"/>
              <a:t>zip from </a:t>
            </a:r>
            <a:r>
              <a:rPr lang="en-US" altLang="ja-JP" dirty="0" err="1"/>
              <a:t>sdcard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C</a:t>
            </a:r>
            <a:r>
              <a:rPr lang="en-US" altLang="ja-JP" dirty="0" smtClean="0"/>
              <a:t>hoose </a:t>
            </a:r>
            <a:r>
              <a:rPr lang="en-US" altLang="ja-JP" dirty="0"/>
              <a:t>zip from </a:t>
            </a:r>
            <a:r>
              <a:rPr lang="en-US" altLang="ja-JP" dirty="0" err="1"/>
              <a:t>sdcard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full-</a:t>
            </a:r>
            <a:r>
              <a:rPr lang="en-US" altLang="ja-JP" dirty="0" err="1" smtClean="0"/>
              <a:t>target_files</a:t>
            </a:r>
            <a:r>
              <a:rPr lang="en-US" altLang="ja-JP" dirty="0" smtClean="0"/>
              <a:t>-</a:t>
            </a:r>
            <a:r>
              <a:rPr lang="en-US" altLang="ja-JP" dirty="0" err="1" smtClean="0"/>
              <a:t>eng</a:t>
            </a:r>
            <a:r>
              <a:rPr lang="en-US" altLang="ja-JP" dirty="0" err="1"/>
              <a:t>.</a:t>
            </a:r>
            <a:r>
              <a:rPr lang="en-US" altLang="ja-JP" dirty="0"/>
              <a:t>[your user name].zip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 smtClean="0"/>
              <a:t>+++++</a:t>
            </a:r>
            <a:r>
              <a:rPr lang="en-US" altLang="ja-JP" dirty="0"/>
              <a:t>Go Back+++++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R</a:t>
            </a:r>
            <a:r>
              <a:rPr lang="en-US" altLang="ja-JP" dirty="0" smtClean="0"/>
              <a:t>eboot </a:t>
            </a:r>
            <a:r>
              <a:rPr lang="en-US" altLang="ja-JP" dirty="0"/>
              <a:t>system now</a:t>
            </a:r>
          </a:p>
          <a:p>
            <a:pPr marL="514350" indent="-514350">
              <a:buFont typeface="+mj-lt"/>
              <a:buAutoNum type="arabicPeriod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385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38411" y="1125538"/>
            <a:ext cx="8617907" cy="5327650"/>
          </a:xfrm>
        </p:spPr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 err="1"/>
              <a:t>Freescale</a:t>
            </a:r>
            <a:r>
              <a:rPr lang="en-US" altLang="ja-JP" sz="3600" dirty="0"/>
              <a:t> - i.MX6Q (Cortex-A9 </a:t>
            </a:r>
            <a:r>
              <a:rPr lang="en-US" altLang="ja-JP" sz="3600" dirty="0" smtClean="0"/>
              <a:t>Quad)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9230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Freescale</a:t>
            </a:r>
            <a:r>
              <a:rPr lang="en-US" altLang="ja-JP" dirty="0"/>
              <a:t> - i.MX6Q (Cortex-A9 Quad)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/>
              <a:t>EVB</a:t>
            </a:r>
          </a:p>
          <a:p>
            <a:pPr lvl="2"/>
            <a:r>
              <a:rPr lang="fr-FR" altLang="ja-JP" dirty="0"/>
              <a:t>i.MX6Q SABRA Lite</a:t>
            </a:r>
          </a:p>
          <a:p>
            <a:pPr lvl="3"/>
            <a:r>
              <a:rPr lang="fr-FR" altLang="ja-JP" dirty="0">
                <a:hlinkClick r:id="rId2"/>
              </a:rPr>
              <a:t>http://</a:t>
            </a:r>
            <a:r>
              <a:rPr lang="fr-FR" altLang="ja-JP" dirty="0" smtClean="0">
                <a:hlinkClick r:id="rId2"/>
              </a:rPr>
              <a:t>www.cloudsto.com/android-mini-pc-s/rikomagic-quad-core-mk802iv-8gb-flash-bluetooth-dhl-express-shipping-detail.html</a:t>
            </a:r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 smtClean="0"/>
              <a:t>Official Kernel &amp; Android</a:t>
            </a:r>
          </a:p>
          <a:p>
            <a:pPr lvl="2"/>
            <a:r>
              <a:rPr kumimoji="1" lang="fr-FR" altLang="ja-JP" dirty="0" smtClean="0"/>
              <a:t>With Setup Manual</a:t>
            </a:r>
          </a:p>
          <a:p>
            <a:pPr lvl="2"/>
            <a:r>
              <a:rPr lang="en-US" altLang="ja-JP" sz="800" dirty="0">
                <a:hlinkClick r:id="rId3"/>
              </a:rPr>
              <a:t>http://www.freescale.com/webapp/search/Serp.jsp?QueryText=android&amp;assetIdResult=&amp;attempt=0&amp;lastQueryText=android&amp;isFromFlex=false&amp;getResult=false&amp;assetLockedForNavigation=false&amp;pageNum=2&amp;iteration=2&amp;fsrch=1&amp;isComparison=false&amp;showAllCategories=false&amp;sessionChecker=cTqD1ZGIFEqGCbd9lV29IKvJ.ebiz_ms2&amp;getTree=false&amp;fromTrng=false&amp;fromPSP=false&amp;getFilter=false&amp;assetLocked=false&amp;fromCust=false&amp;showCustomCollateral=false&amp;pageSize=25&amp;RELEVANCE=true&amp;SelectedAsset=Downloads&amp;fromWebPages=false&amp;fromASP=false&amp;fromMobile=false&amp;isAdvanceSearch=false&amp;isTree=false&amp;fromDAP=false&amp;isResult=false</a:t>
            </a:r>
            <a:endParaRPr kumimoji="1" lang="ja-JP" altLang="en-US" sz="800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637" y="1227550"/>
            <a:ext cx="4096682" cy="2294142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638" y="3543406"/>
            <a:ext cx="4003102" cy="302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1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Freescale</a:t>
            </a:r>
            <a:r>
              <a:rPr lang="en-US" altLang="ja-JP" dirty="0"/>
              <a:t> - i.MX6Q (Cortex-A9 Quad)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Source Code from Official Site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Patch to Android Source 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Modify Android Source Code for SD Card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Fix 32bit files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Build Source </a:t>
            </a:r>
            <a:r>
              <a:rPr lang="en-US" altLang="ja-JP" dirty="0" smtClean="0"/>
              <a:t>Codes</a:t>
            </a:r>
          </a:p>
          <a:p>
            <a:pPr marL="1314450" lvl="2" indent="-457200">
              <a:buFont typeface="+mj-lt"/>
              <a:buAutoNum type="arabicPeriod"/>
            </a:pPr>
            <a:r>
              <a:rPr kumimoji="1" lang="en-US" altLang="ja-JP" dirty="0" smtClean="0"/>
              <a:t>Android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altLang="ja-JP" dirty="0"/>
              <a:t>u</a:t>
            </a:r>
            <a:r>
              <a:rPr lang="en-US" altLang="ja-JP" dirty="0" smtClean="0"/>
              <a:t>-boot</a:t>
            </a:r>
          </a:p>
          <a:p>
            <a:pPr marL="1314450" lvl="2" indent="-457200">
              <a:buFont typeface="+mj-lt"/>
              <a:buAutoNum type="arabicPeriod"/>
            </a:pPr>
            <a:r>
              <a:rPr lang="en-US" altLang="ja-JP" dirty="0"/>
              <a:t>b</a:t>
            </a:r>
            <a:r>
              <a:rPr lang="en-US" altLang="ja-JP" dirty="0" smtClean="0"/>
              <a:t>oot-image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Setup SD Card</a:t>
            </a:r>
            <a:endParaRPr kumimoji="1" lang="en-US" altLang="ja-JP" dirty="0" smtClean="0"/>
          </a:p>
          <a:p>
            <a:pPr marL="457200" lvl="1" indent="0">
              <a:buNone/>
            </a:pP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23771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3" y="0"/>
            <a:ext cx="8056866" cy="908050"/>
          </a:xfrm>
        </p:spPr>
        <p:txBody>
          <a:bodyPr/>
          <a:lstStyle/>
          <a:p>
            <a:pPr lvl="1"/>
            <a:r>
              <a:rPr lang="en-US" altLang="ja-JP" dirty="0"/>
              <a:t>Download Source Code from Official </a:t>
            </a:r>
            <a:r>
              <a:rPr lang="en-US" altLang="ja-JP" dirty="0" smtClean="0"/>
              <a:t>Site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Download Android</a:t>
            </a:r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Download Kernel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8279" y="1699365"/>
            <a:ext cx="6801633" cy="1446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repo </a:t>
            </a:r>
            <a:r>
              <a:rPr lang="en-US" altLang="ja-JP" dirty="0" err="1"/>
              <a:t>init</a:t>
            </a:r>
            <a:r>
              <a:rPr lang="en-US" altLang="ja-JP" dirty="0"/>
              <a:t> -u https://android.googlesource.com/platform/manifest -b android-4.2.2_r1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repo </a:t>
            </a:r>
            <a:r>
              <a:rPr lang="en-US" altLang="ja-JP" dirty="0" smtClean="0"/>
              <a:t>sync</a:t>
            </a:r>
            <a:endParaRPr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505210" y="4294341"/>
            <a:ext cx="6801633" cy="14467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git://git.freescale.com/imx/linux-2.6-imx.git </a:t>
            </a:r>
            <a:r>
              <a:rPr lang="en-US" altLang="ja-JP" dirty="0" err="1"/>
              <a:t>kernel_imx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kernel_imx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jb4.2.2_1.1.0-ga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3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0"/>
            <a:ext cx="8307387" cy="908050"/>
          </a:xfrm>
        </p:spPr>
        <p:txBody>
          <a:bodyPr/>
          <a:lstStyle/>
          <a:p>
            <a:r>
              <a:rPr lang="en-US" altLang="ja-JP" dirty="0"/>
              <a:t>Download Source Code from Official Site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Download </a:t>
            </a:r>
            <a:r>
              <a:rPr kumimoji="1" lang="en-US" altLang="ja-JP" dirty="0" err="1" smtClean="0"/>
              <a:t>bootloader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Download Patch</a:t>
            </a:r>
          </a:p>
          <a:p>
            <a:pPr lvl="1"/>
            <a:r>
              <a:rPr lang="en-US" altLang="ja-JP" sz="1600" dirty="0"/>
              <a:t>https://</a:t>
            </a:r>
            <a:r>
              <a:rPr lang="en-US" altLang="ja-JP" sz="1600" dirty="0" smtClean="0"/>
              <a:t>www.freescale.com/webapp/Download?colCode=IMX6_JB422_110_ANDRD_SRC_BSP&amp;appType=license&amp;location=null&amp;fpsp=1&amp;WT_TYPE=Board%20Support%20Packages&amp;WT_VENDOR=FREESCALE&amp;WT_FILE_FORMAT=gz&amp;WT_ASSET=Downloads&amp;sr=38&amp;Parent_nodeId=from%20search&amp;Parent_pageType=from%20search</a:t>
            </a:r>
          </a:p>
          <a:p>
            <a:pPr lvl="2"/>
            <a:r>
              <a:rPr lang="en-US" altLang="ja-JP" sz="1800" dirty="0" smtClean="0"/>
              <a:t>android_jb4.2.2_1.1.0-ga.tar.gz</a:t>
            </a:r>
          </a:p>
          <a:p>
            <a:pPr lvl="1"/>
            <a:endParaRPr lang="en-US" altLang="ja-JP" sz="1400" dirty="0" smtClean="0"/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8279" y="1699365"/>
            <a:ext cx="6801633" cy="240917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../bootable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bootloader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clone https://github.com/ldnunes/uboot-imx.git </a:t>
            </a:r>
            <a:r>
              <a:rPr lang="en-US" altLang="ja-JP" dirty="0" err="1"/>
              <a:t>uboot-imx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uboot-imx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git</a:t>
            </a:r>
            <a:r>
              <a:rPr lang="en-US" altLang="ja-JP" dirty="0"/>
              <a:t> checkout jb4.2.2_1.1.0-ga</a:t>
            </a:r>
          </a:p>
        </p:txBody>
      </p:sp>
    </p:spTree>
    <p:extLst>
      <p:ext uri="{BB962C8B-B14F-4D97-AF65-F5344CB8AC3E}">
        <p14:creationId xmlns:p14="http://schemas.microsoft.com/office/powerpoint/2010/main" val="243985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Patch to Android Source </a:t>
            </a:r>
            <a:r>
              <a:rPr lang="en-US" altLang="ja-JP" dirty="0" smtClean="0"/>
              <a:t>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Patch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578279" y="1699364"/>
            <a:ext cx="6801633" cy="457617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[your Android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]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 </a:t>
            </a:r>
            <a:r>
              <a:rPr lang="en-US" altLang="ja-JP" dirty="0" err="1"/>
              <a:t>zxfv</a:t>
            </a:r>
            <a:r>
              <a:rPr lang="en-US" altLang="ja-JP" dirty="0"/>
              <a:t> android_jb4.2.2_1.1.0-ga.tar.gz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 </a:t>
            </a:r>
            <a:r>
              <a:rPr lang="en-US" altLang="ja-JP" dirty="0" err="1"/>
              <a:t>zxfv</a:t>
            </a:r>
            <a:r>
              <a:rPr lang="en-US" altLang="ja-JP" dirty="0"/>
              <a:t> android_jb4.2.2_1.1.0-ga_source.tar.gz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android_jb4.2.2_1.1.0-ga_source/code/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 </a:t>
            </a:r>
            <a:r>
              <a:rPr lang="en-US" altLang="ja-JP" dirty="0" err="1"/>
              <a:t>zxfv</a:t>
            </a:r>
            <a:r>
              <a:rPr lang="en-US" altLang="ja-JP" dirty="0"/>
              <a:t> jb4.2.2_1.1.0-ga.tar.gz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../../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</a:t>
            </a:r>
            <a:r>
              <a:rPr lang="en-US" altLang="ja-JP" dirty="0" smtClean="0"/>
              <a:t>android_jb4.2.2_1.1.0-ga_source/code/jb4.2.2_1.1.0-ga/and_patch.sh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c_patch</a:t>
            </a:r>
            <a:r>
              <a:rPr lang="en-US" altLang="ja-JP" dirty="0"/>
              <a:t> android_jb4.2.2_1.1.0-ga_source/code/jb4.2.2_1.1.0-ga imx_jb4.2.2_1.1.0-ga</a:t>
            </a:r>
          </a:p>
        </p:txBody>
      </p:sp>
    </p:spTree>
    <p:extLst>
      <p:ext uri="{BB962C8B-B14F-4D97-AF65-F5344CB8AC3E}">
        <p14:creationId xmlns:p14="http://schemas.microsoft.com/office/powerpoint/2010/main" val="67439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0"/>
            <a:ext cx="8219705" cy="908050"/>
          </a:xfrm>
        </p:spPr>
        <p:txBody>
          <a:bodyPr/>
          <a:lstStyle/>
          <a:p>
            <a:pPr lvl="1"/>
            <a:r>
              <a:rPr lang="en-US" altLang="ja-JP" dirty="0"/>
              <a:t>Modify Android Source Code for SD </a:t>
            </a:r>
            <a:r>
              <a:rPr lang="en-US" altLang="ja-JP" dirty="0" smtClean="0"/>
              <a:t>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device/</a:t>
            </a:r>
            <a:r>
              <a:rPr lang="en-US" altLang="ja-JP" dirty="0" err="1" smtClean="0"/>
              <a:t>fsl</a:t>
            </a:r>
            <a:r>
              <a:rPr lang="en-US" altLang="ja-JP" dirty="0" smtClean="0"/>
              <a:t>/imx6/</a:t>
            </a:r>
            <a:r>
              <a:rPr lang="en-US" altLang="ja-JP" dirty="0" err="1" smtClean="0"/>
              <a:t>etc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fstab.freescale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Create New File(</a:t>
            </a:r>
            <a:r>
              <a:rPr lang="en-US" altLang="ja-JP" dirty="0" smtClean="0"/>
              <a:t>Please </a:t>
            </a:r>
            <a:r>
              <a:rPr kumimoji="1" lang="en-US" altLang="ja-JP" dirty="0" smtClean="0"/>
              <a:t>delete it, if </a:t>
            </a:r>
            <a:r>
              <a:rPr lang="en-US" altLang="ja-JP" dirty="0"/>
              <a:t>exist</a:t>
            </a:r>
            <a:r>
              <a:rPr kumimoji="1" lang="en-US" altLang="ja-JP" dirty="0" smtClean="0"/>
              <a:t>.)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8279" y="2225457"/>
            <a:ext cx="6801633" cy="32233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dev</a:t>
            </a:r>
            <a:r>
              <a:rPr lang="en-US" altLang="ja-JP" dirty="0"/>
              <a:t>/block/mmcblk1p5 /system ext4 </a:t>
            </a:r>
            <a:r>
              <a:rPr lang="en-US" altLang="ja-JP" dirty="0" err="1"/>
              <a:t>ro</a:t>
            </a:r>
            <a:r>
              <a:rPr lang="en-US" altLang="ja-JP" dirty="0"/>
              <a:t> wait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dev</a:t>
            </a:r>
            <a:r>
              <a:rPr lang="en-US" altLang="ja-JP" dirty="0"/>
              <a:t>/block/mmcblk1p4 /data ext4 nosuid,nodev,nodiratime,noatime,nomblk_io_submit,noauto_da_alloc,errors=panic wait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dev</a:t>
            </a:r>
            <a:r>
              <a:rPr lang="en-US" altLang="ja-JP" dirty="0"/>
              <a:t>/block/mmcblk1p6 /cache ext4 </a:t>
            </a:r>
            <a:r>
              <a:rPr lang="en-US" altLang="ja-JP" dirty="0" err="1"/>
              <a:t>nosuid,nodev,nomblk_io_submit</a:t>
            </a:r>
            <a:r>
              <a:rPr lang="en-US" altLang="ja-JP" dirty="0"/>
              <a:t> wait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dev</a:t>
            </a:r>
            <a:r>
              <a:rPr lang="en-US" altLang="ja-JP" dirty="0"/>
              <a:t>/block/mmcblk1p7 /device ext4 </a:t>
            </a:r>
            <a:r>
              <a:rPr lang="en-US" altLang="ja-JP" dirty="0" err="1"/>
              <a:t>ro,nosuid,nodev</a:t>
            </a:r>
            <a:r>
              <a:rPr lang="en-US" altLang="ja-JP" dirty="0"/>
              <a:t> wait</a:t>
            </a:r>
          </a:p>
        </p:txBody>
      </p:sp>
    </p:spTree>
    <p:extLst>
      <p:ext uri="{BB962C8B-B14F-4D97-AF65-F5344CB8AC3E}">
        <p14:creationId xmlns:p14="http://schemas.microsoft.com/office/powerpoint/2010/main" val="383518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0"/>
            <a:ext cx="8307387" cy="908050"/>
          </a:xfrm>
        </p:spPr>
        <p:txBody>
          <a:bodyPr/>
          <a:lstStyle/>
          <a:p>
            <a:r>
              <a:rPr lang="en-US" altLang="ja-JP" dirty="0"/>
              <a:t>Modify Android Source Code for SD 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device/</a:t>
            </a:r>
            <a:r>
              <a:rPr lang="en-US" altLang="ja-JP" dirty="0" err="1" smtClean="0"/>
              <a:t>fsl</a:t>
            </a:r>
            <a:r>
              <a:rPr lang="en-US" altLang="ja-JP" dirty="0" smtClean="0"/>
              <a:t>/sabresd_6dq/</a:t>
            </a:r>
            <a:r>
              <a:rPr lang="en-US" altLang="ja-JP" dirty="0" err="1" smtClean="0"/>
              <a:t>recovery.fstab</a:t>
            </a:r>
            <a:endParaRPr lang="en-US" altLang="ja-JP" dirty="0" smtClean="0"/>
          </a:p>
          <a:p>
            <a:pPr lvl="1"/>
            <a:r>
              <a:rPr lang="en-US" altLang="ja-JP" dirty="0"/>
              <a:t>Create New File(Please delete it, if exist.)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8279" y="2225457"/>
            <a:ext cx="6801633" cy="32233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/boot </a:t>
            </a:r>
            <a:r>
              <a:rPr lang="en-US" altLang="ja-JP" dirty="0" err="1"/>
              <a:t>emmc</a:t>
            </a:r>
            <a:r>
              <a:rPr lang="en-US" altLang="ja-JP" dirty="0"/>
              <a:t> /</a:t>
            </a:r>
            <a:r>
              <a:rPr lang="en-US" altLang="ja-JP" dirty="0" err="1"/>
              <a:t>dev</a:t>
            </a:r>
            <a:r>
              <a:rPr lang="en-US" altLang="ja-JP" dirty="0"/>
              <a:t>/block/mmcblk1p1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/recovery </a:t>
            </a:r>
            <a:r>
              <a:rPr lang="en-US" altLang="ja-JP" dirty="0" err="1"/>
              <a:t>emmc</a:t>
            </a:r>
            <a:r>
              <a:rPr lang="en-US" altLang="ja-JP" dirty="0"/>
              <a:t> /</a:t>
            </a:r>
            <a:r>
              <a:rPr lang="en-US" altLang="ja-JP" dirty="0" err="1"/>
              <a:t>dev</a:t>
            </a:r>
            <a:r>
              <a:rPr lang="en-US" altLang="ja-JP" dirty="0"/>
              <a:t>/block/mmcblk1p2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/system ext4 /</a:t>
            </a:r>
            <a:r>
              <a:rPr lang="en-US" altLang="ja-JP" dirty="0" err="1"/>
              <a:t>dev</a:t>
            </a:r>
            <a:r>
              <a:rPr lang="en-US" altLang="ja-JP" dirty="0"/>
              <a:t>/block/mmcblk1p5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/cache ext4 /</a:t>
            </a:r>
            <a:r>
              <a:rPr lang="en-US" altLang="ja-JP" dirty="0" err="1"/>
              <a:t>dev</a:t>
            </a:r>
            <a:r>
              <a:rPr lang="en-US" altLang="ja-JP" dirty="0"/>
              <a:t>/block/mmcblk1p6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/data ext4 /</a:t>
            </a:r>
            <a:r>
              <a:rPr lang="en-US" altLang="ja-JP" dirty="0" err="1"/>
              <a:t>dev</a:t>
            </a:r>
            <a:r>
              <a:rPr lang="en-US" altLang="ja-JP" dirty="0"/>
              <a:t>/block/mmcblk1p4 reserved=32768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misc</a:t>
            </a:r>
            <a:r>
              <a:rPr lang="en-US" altLang="ja-JP" dirty="0"/>
              <a:t> </a:t>
            </a:r>
            <a:r>
              <a:rPr lang="en-US" altLang="ja-JP" dirty="0" err="1"/>
              <a:t>emmc</a:t>
            </a:r>
            <a:r>
              <a:rPr lang="en-US" altLang="ja-JP" dirty="0"/>
              <a:t> /</a:t>
            </a:r>
            <a:r>
              <a:rPr lang="en-US" altLang="ja-JP" dirty="0" err="1"/>
              <a:t>dev</a:t>
            </a:r>
            <a:r>
              <a:rPr lang="en-US" altLang="ja-JP" dirty="0"/>
              <a:t>/block/mmcblk1p8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/</a:t>
            </a:r>
            <a:r>
              <a:rPr lang="en-US" altLang="ja-JP" dirty="0" err="1"/>
              <a:t>sdcard</a:t>
            </a:r>
            <a:r>
              <a:rPr lang="en-US" altLang="ja-JP" dirty="0"/>
              <a:t> </a:t>
            </a:r>
            <a:r>
              <a:rPr lang="en-US" altLang="ja-JP" dirty="0" err="1"/>
              <a:t>vfat</a:t>
            </a:r>
            <a:r>
              <a:rPr lang="en-US" altLang="ja-JP" dirty="0"/>
              <a:t> /</a:t>
            </a:r>
            <a:r>
              <a:rPr lang="en-US" altLang="ja-JP" dirty="0" err="1"/>
              <a:t>dev</a:t>
            </a:r>
            <a:r>
              <a:rPr lang="en-US" altLang="ja-JP" dirty="0"/>
              <a:t>/block/mmcblk1p1</a:t>
            </a:r>
          </a:p>
        </p:txBody>
      </p:sp>
    </p:spTree>
    <p:extLst>
      <p:ext uri="{BB962C8B-B14F-4D97-AF65-F5344CB8AC3E}">
        <p14:creationId xmlns:p14="http://schemas.microsoft.com/office/powerpoint/2010/main" val="268638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6612" y="0"/>
            <a:ext cx="8307387" cy="908050"/>
          </a:xfrm>
        </p:spPr>
        <p:txBody>
          <a:bodyPr/>
          <a:lstStyle/>
          <a:p>
            <a:r>
              <a:rPr lang="en-US" altLang="ja-JP" dirty="0"/>
              <a:t>Modify Android Source Code for SD 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device/</a:t>
            </a:r>
            <a:r>
              <a:rPr lang="en-US" altLang="ja-JP" dirty="0" err="1"/>
              <a:t>fsl</a:t>
            </a:r>
            <a:r>
              <a:rPr lang="en-US" altLang="ja-JP" dirty="0"/>
              <a:t>/sabresd_6dq/</a:t>
            </a:r>
            <a:r>
              <a:rPr lang="en-US" altLang="ja-JP" dirty="0" err="1"/>
              <a:t>vold.fstab</a:t>
            </a:r>
            <a:r>
              <a:rPr lang="en-US" altLang="ja-JP" dirty="0"/>
              <a:t> b/device/</a:t>
            </a:r>
            <a:r>
              <a:rPr lang="en-US" altLang="ja-JP" dirty="0" err="1"/>
              <a:t>fsl</a:t>
            </a:r>
            <a:r>
              <a:rPr lang="en-US" altLang="ja-JP" dirty="0"/>
              <a:t>/sabresd_6dq/</a:t>
            </a:r>
            <a:r>
              <a:rPr lang="en-US" altLang="ja-JP" dirty="0" err="1"/>
              <a:t>vold.fstab</a:t>
            </a:r>
            <a:endParaRPr lang="en-US" altLang="ja-JP" dirty="0"/>
          </a:p>
          <a:p>
            <a:pPr lvl="1"/>
            <a:r>
              <a:rPr kumimoji="1" lang="en-US" altLang="ja-JP" dirty="0" smtClean="0"/>
              <a:t>Modify it: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78279" y="2676393"/>
            <a:ext cx="6801633" cy="40626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@@ -26,7 +26,7 @@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#used for all </a:t>
            </a:r>
            <a:r>
              <a:rPr lang="en-US" altLang="ja-JP" sz="1800" dirty="0" err="1"/>
              <a:t>usb</a:t>
            </a:r>
            <a:r>
              <a:rPr lang="en-US" altLang="ja-JP" sz="1800" dirty="0"/>
              <a:t> host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/>
              <a:t>dev_mount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udisk</a:t>
            </a:r>
            <a:r>
              <a:rPr lang="en-US" altLang="ja-JP" sz="1800" dirty="0"/>
              <a:t>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udisk</a:t>
            </a:r>
            <a:r>
              <a:rPr lang="en-US" altLang="ja-JP" sz="1800" dirty="0"/>
              <a:t> auto /devices/platform/</a:t>
            </a:r>
            <a:r>
              <a:rPr lang="en-US" altLang="ja-JP" sz="1800" dirty="0" err="1"/>
              <a:t>fsl-ehci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#mount SDHC4 SD card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sdcard</a:t>
            </a:r>
            <a:r>
              <a:rPr lang="en-US" altLang="ja-JP" sz="1800" dirty="0"/>
              <a:t> as primary storage for MX6Q SABER_LITE </a:t>
            </a:r>
            <a:r>
              <a:rPr lang="en-US" altLang="ja-JP" sz="1800" dirty="0" err="1"/>
              <a:t>RevC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-</a:t>
            </a:r>
            <a:r>
              <a:rPr lang="en-US" altLang="ja-JP" sz="1800" dirty="0" err="1"/>
              <a:t>dev_mount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extsd</a:t>
            </a:r>
            <a:r>
              <a:rPr lang="en-US" altLang="ja-JP" sz="1800" dirty="0"/>
              <a:t>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extsd</a:t>
            </a:r>
            <a:r>
              <a:rPr lang="en-US" altLang="ja-JP" sz="1800" dirty="0"/>
              <a:t> auto /devices/platform/sdhci-esdhc-imx.2/</a:t>
            </a:r>
            <a:r>
              <a:rPr lang="en-US" altLang="ja-JP" sz="1800" dirty="0" err="1"/>
              <a:t>mmc_host</a:t>
            </a:r>
            <a:r>
              <a:rPr lang="en-US" altLang="ja-JP" sz="1800" dirty="0"/>
              <a:t>/mmc1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+</a:t>
            </a:r>
            <a:r>
              <a:rPr lang="en-US" altLang="ja-JP" sz="1800" dirty="0" err="1"/>
              <a:t>dev_mount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extsd</a:t>
            </a:r>
            <a:r>
              <a:rPr lang="en-US" altLang="ja-JP" sz="1800" dirty="0"/>
              <a:t>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extsd</a:t>
            </a:r>
            <a:r>
              <a:rPr lang="en-US" altLang="ja-JP" sz="1800" dirty="0"/>
              <a:t> auto /devices/platform/sdhci-esdhc-imx.1/</a:t>
            </a:r>
            <a:r>
              <a:rPr lang="en-US" altLang="ja-JP" sz="1800" dirty="0" err="1"/>
              <a:t>mmc_host</a:t>
            </a:r>
            <a:r>
              <a:rPr lang="en-US" altLang="ja-JP" sz="1800" dirty="0"/>
              <a:t>/mmc2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#mount SDHC3 TF card to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extsd</a:t>
            </a:r>
            <a:r>
              <a:rPr lang="en-US" altLang="ja-JP" sz="1800" dirty="0"/>
              <a:t> as external storage forMX6Q SABER_LITE </a:t>
            </a:r>
            <a:r>
              <a:rPr lang="en-US" altLang="ja-JP" sz="1800" dirty="0" err="1"/>
              <a:t>RevC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/>
              <a:t>#</a:t>
            </a:r>
            <a:r>
              <a:rPr lang="en-US" altLang="ja-JP" sz="1800" dirty="0" err="1"/>
              <a:t>dev_mount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sdcard</a:t>
            </a:r>
            <a:r>
              <a:rPr lang="en-US" altLang="ja-JP" sz="1800" dirty="0"/>
              <a:t> /</a:t>
            </a:r>
            <a:r>
              <a:rPr lang="en-US" altLang="ja-JP" sz="1800" dirty="0" err="1"/>
              <a:t>mnt</a:t>
            </a:r>
            <a:r>
              <a:rPr lang="en-US" altLang="ja-JP" sz="1800" dirty="0"/>
              <a:t>/</a:t>
            </a:r>
            <a:r>
              <a:rPr lang="en-US" altLang="ja-JP" sz="1800" dirty="0" err="1"/>
              <a:t>sdcard</a:t>
            </a:r>
            <a:r>
              <a:rPr lang="en-US" altLang="ja-JP" sz="1800" dirty="0"/>
              <a:t> 4 /devices/platform/sdhci-esdhc-imx.3/</a:t>
            </a:r>
            <a:r>
              <a:rPr lang="en-US" altLang="ja-JP" sz="1800" dirty="0" err="1"/>
              <a:t>mmc_host</a:t>
            </a:r>
            <a:r>
              <a:rPr lang="en-US" altLang="ja-JP" sz="1800" dirty="0"/>
              <a:t>/mmc0</a:t>
            </a:r>
          </a:p>
        </p:txBody>
      </p:sp>
    </p:spTree>
    <p:extLst>
      <p:ext uri="{BB962C8B-B14F-4D97-AF65-F5344CB8AC3E}">
        <p14:creationId xmlns:p14="http://schemas.microsoft.com/office/powerpoint/2010/main" val="30627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Fix 32bit </a:t>
            </a:r>
            <a:r>
              <a:rPr lang="en-US" altLang="ja-JP" dirty="0" smtClean="0"/>
              <a:t>files 1/4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Setup files</a:t>
            </a:r>
          </a:p>
          <a:p>
            <a:pPr lvl="1"/>
            <a:r>
              <a:rPr lang="en-US" altLang="ja-JP" dirty="0" err="1"/>
              <a:t>sudo</a:t>
            </a:r>
            <a:r>
              <a:rPr lang="en-US" altLang="ja-JP" dirty="0"/>
              <a:t> apt-get </a:t>
            </a:r>
            <a:r>
              <a:rPr lang="en-US" altLang="ja-JP" dirty="0" smtClean="0"/>
              <a:t>install</a:t>
            </a:r>
          </a:p>
          <a:p>
            <a:pPr lvl="2"/>
            <a:r>
              <a:rPr lang="en-US" altLang="ja-JP" dirty="0" err="1" smtClean="0"/>
              <a:t>uuid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uuid-dev</a:t>
            </a:r>
            <a:r>
              <a:rPr lang="en-US" altLang="ja-JP" dirty="0" smtClean="0"/>
              <a:t> zlib1g-dev </a:t>
            </a:r>
            <a:r>
              <a:rPr lang="en-US" altLang="ja-JP" dirty="0" err="1" smtClean="0"/>
              <a:t>liblz-dev</a:t>
            </a:r>
            <a:r>
              <a:rPr lang="en-US" altLang="ja-JP" dirty="0" smtClean="0"/>
              <a:t> </a:t>
            </a:r>
            <a:r>
              <a:rPr lang="en-US" altLang="ja-JP" dirty="0"/>
              <a:t>liblzo2-2 </a:t>
            </a:r>
            <a:r>
              <a:rPr lang="en-US" altLang="ja-JP" dirty="0" smtClean="0"/>
              <a:t>liblzo2-de</a:t>
            </a:r>
          </a:p>
          <a:p>
            <a:pPr lvl="2"/>
            <a:endParaRPr kumimoji="1" lang="en-US" altLang="ja-JP" dirty="0"/>
          </a:p>
          <a:p>
            <a:r>
              <a:rPr lang="en-US" altLang="ja-JP" dirty="0" smtClean="0"/>
              <a:t>Download 32bits files</a:t>
            </a:r>
          </a:p>
          <a:p>
            <a:pPr lvl="1"/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440492" y="3344448"/>
            <a:ext cx="6801633" cy="343839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da-DK" altLang="ja-JP" sz="1800" dirty="0"/>
              <a:t>wget https://community.freescale.com/servlet/JiveServlet/download/312916-255326/liblzo2-2_2.05-1_i386.deb.zip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da-DK" altLang="ja-JP" sz="1800" dirty="0"/>
              <a:t>wget https://community.freescale.com/servlet/JiveServlet/download/312916-255325/liblzo2-dev_2.05-1_i386.deb.zip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da-DK" altLang="ja-JP" sz="1800" dirty="0"/>
              <a:t>wget https://community.freescale.com/servlet/JiveServlet/download/312916-255364/mtd-utils.tgz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da-DK" altLang="ja-JP" sz="1800" dirty="0"/>
              <a:t>wget https://community.freescale.com/servlet/JiveServlet/download/312916-258740/uuid-dev_2.20.1-1ubuntu3_i386.deb.zip</a:t>
            </a:r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1897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Fix 32bit </a:t>
            </a:r>
            <a:r>
              <a:rPr lang="en-US" altLang="ja-JP" dirty="0" smtClean="0"/>
              <a:t>files 2/4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Setup 32bits files</a:t>
            </a:r>
          </a:p>
          <a:p>
            <a:pPr lvl="1"/>
            <a:r>
              <a:rPr lang="en-US" altLang="ja-JP" dirty="0" smtClean="0"/>
              <a:t>Install liblzo2 &amp; </a:t>
            </a:r>
            <a:r>
              <a:rPr lang="en-US" altLang="ja-JP" dirty="0" err="1" smtClean="0"/>
              <a:t>uuid</a:t>
            </a:r>
            <a:endParaRPr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440492" y="2311052"/>
            <a:ext cx="6801633" cy="43841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unzip liblzo2-2_2.05-1_i386.deb.zip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unzip liblzo2-dev_2.05-1_i386.deb.zip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unzip </a:t>
            </a:r>
            <a:r>
              <a:rPr lang="en-US" altLang="ja-JP" dirty="0" smtClean="0"/>
              <a:t>uuid-dev_2.20.1-1ubuntu3_i386.deb.zip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mkdir</a:t>
            </a:r>
            <a:r>
              <a:rPr lang="en-US" altLang="ja-JP" dirty="0"/>
              <a:t> /</a:t>
            </a:r>
            <a:r>
              <a:rPr lang="en-US" altLang="ja-JP" dirty="0" err="1"/>
              <a:t>usr</a:t>
            </a:r>
            <a:r>
              <a:rPr lang="en-US" altLang="ja-JP" dirty="0"/>
              <a:t>/lib/liblzo2_i386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mkdir</a:t>
            </a:r>
            <a:r>
              <a:rPr lang="en-US" altLang="ja-JP" dirty="0"/>
              <a:t> /</a:t>
            </a:r>
            <a:r>
              <a:rPr lang="en-US" altLang="ja-JP" dirty="0" err="1"/>
              <a:t>usr</a:t>
            </a:r>
            <a:r>
              <a:rPr lang="en-US" altLang="ja-JP" dirty="0"/>
              <a:t>/lib/uuid-dev_i386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dpkg</a:t>
            </a:r>
            <a:r>
              <a:rPr lang="en-US" altLang="ja-JP" dirty="0"/>
              <a:t> -x liblzo2-dev_2.05-1_i386.deb /</a:t>
            </a:r>
            <a:r>
              <a:rPr lang="en-US" altLang="ja-JP" dirty="0" err="1"/>
              <a:t>usr</a:t>
            </a:r>
            <a:r>
              <a:rPr lang="en-US" altLang="ja-JP" dirty="0"/>
              <a:t>/lib/liblzo2_i386/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dpkg</a:t>
            </a:r>
            <a:r>
              <a:rPr lang="en-US" altLang="ja-JP" dirty="0"/>
              <a:t> -x liblzo2-2_2.05-1_i386.deb /</a:t>
            </a:r>
            <a:r>
              <a:rPr lang="en-US" altLang="ja-JP" dirty="0" err="1"/>
              <a:t>usr</a:t>
            </a:r>
            <a:r>
              <a:rPr lang="en-US" altLang="ja-JP" dirty="0"/>
              <a:t>/lib/liblzo2_i386/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dpkg</a:t>
            </a:r>
            <a:r>
              <a:rPr lang="en-US" altLang="ja-JP" dirty="0"/>
              <a:t> -x uuid-dev_2.20.1-1ubuntu3_i386.deb  /</a:t>
            </a:r>
            <a:r>
              <a:rPr lang="en-US" altLang="ja-JP" dirty="0" err="1"/>
              <a:t>usr</a:t>
            </a:r>
            <a:r>
              <a:rPr lang="en-US" altLang="ja-JP" dirty="0"/>
              <a:t>/lib/uuid-dev_i386/</a:t>
            </a:r>
          </a:p>
        </p:txBody>
      </p:sp>
    </p:spTree>
    <p:extLst>
      <p:ext uri="{BB962C8B-B14F-4D97-AF65-F5344CB8AC3E}">
        <p14:creationId xmlns:p14="http://schemas.microsoft.com/office/powerpoint/2010/main" val="401155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Fix 32bit </a:t>
            </a:r>
            <a:r>
              <a:rPr lang="en-US" altLang="ja-JP" dirty="0" smtClean="0"/>
              <a:t>files 3/4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Setup 32bits files</a:t>
            </a:r>
          </a:p>
          <a:p>
            <a:pPr lvl="1"/>
            <a:r>
              <a:rPr lang="en-US" altLang="ja-JP" dirty="0" smtClean="0"/>
              <a:t>Re-link liblzo2 &amp; </a:t>
            </a:r>
            <a:r>
              <a:rPr lang="en-US" altLang="ja-JP" dirty="0" err="1" smtClean="0"/>
              <a:t>uuid</a:t>
            </a:r>
            <a:endParaRPr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440492" y="2079320"/>
            <a:ext cx="6801633" cy="477867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rm</a:t>
            </a:r>
            <a:r>
              <a:rPr lang="en-US" altLang="ja-JP" dirty="0"/>
              <a:t> liblzo2.a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rm</a:t>
            </a:r>
            <a:r>
              <a:rPr lang="en-US" altLang="ja-JP" dirty="0"/>
              <a:t> liblzo2.so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rm</a:t>
            </a:r>
            <a:r>
              <a:rPr lang="en-US" altLang="ja-JP" dirty="0"/>
              <a:t> liblzo2.so.2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liblzo2_i386/</a:t>
            </a:r>
            <a:r>
              <a:rPr lang="en-US" altLang="ja-JP" dirty="0" err="1"/>
              <a:t>usr</a:t>
            </a:r>
            <a:r>
              <a:rPr lang="en-US" altLang="ja-JP" dirty="0"/>
              <a:t>/lib/liblzo2.a </a:t>
            </a:r>
            <a:r>
              <a:rPr lang="en-US" altLang="ja-JP" dirty="0" err="1"/>
              <a:t>liblzo2.a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liblzo2_i386/</a:t>
            </a:r>
            <a:r>
              <a:rPr lang="en-US" altLang="ja-JP" dirty="0" err="1"/>
              <a:t>usr</a:t>
            </a:r>
            <a:r>
              <a:rPr lang="en-US" altLang="ja-JP" dirty="0"/>
              <a:t>/lib/liblzo2.so.2.0.0 liblzo2.so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liblzo2_i386/</a:t>
            </a:r>
            <a:r>
              <a:rPr lang="en-US" altLang="ja-JP" dirty="0" err="1"/>
              <a:t>usr</a:t>
            </a:r>
            <a:r>
              <a:rPr lang="en-US" altLang="ja-JP" dirty="0"/>
              <a:t>/lib/liblzo2.so.2.0.0 liblzo2.so.2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uuid-dev_i386/</a:t>
            </a:r>
            <a:r>
              <a:rPr lang="en-US" altLang="ja-JP" dirty="0" err="1"/>
              <a:t>usr</a:t>
            </a:r>
            <a:r>
              <a:rPr lang="en-US" altLang="ja-JP" dirty="0"/>
              <a:t>/lib/i386-linux-gnu/</a:t>
            </a:r>
            <a:r>
              <a:rPr lang="en-US" altLang="ja-JP" dirty="0" err="1"/>
              <a:t>libuuid.a</a:t>
            </a:r>
            <a:r>
              <a:rPr lang="en-US" altLang="ja-JP" dirty="0"/>
              <a:t>  </a:t>
            </a:r>
            <a:r>
              <a:rPr lang="en-US" altLang="ja-JP" dirty="0" err="1"/>
              <a:t>libuuid.a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uuid-dev_i386/usr/lib/i386-linux-gnu/libuuid.so  libuuid.so </a:t>
            </a:r>
          </a:p>
        </p:txBody>
      </p:sp>
    </p:spTree>
    <p:extLst>
      <p:ext uri="{BB962C8B-B14F-4D97-AF65-F5344CB8AC3E}">
        <p14:creationId xmlns:p14="http://schemas.microsoft.com/office/powerpoint/2010/main" val="204361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Fix 32bit </a:t>
            </a:r>
            <a:r>
              <a:rPr lang="en-US" altLang="ja-JP" dirty="0" smtClean="0"/>
              <a:t>files 4/4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Modify </a:t>
            </a:r>
          </a:p>
          <a:p>
            <a:pPr lvl="1"/>
            <a:r>
              <a:rPr lang="en-US" altLang="ja-JP" dirty="0"/>
              <a:t>external/mtd-utils/mkfs.ubifs/Android.mk</a:t>
            </a:r>
            <a:endParaRPr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440492" y="2273476"/>
            <a:ext cx="6801633" cy="21106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LOCAL_LDFLAGS +=-L /</a:t>
            </a:r>
            <a:r>
              <a:rPr lang="en-US" altLang="ja-JP" dirty="0" err="1"/>
              <a:t>usr</a:t>
            </a:r>
            <a:r>
              <a:rPr lang="en-US" altLang="ja-JP" dirty="0"/>
              <a:t>/lib/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  LOCAL_C_INCLUDES +=/</a:t>
            </a:r>
            <a:r>
              <a:rPr lang="en-US" altLang="ja-JP" dirty="0" err="1"/>
              <a:t>usr</a:t>
            </a:r>
            <a:r>
              <a:rPr lang="en-US" altLang="ja-JP" dirty="0"/>
              <a:t>/lib/</a:t>
            </a:r>
            <a:r>
              <a:rPr lang="en-US" altLang="ja-JP" dirty="0" err="1"/>
              <a:t>uuid-dev</a:t>
            </a:r>
            <a:r>
              <a:rPr lang="en-US" altLang="ja-JP" dirty="0"/>
              <a:t>/</a:t>
            </a:r>
            <a:r>
              <a:rPr lang="en-US" altLang="ja-JP" dirty="0" err="1"/>
              <a:t>usr</a:t>
            </a:r>
            <a:r>
              <a:rPr lang="en-US" altLang="ja-JP" dirty="0"/>
              <a:t>/include/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  LOCAL_C_INCLUDES +=/</a:t>
            </a:r>
            <a:r>
              <a:rPr lang="en-US" altLang="ja-JP" dirty="0" err="1"/>
              <a:t>usr</a:t>
            </a:r>
            <a:r>
              <a:rPr lang="en-US" altLang="ja-JP" dirty="0"/>
              <a:t>/lib/liblzo2_i386/</a:t>
            </a:r>
            <a:r>
              <a:rPr lang="en-US" altLang="ja-JP" dirty="0" err="1"/>
              <a:t>usr</a:t>
            </a:r>
            <a:r>
              <a:rPr lang="en-US" altLang="ja-JP" dirty="0"/>
              <a:t>/include</a:t>
            </a:r>
          </a:p>
        </p:txBody>
      </p:sp>
    </p:spTree>
    <p:extLst>
      <p:ext uri="{BB962C8B-B14F-4D97-AF65-F5344CB8AC3E}">
        <p14:creationId xmlns:p14="http://schemas.microsoft.com/office/powerpoint/2010/main" val="88651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Source </a:t>
            </a:r>
            <a:r>
              <a:rPr lang="en-US" altLang="ja-JP" dirty="0" smtClean="0"/>
              <a:t>Codes 1/3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Android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pPr marL="0" indent="0">
              <a:buNone/>
            </a:pPr>
            <a:endParaRPr kumimoji="1" lang="en-US" altLang="ja-JP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440492" y="1772436"/>
            <a:ext cx="6801633" cy="21106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smtClean="0"/>
              <a:t>[your Android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]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sabresd_6dq-user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</p:spTree>
    <p:extLst>
      <p:ext uri="{BB962C8B-B14F-4D97-AF65-F5344CB8AC3E}">
        <p14:creationId xmlns:p14="http://schemas.microsoft.com/office/powerpoint/2010/main" val="23190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Source </a:t>
            </a:r>
            <a:r>
              <a:rPr lang="en-US" altLang="ja-JP" dirty="0" smtClean="0"/>
              <a:t>Codes 2/3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u-boot</a:t>
            </a: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1592892" y="1753647"/>
            <a:ext cx="6801633" cy="355738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[your Android </a:t>
            </a:r>
            <a:r>
              <a:rPr lang="en-US" altLang="ja-JP" dirty="0" err="1"/>
              <a:t>dir</a:t>
            </a:r>
            <a:r>
              <a:rPr lang="en-US" altLang="ja-JP" dirty="0"/>
              <a:t>]/bootable/</a:t>
            </a:r>
            <a:r>
              <a:rPr lang="en-US" altLang="ja-JP" dirty="0" err="1"/>
              <a:t>bootloader</a:t>
            </a:r>
            <a:r>
              <a:rPr lang="en-US" altLang="ja-JP" dirty="0"/>
              <a:t>/</a:t>
            </a:r>
            <a:r>
              <a:rPr lang="en-US" altLang="ja-JP" dirty="0" err="1"/>
              <a:t>uboot-imx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CROSS_COMPILE=[your Android </a:t>
            </a:r>
            <a:r>
              <a:rPr lang="en-US" altLang="ja-JP" dirty="0" err="1"/>
              <a:t>dir</a:t>
            </a:r>
            <a:r>
              <a:rPr lang="en-US" altLang="ja-JP" dirty="0"/>
              <a:t>]/</a:t>
            </a:r>
            <a:r>
              <a:rPr lang="en-US" altLang="ja-JP" dirty="0" err="1"/>
              <a:t>prebuilts</a:t>
            </a:r>
            <a:r>
              <a:rPr lang="en-US" altLang="ja-JP" dirty="0"/>
              <a:t>/</a:t>
            </a:r>
            <a:r>
              <a:rPr lang="en-US" altLang="ja-JP" dirty="0" err="1"/>
              <a:t>gcc</a:t>
            </a:r>
            <a:r>
              <a:rPr lang="en-US" altLang="ja-JP" dirty="0"/>
              <a:t>/linux-x86/arm/arm-eabi-4.6/bin/arm-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distclean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mx6q_sabresd_android_config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</p:spTree>
    <p:extLst>
      <p:ext uri="{BB962C8B-B14F-4D97-AF65-F5344CB8AC3E}">
        <p14:creationId xmlns:p14="http://schemas.microsoft.com/office/powerpoint/2010/main" val="353562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Source </a:t>
            </a:r>
            <a:r>
              <a:rPr lang="en-US" altLang="ja-JP" dirty="0" smtClean="0"/>
              <a:t>Codes 3/3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kernel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lang="en-US" altLang="ja-JP" dirty="0" smtClean="0"/>
              <a:t>Build boot-image</a:t>
            </a:r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1592892" y="1753648"/>
            <a:ext cx="6801633" cy="237994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ARCH=arm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CROSS_COMPILE=[your Android </a:t>
            </a:r>
            <a:r>
              <a:rPr lang="en-US" altLang="ja-JP" dirty="0" err="1"/>
              <a:t>dir</a:t>
            </a:r>
            <a:r>
              <a:rPr lang="en-US" altLang="ja-JP" dirty="0"/>
              <a:t>]/</a:t>
            </a:r>
            <a:r>
              <a:rPr lang="en-US" altLang="ja-JP" dirty="0" err="1"/>
              <a:t>prebuilts</a:t>
            </a:r>
            <a:r>
              <a:rPr lang="en-US" altLang="ja-JP" dirty="0"/>
              <a:t>/</a:t>
            </a:r>
            <a:r>
              <a:rPr lang="en-US" altLang="ja-JP" dirty="0" err="1"/>
              <a:t>gcc</a:t>
            </a:r>
            <a:r>
              <a:rPr lang="en-US" altLang="ja-JP" dirty="0"/>
              <a:t>/linux-x86/arm/arm-eabi-4.6/bin/arm-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imx6_android_defconfig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uImage</a:t>
            </a:r>
            <a:endParaRPr lang="en-US" altLang="ja-JP" dirty="0"/>
          </a:p>
        </p:txBody>
      </p:sp>
      <p:sp>
        <p:nvSpPr>
          <p:cNvPr id="6" name="正方形/長方形 5"/>
          <p:cNvSpPr/>
          <p:nvPr/>
        </p:nvSpPr>
        <p:spPr>
          <a:xfrm>
            <a:off x="1563663" y="4799561"/>
            <a:ext cx="6801633" cy="191439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[your Android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source 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lunch sabresd_6dq-user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bootimage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128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 SD </a:t>
            </a:r>
            <a:r>
              <a:rPr lang="en-US" altLang="ja-JP" dirty="0" smtClean="0"/>
              <a:t>Card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If you want to boot from SD Card, you have to make a special sector for this board.</a:t>
            </a:r>
          </a:p>
          <a:p>
            <a:pPr lvl="1"/>
            <a:r>
              <a:rPr lang="en-US" altLang="ja-JP" dirty="0" smtClean="0"/>
              <a:t>This script can make the special sector.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2693098"/>
            <a:ext cx="6801633" cy="26304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[your Android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./out/target/product/sabresd_6dq/*.</a:t>
            </a:r>
            <a:r>
              <a:rPr lang="en-US" altLang="ja-JP" dirty="0" err="1"/>
              <a:t>img</a:t>
            </a:r>
            <a:r>
              <a:rPr lang="en-US" altLang="ja-JP" dirty="0"/>
              <a:t>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chmod</a:t>
            </a:r>
            <a:r>
              <a:rPr lang="en-US" altLang="ja-JP" dirty="0"/>
              <a:t> +x ./device/fsl/common/tools/fsl-sdcard-partition.sh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sudo</a:t>
            </a:r>
            <a:r>
              <a:rPr lang="en-US" altLang="ja-JP" dirty="0"/>
              <a:t> ./device/fsl/common/tools/fsl-sdcard-partition.sh /</a:t>
            </a:r>
            <a:r>
              <a:rPr lang="en-US" altLang="ja-JP" dirty="0" err="1" smtClean="0"/>
              <a:t>dev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sdX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	※X is your SD Card device name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4930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38411" y="1125538"/>
            <a:ext cx="8617907" cy="5327650"/>
          </a:xfrm>
        </p:spPr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en-US" altLang="ja-JP" sz="3600" dirty="0"/>
              <a:t>TI - OMAP5432 (Cortex-A15 Dual)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55274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TI - OMAP5432 (Cortex-A15 Dual)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145756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fr-FR" altLang="ja-JP" dirty="0" smtClean="0"/>
              <a:t>EVB</a:t>
            </a:r>
            <a:endParaRPr lang="fr-FR" altLang="ja-JP" dirty="0"/>
          </a:p>
          <a:p>
            <a:pPr lvl="2"/>
            <a:r>
              <a:rPr lang="fr-FR" altLang="ja-JP" dirty="0" smtClean="0"/>
              <a:t>OMAP5432-EVM</a:t>
            </a:r>
            <a:endParaRPr lang="fr-FR" altLang="ja-JP" dirty="0"/>
          </a:p>
          <a:p>
            <a:pPr lvl="3"/>
            <a:r>
              <a:rPr lang="en-US" altLang="ja-JP" dirty="0">
                <a:hlinkClick r:id="rId2"/>
              </a:rPr>
              <a:t>http://www.ti.com/tool/omap5432-evm?DCMP=omap-5432evm-130521&amp;HQS=omap-5432evm-b-sw</a:t>
            </a:r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/>
              <a:t>Official Kernel &amp; Android </a:t>
            </a:r>
          </a:p>
          <a:p>
            <a:pPr lvl="2"/>
            <a:r>
              <a:rPr lang="fr-FR" altLang="ja-JP" dirty="0"/>
              <a:t>With Build Manual&amp;Data </a:t>
            </a:r>
            <a:r>
              <a:rPr lang="fr-FR" altLang="ja-JP" dirty="0" smtClean="0"/>
              <a:t>Sheet</a:t>
            </a:r>
            <a:endParaRPr kumimoji="1" lang="fr-FR" altLang="ja-JP" dirty="0" smtClean="0"/>
          </a:p>
          <a:p>
            <a:pPr lvl="2"/>
            <a:r>
              <a:rPr lang="en-US" altLang="ja-JP" sz="1600" dirty="0" smtClean="0">
                <a:hlinkClick r:id="rId3"/>
              </a:rPr>
              <a:t>http://www.ti.com/tool/omap5432-evm-eval-sw</a:t>
            </a:r>
            <a:endParaRPr lang="en-US" altLang="ja-JP" sz="1600" dirty="0" smtClean="0"/>
          </a:p>
          <a:p>
            <a:pPr lvl="2"/>
            <a:r>
              <a:rPr lang="fr-FR" altLang="ja-JP" sz="1600" dirty="0">
                <a:hlinkClick r:id="rId4"/>
              </a:rPr>
              <a:t>http://</a:t>
            </a:r>
            <a:r>
              <a:rPr lang="fr-FR" altLang="ja-JP" sz="1600" dirty="0" smtClean="0">
                <a:hlinkClick r:id="rId4"/>
              </a:rPr>
              <a:t>omapedia.org/wiki/Panda5AJ.1.5_Release_Notes</a:t>
            </a:r>
            <a:endParaRPr lang="fr-FR" altLang="ja-JP" sz="1600" dirty="0" smtClean="0"/>
          </a:p>
          <a:p>
            <a:pPr lvl="2"/>
            <a:endParaRPr kumimoji="1" lang="fr-FR" altLang="ja-JP" dirty="0" smtClean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712" y="814191"/>
            <a:ext cx="3494762" cy="3514351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886" y="4534423"/>
            <a:ext cx="4086906" cy="213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5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TI - OMAP5432 (Cortex-A15 Dual)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Download Android Source Code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Build Android Source </a:t>
            </a:r>
            <a:r>
              <a:rPr lang="en-US" altLang="ja-JP" dirty="0" smtClean="0"/>
              <a:t>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</a:t>
            </a:r>
            <a:r>
              <a:rPr lang="en-US" altLang="ja-JP" dirty="0"/>
              <a:t>kernel Source Code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Build kernel Source </a:t>
            </a:r>
            <a:r>
              <a:rPr lang="en-US" altLang="ja-JP" dirty="0" smtClean="0"/>
              <a:t>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Download u-boot Source </a:t>
            </a:r>
            <a:r>
              <a:rPr lang="en-US" altLang="ja-JP" dirty="0" smtClean="0"/>
              <a:t>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</a:t>
            </a:r>
            <a:r>
              <a:rPr lang="en-US" altLang="ja-JP" dirty="0"/>
              <a:t>u-boot Source </a:t>
            </a:r>
            <a:r>
              <a:rPr lang="en-US" altLang="ja-JP" dirty="0" smtClean="0"/>
              <a:t>Code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Build </a:t>
            </a:r>
            <a:r>
              <a:rPr lang="en-US" altLang="ja-JP" dirty="0" err="1"/>
              <a:t>fastboot</a:t>
            </a:r>
            <a:r>
              <a:rPr lang="en-US" altLang="ja-JP" dirty="0"/>
              <a:t> </a:t>
            </a:r>
            <a:r>
              <a:rPr lang="en-US" altLang="ja-JP" dirty="0" smtClean="0"/>
              <a:t>image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Write </a:t>
            </a:r>
            <a:r>
              <a:rPr lang="en-US" altLang="ja-JP" dirty="0" err="1"/>
              <a:t>fastboot</a:t>
            </a:r>
            <a:r>
              <a:rPr lang="en-US" altLang="ja-JP" dirty="0"/>
              <a:t> images to </a:t>
            </a:r>
            <a:r>
              <a:rPr lang="en-US" altLang="ja-JP" dirty="0" err="1"/>
              <a:t>eMMC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64802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Download Android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Android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41327"/>
            <a:ext cx="6801633" cy="303129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mkdir</a:t>
            </a:r>
            <a:r>
              <a:rPr lang="en-US" altLang="ja-JP" dirty="0" smtClean="0"/>
              <a:t> </a:t>
            </a:r>
            <a:r>
              <a:rPr lang="en-US" altLang="ja-JP" dirty="0"/>
              <a:t>-p </a:t>
            </a:r>
            <a:r>
              <a:rPr lang="en-US" altLang="ja-JP" dirty="0" err="1"/>
              <a:t>mydroid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 err="1"/>
              <a:t>mydroid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MYDROID=`</a:t>
            </a:r>
            <a:r>
              <a:rPr lang="en-US" altLang="ja-JP" dirty="0" err="1"/>
              <a:t>pwd</a:t>
            </a:r>
            <a:r>
              <a:rPr lang="en-US" altLang="ja-JP" dirty="0"/>
              <a:t>`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repo </a:t>
            </a:r>
            <a:r>
              <a:rPr lang="en-US" altLang="ja-JP" dirty="0" err="1"/>
              <a:t>init</a:t>
            </a:r>
            <a:r>
              <a:rPr lang="en-US" altLang="ja-JP" dirty="0"/>
              <a:t> -u git://git.omapzoom.org/platform/omapmanifest.git -b 5AJ.x -m RLS_panda5AJ.1.5.xml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repo </a:t>
            </a:r>
            <a:r>
              <a:rPr lang="en-US" altLang="ja-JP" dirty="0"/>
              <a:t>sync</a:t>
            </a:r>
          </a:p>
        </p:txBody>
      </p:sp>
    </p:spTree>
    <p:extLst>
      <p:ext uri="{BB962C8B-B14F-4D97-AF65-F5344CB8AC3E}">
        <p14:creationId xmlns:p14="http://schemas.microsoft.com/office/powerpoint/2010/main" val="389640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</a:t>
            </a:r>
            <a:r>
              <a:rPr kumimoji="1" lang="en-US" altLang="ja-JP" dirty="0" smtClean="0"/>
              <a:t> Android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Android system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28804"/>
            <a:ext cx="6801633" cy="16534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. </a:t>
            </a:r>
            <a:r>
              <a:rPr lang="en-US" altLang="ja-JP" dirty="0"/>
              <a:t>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lunch </a:t>
            </a:r>
            <a:r>
              <a:rPr lang="en-US" altLang="ja-JP" dirty="0"/>
              <a:t>25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clean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3698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Download kernel</a:t>
            </a:r>
            <a:r>
              <a:rPr kumimoji="1" lang="en-US" altLang="ja-JP" dirty="0" smtClean="0"/>
              <a:t>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kernel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78905"/>
            <a:ext cx="6801633" cy="33820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mkdir</a:t>
            </a:r>
            <a:r>
              <a:rPr lang="en-US" altLang="ja-JP" dirty="0" smtClean="0"/>
              <a:t> </a:t>
            </a:r>
            <a:r>
              <a:rPr lang="en-US" altLang="ja-JP" dirty="0"/>
              <a:t>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</a:t>
            </a:r>
            <a:r>
              <a:rPr lang="en-US" altLang="ja-JP" dirty="0"/>
              <a:t>clone git://git.omapzoom.org/kernel/omap.git kernel/android-3.4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kernel/android-3.4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</a:t>
            </a:r>
            <a:r>
              <a:rPr lang="en-US" altLang="ja-JP" dirty="0"/>
              <a:t>checkout 499e8d5a5aa8a271bf9c4ae404ad234b7fb22b9f</a:t>
            </a:r>
          </a:p>
        </p:txBody>
      </p:sp>
    </p:spTree>
    <p:extLst>
      <p:ext uri="{BB962C8B-B14F-4D97-AF65-F5344CB8AC3E}">
        <p14:creationId xmlns:p14="http://schemas.microsoft.com/office/powerpoint/2010/main" val="355006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 kernel</a:t>
            </a:r>
            <a:r>
              <a:rPr kumimoji="1" lang="en-US" altLang="ja-JP" dirty="0" smtClean="0"/>
              <a:t> Source Code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kernel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41326"/>
            <a:ext cx="6801633" cy="41962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PATH=$PATH:${MYDROID}/</a:t>
            </a:r>
            <a:r>
              <a:rPr lang="en-US" altLang="ja-JP" dirty="0" err="1"/>
              <a:t>prebuilts</a:t>
            </a:r>
            <a:r>
              <a:rPr lang="en-US" altLang="ja-JP" dirty="0"/>
              <a:t>/</a:t>
            </a:r>
            <a:r>
              <a:rPr lang="en-US" altLang="ja-JP" dirty="0" err="1"/>
              <a:t>gcc</a:t>
            </a:r>
            <a:r>
              <a:rPr lang="en-US" altLang="ja-JP" dirty="0"/>
              <a:t>/linux-x86/arm/arm-eabi-4.6/bin/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CROSS_COMPILE=${MYDROID}/</a:t>
            </a:r>
            <a:r>
              <a:rPr lang="en-US" altLang="ja-JP" dirty="0" err="1" smtClean="0"/>
              <a:t>prebuilts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gcc</a:t>
            </a:r>
            <a:r>
              <a:rPr lang="en-US" altLang="ja-JP" dirty="0" smtClean="0"/>
              <a:t>/linux-x86/arm/arm-eabi-4.6/bin/arm-</a:t>
            </a:r>
            <a:r>
              <a:rPr lang="en-US" altLang="ja-JP" dirty="0" err="1" smtClean="0"/>
              <a:t>eabi</a:t>
            </a:r>
            <a:r>
              <a:rPr lang="en-US" altLang="ja-JP" dirty="0" smtClean="0"/>
              <a:t>-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]/kernel/android-3.4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ARCH=arm </a:t>
            </a:r>
            <a:r>
              <a:rPr lang="en-US" altLang="ja-JP" dirty="0" err="1"/>
              <a:t>mrproper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ARCH=arm </a:t>
            </a:r>
            <a:r>
              <a:rPr lang="en-US" altLang="ja-JP" dirty="0" err="1"/>
              <a:t>android_omap_defconfig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ARCH=arm </a:t>
            </a:r>
            <a:r>
              <a:rPr lang="en-US" altLang="ja-JP" dirty="0" err="1"/>
              <a:t>uImage</a:t>
            </a:r>
            <a:r>
              <a:rPr lang="en-US" altLang="ja-JP" dirty="0"/>
              <a:t> </a:t>
            </a:r>
            <a:r>
              <a:rPr lang="en-US" altLang="ja-JP" dirty="0" smtClean="0"/>
              <a:t>modules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62464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 kernel</a:t>
            </a:r>
            <a:r>
              <a:rPr kumimoji="1" lang="en-US" altLang="ja-JP" dirty="0" smtClean="0"/>
              <a:t> Source Code 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Wi-Fi Driver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41329"/>
            <a:ext cx="6801633" cy="31189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KERNEL_DIR=[your Panda5 </a:t>
            </a:r>
            <a:r>
              <a:rPr lang="en-US" altLang="ja-JP" dirty="0" err="1"/>
              <a:t>dir</a:t>
            </a:r>
            <a:r>
              <a:rPr lang="en-US" altLang="ja-JP" dirty="0"/>
              <a:t>]/kernel/android-3.4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KLIB=${KERNEL_DIR}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export </a:t>
            </a:r>
            <a:r>
              <a:rPr lang="en-US" altLang="ja-JP" dirty="0"/>
              <a:t>KLIB_BUILD=${KERNEL_DIR}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${MYDROID}/hardware/</a:t>
            </a:r>
            <a:r>
              <a:rPr lang="en-US" altLang="ja-JP" dirty="0" err="1"/>
              <a:t>ti</a:t>
            </a:r>
            <a:r>
              <a:rPr lang="en-US" altLang="ja-JP" dirty="0"/>
              <a:t>/</a:t>
            </a:r>
            <a:r>
              <a:rPr lang="en-US" altLang="ja-JP" dirty="0" err="1"/>
              <a:t>wlan</a:t>
            </a:r>
            <a:r>
              <a:rPr lang="en-US" altLang="ja-JP" dirty="0"/>
              <a:t>/mac80211/compat_wl18xx/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ARCH=arm</a:t>
            </a:r>
          </a:p>
        </p:txBody>
      </p:sp>
    </p:spTree>
    <p:extLst>
      <p:ext uri="{BB962C8B-B14F-4D97-AF65-F5344CB8AC3E}">
        <p14:creationId xmlns:p14="http://schemas.microsoft.com/office/powerpoint/2010/main" val="358120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Download u-boot</a:t>
            </a:r>
            <a:r>
              <a:rPr kumimoji="1" lang="en-US" altLang="ja-JP" dirty="0" smtClean="0"/>
              <a:t>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Download u-boot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853855"/>
            <a:ext cx="6801633" cy="31189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</a:t>
            </a:r>
            <a:r>
              <a:rPr lang="en-US" altLang="ja-JP" dirty="0"/>
              <a:t>clone git://git.omapzoom.org/repo/omapboot.git </a:t>
            </a:r>
            <a:r>
              <a:rPr lang="en-US" altLang="ja-JP" dirty="0" err="1"/>
              <a:t>usbboot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 err="1"/>
              <a:t>usbboot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git</a:t>
            </a:r>
            <a:r>
              <a:rPr lang="en-US" altLang="ja-JP" dirty="0" smtClean="0"/>
              <a:t> </a:t>
            </a:r>
            <a:r>
              <a:rPr lang="en-US" altLang="ja-JP" dirty="0"/>
              <a:t>checkout 33af7cb409b603cf7988306ab2ea70f052a9a02b</a:t>
            </a:r>
          </a:p>
        </p:txBody>
      </p:sp>
    </p:spTree>
    <p:extLst>
      <p:ext uri="{BB962C8B-B14F-4D97-AF65-F5344CB8AC3E}">
        <p14:creationId xmlns:p14="http://schemas.microsoft.com/office/powerpoint/2010/main" val="115580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 u-boot</a:t>
            </a:r>
            <a:r>
              <a:rPr kumimoji="1" lang="en-US" altLang="ja-JP" dirty="0" smtClean="0"/>
              <a:t> Source Code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Build u-boot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67632" y="1791221"/>
            <a:ext cx="6801633" cy="174111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]/</a:t>
            </a:r>
            <a:r>
              <a:rPr lang="en-US" altLang="ja-JP" dirty="0" err="1"/>
              <a:t>usbboot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MACH=omap5 BOARD=omap5uevm clean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 </a:t>
            </a:r>
            <a:r>
              <a:rPr lang="en-US" altLang="ja-JP" dirty="0"/>
              <a:t>MACH=omap5 BOARD=omap5uevm</a:t>
            </a:r>
          </a:p>
        </p:txBody>
      </p:sp>
    </p:spTree>
    <p:extLst>
      <p:ext uri="{BB962C8B-B14F-4D97-AF65-F5344CB8AC3E}">
        <p14:creationId xmlns:p14="http://schemas.microsoft.com/office/powerpoint/2010/main" val="51812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Build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Copy kernel to OTA image </a:t>
            </a:r>
            <a:r>
              <a:rPr lang="en-US" altLang="ja-JP" dirty="0" err="1" smtClean="0"/>
              <a:t>dir</a:t>
            </a:r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r>
              <a:rPr lang="en-US" altLang="ja-JP" dirty="0" smtClean="0"/>
              <a:t>Copy Wi-Fi Drivers to OTA image </a:t>
            </a:r>
            <a:r>
              <a:rPr lang="en-US" altLang="ja-JP" dirty="0" err="1" smtClean="0"/>
              <a:t>dir</a:t>
            </a:r>
            <a:endParaRPr kumimoji="1" lang="en-US" altLang="ja-JP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1" y="1716066"/>
            <a:ext cx="6801633" cy="121502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smtClean="0"/>
              <a:t>cd </a:t>
            </a:r>
            <a:r>
              <a:rPr lang="en-US" altLang="ja-JP" sz="1800" dirty="0"/>
              <a:t>$MYDROID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[your Panda5 </a:t>
            </a:r>
            <a:r>
              <a:rPr lang="en-US" altLang="ja-JP" sz="1800" dirty="0" err="1"/>
              <a:t>dir</a:t>
            </a:r>
            <a:r>
              <a:rPr lang="en-US" altLang="ja-JP" sz="1800" dirty="0"/>
              <a:t>]/kernel/android-3.4/arch/arm/boot/</a:t>
            </a:r>
            <a:r>
              <a:rPr lang="en-US" altLang="ja-JP" sz="1800" dirty="0" err="1"/>
              <a:t>zImage</a:t>
            </a:r>
            <a:r>
              <a:rPr lang="en-US" altLang="ja-JP" sz="1800" dirty="0"/>
              <a:t> device/</a:t>
            </a:r>
            <a:r>
              <a:rPr lang="en-US" altLang="ja-JP" sz="1800" dirty="0" err="1"/>
              <a:t>ti</a:t>
            </a:r>
            <a:r>
              <a:rPr lang="en-US" altLang="ja-JP" sz="1800" dirty="0"/>
              <a:t>/panda5/kernel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592890" y="3695178"/>
            <a:ext cx="6801633" cy="30563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smtClean="0"/>
              <a:t>cd </a:t>
            </a:r>
            <a:r>
              <a:rPr lang="en-US" altLang="ja-JP" sz="1200" dirty="0"/>
              <a:t>$MYDROID/out/target/product/panda5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mkdir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-p system/lib/modules; cd system/lib/modules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${MYDROID}/hardware/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</a:t>
            </a:r>
            <a:r>
              <a:rPr lang="en-US" altLang="ja-JP" sz="1200" dirty="0" err="1"/>
              <a:t>compat</a:t>
            </a:r>
            <a:r>
              <a:rPr lang="en-US" altLang="ja-JP" sz="1200" dirty="0"/>
              <a:t>/</a:t>
            </a:r>
            <a:r>
              <a:rPr lang="en-US" altLang="ja-JP" sz="1200" dirty="0" err="1"/>
              <a:t>compat.ko</a:t>
            </a:r>
            <a:r>
              <a:rPr lang="en-US" altLang="ja-JP" sz="1200" dirty="0"/>
              <a:t>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</a:t>
            </a:r>
            <a:r>
              <a:rPr lang="en-US" altLang="ja-JP" sz="1200" dirty="0" smtClean="0"/>
              <a:t>${MYDROID</a:t>
            </a:r>
            <a:r>
              <a:rPr lang="en-US" altLang="ja-JP" sz="1200" dirty="0"/>
              <a:t>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/mac80211/compat_wl18xx/net/wireless/cfg80211.ko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${MYDROID}/hardware/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/mac80211/compat_wl18xx/net/mac80211/mac80211.ko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${MYDROID}/hardware/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/mac80211/compat_wl18xx/drivers/net/wireless/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/wl12xx/wl12xx.ko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${MYDROID}/hardware/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/mac80211/compat_wl18xx/drivers/net/wireless/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/wl18xx/wl18xx.ko 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200" dirty="0" err="1" smtClean="0"/>
              <a:t>cp</a:t>
            </a:r>
            <a:r>
              <a:rPr lang="en-US" altLang="ja-JP" sz="1200" dirty="0" smtClean="0"/>
              <a:t> </a:t>
            </a:r>
            <a:r>
              <a:rPr lang="en-US" altLang="ja-JP" sz="1200" dirty="0"/>
              <a:t>-</a:t>
            </a:r>
            <a:r>
              <a:rPr lang="en-US" altLang="ja-JP" sz="1200" dirty="0" err="1"/>
              <a:t>fp</a:t>
            </a:r>
            <a:r>
              <a:rPr lang="en-US" altLang="ja-JP" sz="1200" dirty="0"/>
              <a:t> ${MYDROID}/hardware/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wlan</a:t>
            </a:r>
            <a:r>
              <a:rPr lang="en-US" altLang="ja-JP" sz="1200" dirty="0"/>
              <a:t>/mac80211/compat_wl18xx/drivers/net/wireless/</a:t>
            </a:r>
            <a:r>
              <a:rPr lang="en-US" altLang="ja-JP" sz="1200" dirty="0" err="1"/>
              <a:t>ti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wlcore</a:t>
            </a:r>
            <a:r>
              <a:rPr lang="en-US" altLang="ja-JP" sz="1200" dirty="0"/>
              <a:t>/</a:t>
            </a:r>
            <a:r>
              <a:rPr lang="en-US" altLang="ja-JP" sz="1200" dirty="0" err="1"/>
              <a:t>wlcore</a:t>
            </a:r>
            <a:r>
              <a:rPr lang="en-US" altLang="ja-JP" sz="1200" dirty="0"/>
              <a:t>*.</a:t>
            </a:r>
            <a:r>
              <a:rPr lang="en-US" altLang="ja-JP" sz="1200" dirty="0" err="1"/>
              <a:t>ko</a:t>
            </a:r>
            <a:r>
              <a:rPr lang="en-US" altLang="ja-JP" sz="1200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69122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Build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image </a:t>
            </a:r>
            <a:r>
              <a:rPr lang="en-US" altLang="ja-JP" dirty="0" smtClean="0"/>
              <a:t>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ReBuild</a:t>
            </a:r>
            <a:r>
              <a:rPr lang="en-US" altLang="ja-JP" dirty="0" smtClean="0"/>
              <a:t> Android System 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67632" y="1791220"/>
            <a:ext cx="6801633" cy="31816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$MYDROID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. </a:t>
            </a:r>
            <a:r>
              <a:rPr lang="en-US" altLang="ja-JP" dirty="0"/>
              <a:t>build/envsetup.sh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lunch </a:t>
            </a:r>
            <a:r>
              <a:rPr lang="en-US" altLang="ja-JP" dirty="0"/>
              <a:t>25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rm</a:t>
            </a:r>
            <a:r>
              <a:rPr lang="en-US" altLang="ja-JP" dirty="0" smtClean="0"/>
              <a:t> </a:t>
            </a:r>
            <a:r>
              <a:rPr lang="en-US" altLang="ja-JP" dirty="0"/>
              <a:t>out/target/product/panda5/*</a:t>
            </a:r>
            <a:r>
              <a:rPr lang="en-US" altLang="ja-JP" dirty="0" err="1"/>
              <a:t>img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rm</a:t>
            </a:r>
            <a:r>
              <a:rPr lang="en-US" altLang="ja-JP" dirty="0" smtClean="0"/>
              <a:t> </a:t>
            </a:r>
            <a:r>
              <a:rPr lang="en-US" altLang="ja-JP" dirty="0"/>
              <a:t>out/target/product/panda5/</a:t>
            </a:r>
            <a:r>
              <a:rPr lang="en-US" altLang="ja-JP" dirty="0" err="1"/>
              <a:t>obj</a:t>
            </a:r>
            <a:r>
              <a:rPr lang="en-US" altLang="ja-JP" dirty="0"/>
              <a:t>/PACKAGING/</a:t>
            </a:r>
            <a:r>
              <a:rPr lang="en-US" altLang="ja-JP" dirty="0" err="1"/>
              <a:t>systemimage_intermediates</a:t>
            </a:r>
            <a:r>
              <a:rPr lang="en-US" altLang="ja-JP" dirty="0"/>
              <a:t>/</a:t>
            </a:r>
            <a:r>
              <a:rPr lang="en-US" altLang="ja-JP" dirty="0" err="1"/>
              <a:t>system.img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make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8312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1/6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Copy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to working </a:t>
            </a:r>
            <a:r>
              <a:rPr lang="en-US" altLang="ja-JP" dirty="0" err="1" smtClean="0"/>
              <a:t>dir</a:t>
            </a:r>
            <a:r>
              <a:rPr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67632" y="1791221"/>
            <a:ext cx="6801633" cy="47223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smtClean="0"/>
              <a:t>cd </a:t>
            </a:r>
            <a:r>
              <a:rPr lang="en-US" altLang="ja-JP" sz="1800" dirty="0"/>
              <a:t>[your Panda5 </a:t>
            </a:r>
            <a:r>
              <a:rPr lang="en-US" altLang="ja-JP" sz="1800" dirty="0" err="1"/>
              <a:t>dir</a:t>
            </a:r>
            <a:r>
              <a:rPr lang="en-US" altLang="ja-JP" sz="1800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mkdir</a:t>
            </a:r>
            <a:r>
              <a:rPr lang="en-US" altLang="ja-JP" sz="1800" dirty="0" smtClean="0"/>
              <a:t>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${MYDROID}/out/target/product/panda5/*</a:t>
            </a:r>
            <a:r>
              <a:rPr lang="en-US" altLang="ja-JP" sz="1800" dirty="0" err="1"/>
              <a:t>img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${MYDROID}/device/ti/omap5sevm/boot/fastboot.sh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${MYDROID}/out/host/linux-x86/bin/{simg2img,make_ext4fs,mkbootimg,fastboot,adb}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[your Panda5 </a:t>
            </a:r>
            <a:r>
              <a:rPr lang="en-US" altLang="ja-JP" sz="1800" dirty="0" err="1"/>
              <a:t>dir</a:t>
            </a:r>
            <a:r>
              <a:rPr lang="en-US" altLang="ja-JP" sz="1800" dirty="0"/>
              <a:t>]/kernel/android-3.4/arch/arm/boot/</a:t>
            </a:r>
            <a:r>
              <a:rPr lang="en-US" altLang="ja-JP" sz="1800" dirty="0" err="1"/>
              <a:t>zImage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emmc_files</a:t>
            </a:r>
            <a:r>
              <a:rPr lang="en-US" altLang="ja-JP" sz="1800" dirty="0"/>
              <a:t>/kernel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[your Panda5 </a:t>
            </a:r>
            <a:r>
              <a:rPr lang="en-US" altLang="ja-JP" sz="1800" dirty="0" err="1"/>
              <a:t>dir</a:t>
            </a:r>
            <a:r>
              <a:rPr lang="en-US" altLang="ja-JP" sz="1800" dirty="0"/>
              <a:t>]/</a:t>
            </a:r>
            <a:r>
              <a:rPr lang="en-US" altLang="ja-JP" sz="1800" dirty="0" err="1"/>
              <a:t>usbboot</a:t>
            </a:r>
            <a:r>
              <a:rPr lang="en-US" altLang="ja-JP" sz="1800" dirty="0"/>
              <a:t>/out/omap5uevm/omap5uevm_GP_ES2.0_MLO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sz="1800" dirty="0" err="1" smtClean="0"/>
              <a:t>cp</a:t>
            </a:r>
            <a:r>
              <a:rPr lang="en-US" altLang="ja-JP" sz="1800" dirty="0" smtClean="0"/>
              <a:t> </a:t>
            </a:r>
            <a:r>
              <a:rPr lang="en-US" altLang="ja-JP" sz="1800" dirty="0"/>
              <a:t>-v [your Panda5 </a:t>
            </a:r>
            <a:r>
              <a:rPr lang="en-US" altLang="ja-JP" sz="1800" dirty="0" err="1"/>
              <a:t>dir</a:t>
            </a:r>
            <a:r>
              <a:rPr lang="en-US" altLang="ja-JP" sz="1800" dirty="0"/>
              <a:t>]/</a:t>
            </a:r>
            <a:r>
              <a:rPr lang="en-US" altLang="ja-JP" sz="1800" dirty="0" err="1"/>
              <a:t>usbboot</a:t>
            </a:r>
            <a:r>
              <a:rPr lang="en-US" altLang="ja-JP" sz="1800" dirty="0"/>
              <a:t>/out/omap5uevm/</a:t>
            </a:r>
            <a:r>
              <a:rPr lang="en-US" altLang="ja-JP" sz="1800" dirty="0" err="1"/>
              <a:t>usbboot</a:t>
            </a:r>
            <a:r>
              <a:rPr lang="en-US" altLang="ja-JP" sz="1800" dirty="0"/>
              <a:t> </a:t>
            </a:r>
            <a:r>
              <a:rPr lang="en-US" altLang="ja-JP" sz="1800" dirty="0" err="1"/>
              <a:t>emmc_files</a:t>
            </a:r>
            <a:endParaRPr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95473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 smtClean="0"/>
              <a:t> 2/6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</a:t>
            </a:r>
            <a:r>
              <a:rPr lang="en-US" altLang="ja-JP" dirty="0" smtClean="0"/>
              <a:t>egister </a:t>
            </a:r>
            <a:r>
              <a:rPr kumimoji="1" lang="en-US" altLang="ja-JP" dirty="0" smtClean="0"/>
              <a:t>your board to </a:t>
            </a:r>
            <a:r>
              <a:rPr kumimoji="1" lang="en-US" altLang="ja-JP" dirty="0" err="1" smtClean="0"/>
              <a:t>udev</a:t>
            </a:r>
            <a:r>
              <a:rPr kumimoji="1" lang="en-US" altLang="ja-JP" dirty="0" smtClean="0"/>
              <a:t>.</a:t>
            </a:r>
          </a:p>
          <a:p>
            <a:pPr lvl="1"/>
            <a:r>
              <a:rPr lang="en-US" altLang="ja-JP" dirty="0" smtClean="0"/>
              <a:t>Add </a:t>
            </a:r>
            <a:r>
              <a:rPr lang="en-US" altLang="ja-JP" dirty="0"/>
              <a:t>the following line to </a:t>
            </a:r>
            <a:r>
              <a:rPr lang="en-US" altLang="ja-JP" dirty="0" smtClean="0"/>
              <a:t>‘/</a:t>
            </a:r>
            <a:r>
              <a:rPr lang="en-US" altLang="ja-JP" dirty="0" err="1" smtClean="0"/>
              <a:t>etc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udev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rules.d</a:t>
            </a:r>
            <a:r>
              <a:rPr lang="en-US" altLang="ja-JP" dirty="0" smtClean="0"/>
              <a:t>/51-android.rules’</a:t>
            </a:r>
          </a:p>
          <a:p>
            <a:pPr lvl="1"/>
            <a:endParaRPr lang="en-US" altLang="ja-JP" dirty="0" smtClean="0"/>
          </a:p>
          <a:p>
            <a:pPr lvl="1"/>
            <a:endParaRPr kumimoji="1" lang="en-US" altLang="ja-JP" dirty="0"/>
          </a:p>
          <a:p>
            <a:pPr lvl="1"/>
            <a:endParaRPr lang="en-US" altLang="ja-JP" dirty="0" smtClean="0"/>
          </a:p>
          <a:p>
            <a:pPr lvl="3"/>
            <a:endParaRPr kumimoji="1" lang="en-US" altLang="ja-JP" dirty="0"/>
          </a:p>
          <a:p>
            <a:pPr lvl="1"/>
            <a:r>
              <a:rPr lang="en-US" altLang="ja-JP" dirty="0" smtClean="0"/>
              <a:t>Restart ‘</a:t>
            </a:r>
            <a:r>
              <a:rPr lang="en-US" altLang="ja-JP" dirty="0" err="1" smtClean="0"/>
              <a:t>udev</a:t>
            </a:r>
            <a:r>
              <a:rPr lang="en-US" altLang="ja-JP" dirty="0" smtClean="0"/>
              <a:t>’ service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6647" y="2567835"/>
            <a:ext cx="6801633" cy="13277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dirty="0"/>
              <a:t>SUBSYSTEM=="</a:t>
            </a:r>
            <a:r>
              <a:rPr lang="en-US" altLang="ja-JP" dirty="0" err="1"/>
              <a:t>usb</a:t>
            </a:r>
            <a:r>
              <a:rPr lang="en-US" altLang="ja-JP" dirty="0"/>
              <a:t>", ATTRS{</a:t>
            </a:r>
            <a:r>
              <a:rPr lang="en-US" altLang="ja-JP" dirty="0" err="1"/>
              <a:t>idVendor</a:t>
            </a:r>
            <a:r>
              <a:rPr lang="en-US" altLang="ja-JP" dirty="0"/>
              <a:t>}=="0451", ATTRS{</a:t>
            </a:r>
            <a:r>
              <a:rPr lang="en-US" altLang="ja-JP" dirty="0" err="1"/>
              <a:t>idProduct</a:t>
            </a:r>
            <a:r>
              <a:rPr lang="en-US" altLang="ja-JP" dirty="0"/>
              <a:t>}=="d011", MODE="0666"</a:t>
            </a:r>
          </a:p>
        </p:txBody>
      </p:sp>
    </p:spTree>
    <p:extLst>
      <p:ext uri="{BB962C8B-B14F-4D97-AF65-F5344CB8AC3E}">
        <p14:creationId xmlns:p14="http://schemas.microsoft.com/office/powerpoint/2010/main" val="154947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to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3/6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199" y="1125538"/>
            <a:ext cx="4237695" cy="5327650"/>
          </a:xfrm>
        </p:spPr>
        <p:txBody>
          <a:bodyPr/>
          <a:lstStyle/>
          <a:p>
            <a:r>
              <a:rPr kumimoji="1" lang="en-US" altLang="ja-JP" dirty="0" smtClean="0"/>
              <a:t>Connect 2 Cables to PC</a:t>
            </a:r>
          </a:p>
          <a:p>
            <a:pPr lvl="1"/>
            <a:r>
              <a:rPr lang="en-US" altLang="ja-JP" dirty="0" smtClean="0"/>
              <a:t>Serial Connecter</a:t>
            </a:r>
          </a:p>
          <a:p>
            <a:pPr lvl="2"/>
            <a:r>
              <a:rPr lang="en-US" altLang="ja-JP" dirty="0" smtClean="0"/>
              <a:t>This connecter is </a:t>
            </a:r>
            <a:r>
              <a:rPr lang="en-US" altLang="ja-JP" dirty="0" err="1" smtClean="0"/>
              <a:t>MicroUSB</a:t>
            </a:r>
            <a:r>
              <a:rPr lang="en-US" altLang="ja-JP" dirty="0"/>
              <a:t>.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en-US" altLang="ja-JP" dirty="0" smtClean="0"/>
              <a:t>USB Connecter for ADB</a:t>
            </a:r>
          </a:p>
          <a:p>
            <a:pPr lvl="2"/>
            <a:r>
              <a:rPr lang="en-US" altLang="ja-JP" dirty="0" smtClean="0"/>
              <a:t>This port is USB</a:t>
            </a:r>
            <a:r>
              <a:rPr lang="en-US" altLang="ja-JP" sz="2800" b="1" dirty="0" smtClean="0">
                <a:solidFill>
                  <a:srgbClr val="FF0000"/>
                </a:solidFill>
              </a:rPr>
              <a:t>3.0</a:t>
            </a:r>
            <a:r>
              <a:rPr lang="en-US" altLang="ja-JP" dirty="0" smtClean="0"/>
              <a:t> connecter.</a:t>
            </a:r>
          </a:p>
          <a:p>
            <a:pPr lvl="2"/>
            <a:r>
              <a:rPr kumimoji="1" lang="en-US" altLang="ja-JP" dirty="0" smtClean="0"/>
              <a:t>Connect USB</a:t>
            </a:r>
            <a:r>
              <a:rPr kumimoji="1" lang="en-US" altLang="ja-JP" sz="2800" b="1" dirty="0" smtClean="0">
                <a:solidFill>
                  <a:srgbClr val="FF0000"/>
                </a:solidFill>
              </a:rPr>
              <a:t>2.0</a:t>
            </a:r>
            <a:r>
              <a:rPr kumimoji="1" lang="en-US" altLang="ja-JP" dirty="0" smtClean="0"/>
              <a:t> Cable.</a:t>
            </a:r>
            <a:endParaRPr kumimoji="1" lang="ja-JP" altLang="en-US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5018761" y="2129425"/>
            <a:ext cx="4125239" cy="3093929"/>
            <a:chOff x="4901851" y="1979112"/>
            <a:chExt cx="4125239" cy="3093929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01851" y="1979112"/>
              <a:ext cx="4125239" cy="3093929"/>
            </a:xfrm>
            <a:prstGeom prst="rect">
              <a:avLst/>
            </a:prstGeom>
          </p:spPr>
        </p:pic>
        <p:sp>
          <p:nvSpPr>
            <p:cNvPr id="6" name="円/楕円 5"/>
            <p:cNvSpPr/>
            <p:nvPr/>
          </p:nvSpPr>
          <p:spPr>
            <a:xfrm>
              <a:off x="5473874" y="2423785"/>
              <a:ext cx="1390389" cy="103966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円/楕円 8"/>
            <p:cNvSpPr/>
            <p:nvPr/>
          </p:nvSpPr>
          <p:spPr>
            <a:xfrm>
              <a:off x="5473871" y="3526076"/>
              <a:ext cx="1390389" cy="103966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728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Write </a:t>
            </a:r>
            <a:r>
              <a:rPr lang="en-US" altLang="ja-JP" dirty="0" err="1"/>
              <a:t>fastboot</a:t>
            </a:r>
            <a:r>
              <a:rPr lang="en-US" altLang="ja-JP" dirty="0"/>
              <a:t> images to </a:t>
            </a:r>
            <a:r>
              <a:rPr lang="en-US" altLang="ja-JP" dirty="0" err="1"/>
              <a:t>eMMC</a:t>
            </a:r>
            <a:r>
              <a:rPr lang="en-US" altLang="ja-JP" dirty="0"/>
              <a:t> 4</a:t>
            </a:r>
            <a:r>
              <a:rPr lang="en-US" altLang="ja-JP" dirty="0" smtClean="0"/>
              <a:t>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Run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program on your PC 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467632" y="1828799"/>
            <a:ext cx="6801633" cy="141544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cd </a:t>
            </a:r>
            <a:r>
              <a:rPr lang="en-US" altLang="ja-JP" dirty="0"/>
              <a:t>[your Panda5 </a:t>
            </a:r>
            <a:r>
              <a:rPr lang="en-US" altLang="ja-JP" dirty="0" err="1"/>
              <a:t>dir</a:t>
            </a:r>
            <a:r>
              <a:rPr lang="en-US" altLang="ja-JP" dirty="0"/>
              <a:t>]/</a:t>
            </a:r>
            <a:r>
              <a:rPr lang="en-US" altLang="ja-JP" dirty="0" err="1"/>
              <a:t>emmc_files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sudo</a:t>
            </a:r>
            <a:r>
              <a:rPr lang="en-US" altLang="ja-JP" dirty="0" smtClean="0"/>
              <a:t> </a:t>
            </a:r>
            <a:r>
              <a:rPr lang="en-US" altLang="ja-JP" dirty="0"/>
              <a:t>./</a:t>
            </a:r>
            <a:r>
              <a:rPr lang="en-US" altLang="ja-JP" dirty="0" err="1"/>
              <a:t>usbboot</a:t>
            </a:r>
            <a:r>
              <a:rPr lang="en-US" altLang="ja-JP" dirty="0"/>
              <a:t> </a:t>
            </a:r>
            <a:r>
              <a:rPr lang="en-US" altLang="ja-JP" dirty="0" smtClean="0"/>
              <a:t>–f</a:t>
            </a:r>
          </a:p>
          <a:p>
            <a:pPr lvl="1"/>
            <a:r>
              <a:rPr lang="en-US" altLang="ja-JP" dirty="0" smtClean="0"/>
              <a:t>		“waiting </a:t>
            </a:r>
            <a:r>
              <a:rPr lang="en-US" altLang="ja-JP" dirty="0"/>
              <a:t>for device</a:t>
            </a:r>
            <a:r>
              <a:rPr lang="en-US" altLang="ja-JP" dirty="0" smtClean="0"/>
              <a:t>..”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4230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Write </a:t>
            </a:r>
            <a:r>
              <a:rPr lang="en-US" altLang="ja-JP" dirty="0" err="1"/>
              <a:t>fastboot</a:t>
            </a:r>
            <a:r>
              <a:rPr lang="en-US" altLang="ja-JP" dirty="0"/>
              <a:t> images to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5/6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Boot-up your board from </a:t>
            </a:r>
            <a:r>
              <a:rPr lang="en-US" altLang="ja-JP" dirty="0" err="1" smtClean="0"/>
              <a:t>eMMC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Change boot-up dip switch to SW1-4=OFF</a:t>
            </a:r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940" y="2236937"/>
            <a:ext cx="6004145" cy="4503108"/>
          </a:xfrm>
          <a:prstGeom prst="rect">
            <a:avLst/>
          </a:prstGeom>
        </p:spPr>
      </p:pic>
      <p:sp>
        <p:nvSpPr>
          <p:cNvPr id="9" name="円/楕円 8"/>
          <p:cNvSpPr/>
          <p:nvPr/>
        </p:nvSpPr>
        <p:spPr>
          <a:xfrm>
            <a:off x="3519812" y="3695179"/>
            <a:ext cx="1402915" cy="1227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71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Write </a:t>
            </a:r>
            <a:r>
              <a:rPr lang="en-US" altLang="ja-JP" dirty="0" err="1"/>
              <a:t>fastboot</a:t>
            </a:r>
            <a:r>
              <a:rPr lang="en-US" altLang="ja-JP" dirty="0"/>
              <a:t> images to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6/6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Write All Images to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400824" y="1956148"/>
            <a:ext cx="6801633" cy="8246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sudo</a:t>
            </a:r>
            <a:r>
              <a:rPr lang="en-US" altLang="ja-JP" dirty="0" smtClean="0"/>
              <a:t> </a:t>
            </a:r>
            <a:r>
              <a:rPr lang="en-US" altLang="ja-JP" dirty="0"/>
              <a:t>./fastboot.sh</a:t>
            </a:r>
          </a:p>
        </p:txBody>
      </p:sp>
    </p:spTree>
    <p:extLst>
      <p:ext uri="{BB962C8B-B14F-4D97-AF65-F5344CB8AC3E}">
        <p14:creationId xmlns:p14="http://schemas.microsoft.com/office/powerpoint/2010/main" val="404423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38411" y="1125538"/>
            <a:ext cx="8617907" cy="5327650"/>
          </a:xfrm>
        </p:spPr>
        <p:txBody>
          <a:bodyPr/>
          <a:lstStyle/>
          <a:p>
            <a:pPr algn="ctr"/>
            <a:endParaRPr lang="en-US" altLang="ja-JP" sz="2400" dirty="0" smtClean="0"/>
          </a:p>
          <a:p>
            <a:pPr algn="ctr"/>
            <a:endParaRPr lang="en-US" altLang="ja-JP" sz="2400" dirty="0" smtClean="0"/>
          </a:p>
          <a:p>
            <a:pPr algn="ctr"/>
            <a:endParaRPr lang="en-US" altLang="ja-JP" sz="2400" dirty="0"/>
          </a:p>
          <a:p>
            <a:pPr algn="ctr"/>
            <a:endParaRPr lang="en-US" altLang="ja-JP" dirty="0"/>
          </a:p>
          <a:p>
            <a:pPr algn="ctr"/>
            <a:r>
              <a:rPr lang="pt-BR" altLang="ja-JP" sz="3600" dirty="0"/>
              <a:t>Samsung - Exynos5 (Cortex-A15 Quad and Cortex-A7 Quad)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1159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ja-JP" dirty="0"/>
              <a:t>Samsung - Exynos5 (Cortex-A15 Quad and Cortex-A7 Quad)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125538"/>
            <a:ext cx="4360102" cy="5327650"/>
          </a:xfrm>
        </p:spPr>
        <p:txBody>
          <a:bodyPr/>
          <a:lstStyle/>
          <a:p>
            <a:r>
              <a:rPr lang="fr-FR" altLang="ja-JP" dirty="0" smtClean="0"/>
              <a:t>Target</a:t>
            </a:r>
          </a:p>
          <a:p>
            <a:pPr lvl="1"/>
            <a:r>
              <a:rPr lang="en-US" altLang="ja-JP" dirty="0"/>
              <a:t>EVB</a:t>
            </a:r>
            <a:endParaRPr lang="fr-FR" altLang="ja-JP" dirty="0"/>
          </a:p>
          <a:p>
            <a:pPr lvl="2"/>
            <a:r>
              <a:rPr lang="fr-FR" altLang="ja-JP" dirty="0"/>
              <a:t>ODROID-XU</a:t>
            </a:r>
          </a:p>
          <a:p>
            <a:pPr lvl="3"/>
            <a:r>
              <a:rPr lang="en-US" altLang="ja-JP" dirty="0">
                <a:hlinkClick r:id="rId2"/>
              </a:rPr>
              <a:t>http://www.hardkernel.com/renewal_2011/products/prdt_info.php?g_code=G137510300620</a:t>
            </a:r>
            <a:endParaRPr lang="fr-FR" altLang="ja-JP" dirty="0" smtClean="0"/>
          </a:p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/>
              <a:t>Official Kernel &amp; Android </a:t>
            </a:r>
          </a:p>
          <a:p>
            <a:pPr lvl="2"/>
            <a:r>
              <a:rPr lang="fr-FR" altLang="ja-JP" dirty="0"/>
              <a:t>With Build </a:t>
            </a:r>
            <a:r>
              <a:rPr lang="fr-FR" altLang="ja-JP" dirty="0" smtClean="0"/>
              <a:t>Manual&amp;Data Sheet</a:t>
            </a:r>
            <a:endParaRPr lang="fr-FR" altLang="ja-JP" dirty="0"/>
          </a:p>
          <a:p>
            <a:pPr lvl="2"/>
            <a:r>
              <a:rPr lang="en-US" altLang="ja-JP" dirty="0">
                <a:hlinkClick r:id="rId3"/>
              </a:rPr>
              <a:t>http://odroid.com/dokuwiki/doku.php?id=en:odroid-xu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093" y="1152394"/>
            <a:ext cx="4036448" cy="2354132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972" y="3937083"/>
            <a:ext cx="3712028" cy="251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5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ja-JP" dirty="0"/>
              <a:t>Samsung - Exynos5 (Cortex-A15 Quad and Cortex-A7 Quad)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199" y="1125538"/>
            <a:ext cx="7779707" cy="5327650"/>
          </a:xfrm>
        </p:spPr>
        <p:txBody>
          <a:bodyPr/>
          <a:lstStyle/>
          <a:p>
            <a:r>
              <a:rPr lang="fr-FR" altLang="ja-JP" dirty="0" smtClean="0"/>
              <a:t>OS</a:t>
            </a:r>
          </a:p>
          <a:p>
            <a:pPr lvl="1"/>
            <a:r>
              <a:rPr lang="fr-FR" altLang="ja-JP" dirty="0"/>
              <a:t>Official Kernel &amp; Android </a:t>
            </a:r>
          </a:p>
          <a:p>
            <a:pPr lvl="2"/>
            <a:r>
              <a:rPr lang="fr-FR" altLang="ja-JP" dirty="0"/>
              <a:t>With Build Manual&amp;Block </a:t>
            </a:r>
            <a:r>
              <a:rPr lang="fr-FR" altLang="ja-JP" dirty="0" smtClean="0"/>
              <a:t>Fig</a:t>
            </a:r>
            <a:endParaRPr lang="fr-FR" altLang="ja-JP" dirty="0"/>
          </a:p>
          <a:p>
            <a:pPr lvl="2"/>
            <a:r>
              <a:rPr lang="en-US" altLang="ja-JP" dirty="0">
                <a:hlinkClick r:id="rId3"/>
              </a:rPr>
              <a:t>http://odroid.com/dokuwiki/doku.php?id=en:odroid-xu</a:t>
            </a:r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81" y="3054394"/>
            <a:ext cx="8854587" cy="31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8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ja-JP" dirty="0"/>
              <a:t>Samsung - Exynos5 (Cortex-A15 Quad and Cortex-A7 Quad)</a:t>
            </a:r>
            <a:endParaRPr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Setup Process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u-boot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kernel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Build Android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Setup </a:t>
            </a:r>
            <a:r>
              <a:rPr lang="en-US" altLang="ja-JP" dirty="0" err="1" smtClean="0"/>
              <a:t>eMMC</a:t>
            </a:r>
            <a:endParaRPr kumimoji="1" lang="en-US" altLang="ja-JP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endParaRPr kumimoji="1" lang="en-US" altLang="ja-JP" dirty="0"/>
          </a:p>
          <a:p>
            <a:pPr lvl="1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95661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</a:t>
            </a:r>
            <a:r>
              <a:rPr lang="en-US" altLang="ja-JP" dirty="0" smtClean="0"/>
              <a:t>u-boot 1/2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Setup </a:t>
            </a:r>
            <a:r>
              <a:rPr kumimoji="1" lang="en-US" altLang="ja-JP" dirty="0" err="1" smtClean="0"/>
              <a:t>Toolchains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endParaRPr lang="en-US" altLang="ja-JP" dirty="0"/>
          </a:p>
          <a:p>
            <a:r>
              <a:rPr kumimoji="1" lang="en-US" altLang="ja-JP" dirty="0" smtClean="0"/>
              <a:t>Setup Paths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1741117"/>
            <a:ext cx="6801633" cy="22797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http://dn.odroid.com/ODROID-XU/compiler/arm-eabi-4.4.3.tar.gz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mkdir</a:t>
            </a:r>
            <a:r>
              <a:rPr lang="en-US" altLang="ja-JP" dirty="0"/>
              <a:t> [your </a:t>
            </a:r>
            <a:r>
              <a:rPr lang="en-US" altLang="ja-JP" dirty="0" err="1"/>
              <a:t>toolchain</a:t>
            </a:r>
            <a:r>
              <a:rPr lang="en-US" altLang="ja-JP" dirty="0"/>
              <a:t>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cp</a:t>
            </a:r>
            <a:r>
              <a:rPr lang="en-US" altLang="ja-JP" dirty="0"/>
              <a:t> arm-eabi-4.4.3.tar.gz [your </a:t>
            </a:r>
            <a:r>
              <a:rPr lang="en-US" altLang="ja-JP" dirty="0" err="1"/>
              <a:t>toolchain</a:t>
            </a:r>
            <a:r>
              <a:rPr lang="en-US" altLang="ja-JP" dirty="0"/>
              <a:t>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[your </a:t>
            </a:r>
            <a:r>
              <a:rPr lang="en-US" altLang="ja-JP" dirty="0" err="1"/>
              <a:t>toolchain</a:t>
            </a:r>
            <a:r>
              <a:rPr lang="en-US" altLang="ja-JP" dirty="0"/>
              <a:t> </a:t>
            </a:r>
            <a:r>
              <a:rPr lang="en-US" altLang="ja-JP" dirty="0" err="1"/>
              <a:t>dir</a:t>
            </a:r>
            <a:r>
              <a:rPr lang="en-US" altLang="ja-JP" dirty="0"/>
              <a:t>]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tar </a:t>
            </a:r>
            <a:r>
              <a:rPr lang="en-US" altLang="ja-JP" dirty="0" err="1"/>
              <a:t>zxvf</a:t>
            </a:r>
            <a:r>
              <a:rPr lang="en-US" altLang="ja-JP" dirty="0"/>
              <a:t> arm-eabi-4.4.3.tar.gz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559487" y="5311035"/>
            <a:ext cx="6801633" cy="13590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PATH=${PATH}:[your </a:t>
            </a:r>
            <a:r>
              <a:rPr lang="en-US" altLang="ja-JP" dirty="0" err="1"/>
              <a:t>toolchain</a:t>
            </a:r>
            <a:r>
              <a:rPr lang="en-US" altLang="ja-JP" dirty="0"/>
              <a:t> </a:t>
            </a:r>
            <a:r>
              <a:rPr lang="en-US" altLang="ja-JP" dirty="0" err="1"/>
              <a:t>dir</a:t>
            </a:r>
            <a:r>
              <a:rPr lang="en-US" altLang="ja-JP" dirty="0"/>
              <a:t>]/arm-eabi-4.4.3/bin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export CROSS_COMPILE=arm-</a:t>
            </a:r>
            <a:r>
              <a:rPr lang="en-US" altLang="ja-JP" dirty="0" err="1"/>
              <a:t>eabi</a:t>
            </a:r>
            <a:r>
              <a:rPr lang="en-US" altLang="ja-JP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7367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Build </a:t>
            </a:r>
            <a:r>
              <a:rPr lang="en-US" altLang="ja-JP" dirty="0" smtClean="0"/>
              <a:t>u-boot 2/2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Get Source Code with kernel &amp; Android</a:t>
            </a:r>
          </a:p>
          <a:p>
            <a:pPr lvl="1"/>
            <a:r>
              <a:rPr lang="en-US" altLang="ja-JP" dirty="0"/>
              <a:t> </a:t>
            </a:r>
            <a:r>
              <a:rPr lang="en-US" altLang="ja-JP" dirty="0">
                <a:hlinkClick r:id="rId2"/>
              </a:rPr>
              <a:t>http://dn.odroid.com/ODROID-XU/Android_bsp</a:t>
            </a:r>
            <a:r>
              <a:rPr lang="en-US" altLang="ja-JP" dirty="0" smtClean="0">
                <a:hlinkClick r:id="rId2"/>
              </a:rPr>
              <a:t>/</a:t>
            </a:r>
            <a:endParaRPr lang="en-US" altLang="ja-JP" dirty="0" smtClean="0"/>
          </a:p>
          <a:p>
            <a:pPr lvl="2"/>
            <a:r>
              <a:rPr kumimoji="1" lang="en-US" altLang="ja-JP" dirty="0" smtClean="0"/>
              <a:t>Please get latest Source Code from there.</a:t>
            </a:r>
          </a:p>
          <a:p>
            <a:pPr lvl="2"/>
            <a:endParaRPr kumimoji="1" lang="en-US" altLang="ja-JP" dirty="0" smtClean="0"/>
          </a:p>
          <a:p>
            <a:pPr lvl="2"/>
            <a:endParaRPr lang="en-US" altLang="ja-JP" dirty="0"/>
          </a:p>
          <a:p>
            <a:pPr lvl="2"/>
            <a:endParaRPr kumimoji="1" lang="en-US" altLang="ja-JP" dirty="0" smtClean="0"/>
          </a:p>
          <a:p>
            <a:pPr lvl="2"/>
            <a:endParaRPr lang="en-US" altLang="ja-JP" dirty="0"/>
          </a:p>
          <a:p>
            <a:pPr lvl="2"/>
            <a:endParaRPr kumimoji="1" lang="en-US" altLang="ja-JP" dirty="0" smtClean="0"/>
          </a:p>
          <a:p>
            <a:r>
              <a:rPr lang="en-US" altLang="ja-JP" dirty="0" smtClean="0"/>
              <a:t>Build u-boot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592892" y="4935256"/>
            <a:ext cx="6801633" cy="17285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</a:t>
            </a:r>
            <a:r>
              <a:rPr lang="en-US" altLang="ja-JP" dirty="0" err="1"/>
              <a:t>uboot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distclean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smdk5410_config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134" y="2406173"/>
            <a:ext cx="40100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Build kernel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Setup </a:t>
            </a:r>
            <a:r>
              <a:rPr lang="en-US" altLang="ja-JP" dirty="0" err="1"/>
              <a:t>T</a:t>
            </a:r>
            <a:r>
              <a:rPr kumimoji="1" lang="en-US" altLang="ja-JP" dirty="0" err="1" smtClean="0"/>
              <a:t>oolschain</a:t>
            </a:r>
            <a:r>
              <a:rPr kumimoji="1" lang="en-US" altLang="ja-JP" dirty="0" smtClean="0"/>
              <a:t> &amp; Get Source Code</a:t>
            </a:r>
          </a:p>
          <a:p>
            <a:pPr lvl="1"/>
            <a:r>
              <a:rPr lang="en-US" altLang="ja-JP" dirty="0" smtClean="0"/>
              <a:t>Same with u-boot. Please see u-boot section.</a:t>
            </a:r>
          </a:p>
          <a:p>
            <a:endParaRPr kumimoji="1" lang="en-US" altLang="ja-JP" dirty="0"/>
          </a:p>
          <a:p>
            <a:r>
              <a:rPr lang="en-US" altLang="ja-JP" dirty="0" smtClean="0"/>
              <a:t>Build kernel</a:t>
            </a:r>
          </a:p>
          <a:p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2475" y="3369503"/>
            <a:ext cx="6801633" cy="17285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cd kernel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distclean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 </a:t>
            </a:r>
            <a:r>
              <a:rPr lang="en-US" altLang="ja-JP" dirty="0" err="1"/>
              <a:t>odroidxu_android_defconfig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/>
              <a:t>make</a:t>
            </a:r>
          </a:p>
        </p:txBody>
      </p:sp>
    </p:spTree>
    <p:extLst>
      <p:ext uri="{BB962C8B-B14F-4D97-AF65-F5344CB8AC3E}">
        <p14:creationId xmlns:p14="http://schemas.microsoft.com/office/powerpoint/2010/main" val="165855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Build Android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Run Build Script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pPr lvl="1"/>
            <a:r>
              <a:rPr lang="en-US" altLang="ja-JP" dirty="0" smtClean="0"/>
              <a:t>If you </a:t>
            </a:r>
            <a:r>
              <a:rPr lang="en-US" altLang="ja-JP" dirty="0"/>
              <a:t>get compile error</a:t>
            </a:r>
            <a:r>
              <a:rPr lang="en-US" altLang="ja-JP" dirty="0" smtClean="0"/>
              <a:t>, please do the following:</a:t>
            </a:r>
          </a:p>
          <a:p>
            <a:pPr lvl="2"/>
            <a:r>
              <a:rPr lang="en-US" altLang="ja-JP" dirty="0" err="1" smtClean="0"/>
              <a:t>sudo</a:t>
            </a:r>
            <a:r>
              <a:rPr lang="en-US" altLang="ja-JP" dirty="0" smtClean="0"/>
              <a:t> </a:t>
            </a:r>
            <a:r>
              <a:rPr lang="en-US" altLang="ja-JP" dirty="0" err="1"/>
              <a:t>ln</a:t>
            </a:r>
            <a:r>
              <a:rPr lang="en-US" altLang="ja-JP" dirty="0"/>
              <a:t> -s /</a:t>
            </a:r>
            <a:r>
              <a:rPr lang="en-US" altLang="ja-JP" dirty="0" err="1"/>
              <a:t>usr</a:t>
            </a:r>
            <a:r>
              <a:rPr lang="en-US" altLang="ja-JP" dirty="0"/>
              <a:t>/lib/i386-linux-gnu/mesa/libGL.so.1 /usr/lib/i386-linux-gnu/libGL.so</a:t>
            </a:r>
          </a:p>
          <a:p>
            <a:pPr lvl="1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2475" y="1766171"/>
            <a:ext cx="6801633" cy="7640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smtClean="0"/>
              <a:t>./</a:t>
            </a:r>
            <a:r>
              <a:rPr lang="en-US" altLang="ja-JP" dirty="0"/>
              <a:t>build.sh </a:t>
            </a:r>
            <a:r>
              <a:rPr lang="en-US" altLang="ja-JP" dirty="0" err="1"/>
              <a:t>odroidxu</a:t>
            </a:r>
            <a:r>
              <a:rPr lang="en-US" altLang="ja-JP" dirty="0"/>
              <a:t> platform</a:t>
            </a:r>
          </a:p>
        </p:txBody>
      </p:sp>
    </p:spTree>
    <p:extLst>
      <p:ext uri="{BB962C8B-B14F-4D97-AF65-F5344CB8AC3E}">
        <p14:creationId xmlns:p14="http://schemas.microsoft.com/office/powerpoint/2010/main" val="866091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1/4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This board doesn’t have boot loader on </a:t>
            </a:r>
            <a:r>
              <a:rPr kumimoji="1" lang="en-US" altLang="ja-JP" dirty="0" err="1" smtClean="0"/>
              <a:t>eMMC</a:t>
            </a:r>
            <a:r>
              <a:rPr kumimoji="1" lang="en-US" altLang="ja-JP" dirty="0" smtClean="0"/>
              <a:t>.</a:t>
            </a:r>
          </a:p>
          <a:p>
            <a:pPr lvl="1"/>
            <a:r>
              <a:rPr lang="en-US" altLang="ja-JP" dirty="0" smtClean="0"/>
              <a:t>Setup boot loader to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from SD Card.</a:t>
            </a:r>
          </a:p>
          <a:p>
            <a:endParaRPr kumimoji="1" lang="en-US" altLang="ja-JP" dirty="0" smtClean="0"/>
          </a:p>
          <a:p>
            <a:r>
              <a:rPr lang="en-US" altLang="ja-JP" dirty="0" smtClean="0"/>
              <a:t>Setup Steps</a:t>
            </a:r>
            <a:endParaRPr kumimoji="1"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Download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setup image for SD Card.</a:t>
            </a:r>
          </a:p>
          <a:p>
            <a:pPr marL="1371600" lvl="2" indent="-457200">
              <a:buFont typeface="+mj-lt"/>
              <a:buAutoNum type="arabicPeriod"/>
            </a:pPr>
            <a:r>
              <a:rPr kumimoji="1" lang="en-US" altLang="ja-JP" dirty="0" smtClean="0"/>
              <a:t>It’s disk image file for SD Card.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Write this image to SD Card.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Boot-up your board from SD Card.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ja-JP" dirty="0" smtClean="0"/>
              <a:t>Setup boot loader to </a:t>
            </a:r>
            <a:r>
              <a:rPr lang="en-US" altLang="ja-JP" dirty="0" err="1" smtClean="0"/>
              <a:t>eMMC</a:t>
            </a:r>
            <a:r>
              <a:rPr lang="en-US" altLang="ja-JP" dirty="0"/>
              <a:t> automatically.</a:t>
            </a:r>
            <a:endParaRPr lang="en-US" altLang="ja-JP" dirty="0" smtClean="0"/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94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2/4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altLang="ja-JP" dirty="0"/>
              <a:t>Download </a:t>
            </a:r>
            <a:r>
              <a:rPr lang="en-US" altLang="ja-JP" dirty="0" err="1"/>
              <a:t>eMMC</a:t>
            </a:r>
            <a:r>
              <a:rPr lang="en-US" altLang="ja-JP" dirty="0"/>
              <a:t> setup image for SD Card.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altLang="ja-JP" dirty="0"/>
              <a:t>It’s disk image file for SD Card.</a:t>
            </a:r>
          </a:p>
          <a:p>
            <a:pPr marL="57150" indent="0">
              <a:buNone/>
            </a:pPr>
            <a:r>
              <a:rPr lang="en-US" altLang="ja-JP" dirty="0"/>
              <a:t>Write this image to SD Card.</a:t>
            </a:r>
          </a:p>
          <a:p>
            <a:pPr marL="57150" indent="0">
              <a:buNone/>
            </a:pPr>
            <a:r>
              <a:rPr lang="en-US" altLang="ja-JP" dirty="0"/>
              <a:t>Boot-up your board from SD Card.</a:t>
            </a:r>
          </a:p>
          <a:p>
            <a:pPr marL="57150" indent="0">
              <a:buNone/>
            </a:pPr>
            <a:r>
              <a:rPr lang="en-US" altLang="ja-JP" dirty="0"/>
              <a:t>Setup boot loader to </a:t>
            </a:r>
            <a:r>
              <a:rPr lang="en-US" altLang="ja-JP" dirty="0" err="1"/>
              <a:t>eMMC</a:t>
            </a:r>
            <a:r>
              <a:rPr lang="en-US" altLang="ja-JP" dirty="0"/>
              <a:t> automatically.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643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 </a:t>
            </a:r>
            <a:r>
              <a:rPr lang="en-US" altLang="ja-JP" dirty="0" err="1"/>
              <a:t>eMMC</a:t>
            </a:r>
            <a:r>
              <a:rPr lang="en-US" altLang="ja-JP" dirty="0"/>
              <a:t> 3</a:t>
            </a:r>
            <a:r>
              <a:rPr lang="en-US" altLang="ja-JP" dirty="0" smtClean="0"/>
              <a:t>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Download </a:t>
            </a:r>
            <a:r>
              <a:rPr lang="en-US" altLang="ja-JP" dirty="0" err="1"/>
              <a:t>eMMC</a:t>
            </a:r>
            <a:r>
              <a:rPr lang="en-US" altLang="ja-JP" dirty="0"/>
              <a:t> setup image for SD </a:t>
            </a:r>
            <a:r>
              <a:rPr lang="en-US" altLang="ja-JP" dirty="0" smtClean="0"/>
              <a:t>Card</a:t>
            </a:r>
          </a:p>
          <a:p>
            <a:endParaRPr lang="en-US" altLang="ja-JP" dirty="0"/>
          </a:p>
          <a:p>
            <a:endParaRPr kumimoji="1" lang="en-US" altLang="ja-JP" dirty="0" smtClean="0"/>
          </a:p>
          <a:p>
            <a:pPr lvl="2"/>
            <a:r>
              <a:rPr kumimoji="1" lang="en-US" altLang="ja-JP" dirty="0" smtClean="0"/>
              <a:t>And unzip.</a:t>
            </a:r>
          </a:p>
          <a:p>
            <a:pPr lvl="2"/>
            <a:endParaRPr kumimoji="1" lang="en-US" altLang="ja-JP" dirty="0" smtClean="0"/>
          </a:p>
          <a:p>
            <a:r>
              <a:rPr lang="en-US" altLang="ja-JP" dirty="0"/>
              <a:t>Write this image to SD </a:t>
            </a:r>
            <a:r>
              <a:rPr lang="en-US" altLang="ja-JP" dirty="0" smtClean="0"/>
              <a:t>Card</a:t>
            </a:r>
          </a:p>
          <a:p>
            <a:endParaRPr lang="en-US" altLang="ja-JP" dirty="0"/>
          </a:p>
          <a:p>
            <a:endParaRPr lang="en-US" altLang="ja-JP" dirty="0" smtClean="0"/>
          </a:p>
          <a:p>
            <a:pPr lvl="2"/>
            <a:r>
              <a:rPr lang="en-US" altLang="ja-JP" dirty="0" smtClean="0"/>
              <a:t>/</a:t>
            </a:r>
            <a:r>
              <a:rPr lang="en-US" altLang="ja-JP" dirty="0" err="1" smtClean="0"/>
              <a:t>dev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sdX</a:t>
            </a:r>
            <a:r>
              <a:rPr lang="en-US" altLang="ja-JP" dirty="0" smtClean="0"/>
              <a:t> ‘s X is your SD Card device name.</a:t>
            </a:r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2474" y="1703541"/>
            <a:ext cx="6801633" cy="7640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/>
              <a:t>wget</a:t>
            </a:r>
            <a:r>
              <a:rPr lang="en-US" altLang="ja-JP" dirty="0"/>
              <a:t> http://</a:t>
            </a:r>
            <a:r>
              <a:rPr lang="en-US" altLang="ja-JP" dirty="0" smtClean="0"/>
              <a:t>dn.odroid.com/ODROID-XU/Recovery_0.4/emmc_installer.zip</a:t>
            </a:r>
            <a:endParaRPr lang="en-US" altLang="ja-JP" dirty="0"/>
          </a:p>
        </p:txBody>
      </p:sp>
      <p:sp>
        <p:nvSpPr>
          <p:cNvPr id="5" name="正方形/長方形 4"/>
          <p:cNvSpPr/>
          <p:nvPr/>
        </p:nvSpPr>
        <p:spPr>
          <a:xfrm>
            <a:off x="1384121" y="4010417"/>
            <a:ext cx="6801633" cy="7640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dd</a:t>
            </a:r>
            <a:r>
              <a:rPr lang="en-US" altLang="ja-JP" dirty="0" smtClean="0"/>
              <a:t> if=./</a:t>
            </a:r>
            <a:r>
              <a:rPr lang="en-US" altLang="ja-JP" dirty="0" err="1" smtClean="0"/>
              <a:t>emmc_installer.img</a:t>
            </a:r>
            <a:r>
              <a:rPr lang="en-US" altLang="ja-JP" dirty="0" smtClean="0"/>
              <a:t> of=/</a:t>
            </a:r>
            <a:r>
              <a:rPr lang="en-US" altLang="ja-JP" dirty="0" err="1" smtClean="0"/>
              <a:t>dev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sdX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4220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Setup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4/4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Boot-up your board from SD Card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Change boot-up dip switch to SW1=OFF, SW2=ON</a:t>
            </a:r>
            <a:r>
              <a:rPr kumimoji="1" lang="en-US" altLang="ja-JP" dirty="0" smtClean="0"/>
              <a:t>.</a:t>
            </a:r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pPr lvl="1"/>
            <a:endParaRPr lang="en-US" altLang="ja-JP" dirty="0"/>
          </a:p>
          <a:p>
            <a:pPr lvl="1"/>
            <a:endParaRPr kumimoji="1" lang="en-US" altLang="ja-JP" dirty="0" smtClean="0"/>
          </a:p>
          <a:p>
            <a:r>
              <a:rPr lang="en-US" altLang="ja-JP" dirty="0"/>
              <a:t>Setup boot loader to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automatically</a:t>
            </a:r>
          </a:p>
          <a:p>
            <a:pPr lvl="1"/>
            <a:r>
              <a:rPr lang="en-US" altLang="ja-JP" dirty="0" smtClean="0"/>
              <a:t>Put SD Card on your board.</a:t>
            </a:r>
          </a:p>
          <a:p>
            <a:pPr lvl="1"/>
            <a:r>
              <a:rPr lang="en-US" altLang="ja-JP" dirty="0" smtClean="0"/>
              <a:t>Turn on power.</a:t>
            </a:r>
          </a:p>
          <a:p>
            <a:pPr lvl="1"/>
            <a:r>
              <a:rPr lang="en-US" altLang="ja-JP" dirty="0" smtClean="0"/>
              <a:t>Wait a minute.</a:t>
            </a:r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 smtClean="0"/>
          </a:p>
          <a:p>
            <a:endParaRPr kumimoji="1" lang="en-US" altLang="ja-JP" dirty="0"/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570" y="2264080"/>
            <a:ext cx="63912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 smtClean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to </a:t>
            </a:r>
            <a:r>
              <a:rPr lang="en-US" altLang="ja-JP" dirty="0" err="1" smtClean="0"/>
              <a:t>eMMC</a:t>
            </a:r>
            <a:r>
              <a:rPr lang="en-US" altLang="ja-JP" dirty="0" smtClean="0"/>
              <a:t> 1/5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199" y="1125538"/>
            <a:ext cx="4237695" cy="5327650"/>
          </a:xfrm>
        </p:spPr>
        <p:txBody>
          <a:bodyPr/>
          <a:lstStyle/>
          <a:p>
            <a:r>
              <a:rPr kumimoji="1" lang="en-US" altLang="ja-JP" dirty="0" smtClean="0"/>
              <a:t>Connect 2 Cables to PC</a:t>
            </a:r>
          </a:p>
          <a:p>
            <a:pPr lvl="1"/>
            <a:r>
              <a:rPr lang="en-US" altLang="ja-JP" dirty="0" smtClean="0"/>
              <a:t>Serial Connecter</a:t>
            </a:r>
          </a:p>
          <a:p>
            <a:pPr lvl="2"/>
            <a:r>
              <a:rPr kumimoji="1" lang="en-US" altLang="ja-JP" dirty="0" smtClean="0"/>
              <a:t>This cable is optional parts.</a:t>
            </a:r>
          </a:p>
          <a:p>
            <a:pPr lvl="2"/>
            <a:r>
              <a:rPr lang="en-US" altLang="ja-JP" dirty="0" smtClean="0"/>
              <a:t>If you want it, you should buy with board.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en-US" altLang="ja-JP" dirty="0" smtClean="0"/>
              <a:t>USB Connecter for ADB</a:t>
            </a:r>
          </a:p>
          <a:p>
            <a:pPr lvl="2"/>
            <a:r>
              <a:rPr lang="en-US" altLang="ja-JP" dirty="0" smtClean="0"/>
              <a:t>This port is USB</a:t>
            </a:r>
            <a:r>
              <a:rPr lang="en-US" altLang="ja-JP" sz="2800" b="1" dirty="0" smtClean="0">
                <a:solidFill>
                  <a:srgbClr val="FF0000"/>
                </a:solidFill>
              </a:rPr>
              <a:t>3.0</a:t>
            </a:r>
            <a:r>
              <a:rPr lang="en-US" altLang="ja-JP" dirty="0" smtClean="0"/>
              <a:t> connecter.</a:t>
            </a:r>
          </a:p>
          <a:p>
            <a:pPr lvl="2"/>
            <a:r>
              <a:rPr kumimoji="1" lang="en-US" altLang="ja-JP" dirty="0" smtClean="0"/>
              <a:t>Connect USB</a:t>
            </a:r>
            <a:r>
              <a:rPr kumimoji="1" lang="en-US" altLang="ja-JP" sz="2800" b="1" dirty="0" smtClean="0">
                <a:solidFill>
                  <a:srgbClr val="FF0000"/>
                </a:solidFill>
              </a:rPr>
              <a:t>2.0</a:t>
            </a:r>
            <a:r>
              <a:rPr kumimoji="1" lang="en-US" altLang="ja-JP" dirty="0" smtClean="0"/>
              <a:t> Cable.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470" y="926926"/>
            <a:ext cx="3731567" cy="2798676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470" y="3989231"/>
            <a:ext cx="3731567" cy="2798676"/>
          </a:xfrm>
          <a:prstGeom prst="rect">
            <a:avLst/>
          </a:prstGeom>
        </p:spPr>
      </p:pic>
      <p:sp>
        <p:nvSpPr>
          <p:cNvPr id="6" name="円/楕円 5"/>
          <p:cNvSpPr/>
          <p:nvPr/>
        </p:nvSpPr>
        <p:spPr>
          <a:xfrm>
            <a:off x="6325644" y="4809994"/>
            <a:ext cx="1277654" cy="10396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213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 smtClean="0"/>
              <a:t> 2/5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Change </a:t>
            </a:r>
            <a:r>
              <a:rPr lang="en-US" altLang="ja-JP" dirty="0" err="1"/>
              <a:t>f</a:t>
            </a:r>
            <a:r>
              <a:rPr kumimoji="1" lang="en-US" altLang="ja-JP" dirty="0" err="1" smtClean="0"/>
              <a:t>astboot</a:t>
            </a:r>
            <a:r>
              <a:rPr kumimoji="1" lang="en-US" altLang="ja-JP" dirty="0" smtClean="0"/>
              <a:t> mode.</a:t>
            </a:r>
          </a:p>
          <a:p>
            <a:pPr lvl="1"/>
            <a:r>
              <a:rPr kumimoji="1" lang="en-US" altLang="ja-JP" dirty="0" smtClean="0"/>
              <a:t>Show “Press ‘Enter’ or ‘Space’ to stop auto boot”</a:t>
            </a:r>
          </a:p>
          <a:p>
            <a:pPr lvl="1"/>
            <a:r>
              <a:rPr lang="en-US" altLang="ja-JP" dirty="0" smtClean="0"/>
              <a:t>Press </a:t>
            </a:r>
            <a:r>
              <a:rPr lang="en-US" altLang="ja-JP" dirty="0"/>
              <a:t>Enter’ or ‘Space’ </a:t>
            </a:r>
            <a:endParaRPr kumimoji="1" lang="en-US" altLang="ja-JP" dirty="0" smtClean="0"/>
          </a:p>
          <a:p>
            <a:pPr lvl="1"/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779" y="2576709"/>
            <a:ext cx="5192792" cy="4281291"/>
          </a:xfrm>
          <a:prstGeom prst="rect">
            <a:avLst/>
          </a:prstGeom>
        </p:spPr>
      </p:pic>
      <p:sp>
        <p:nvSpPr>
          <p:cNvPr id="6" name="円/楕円 5"/>
          <p:cNvSpPr/>
          <p:nvPr/>
        </p:nvSpPr>
        <p:spPr>
          <a:xfrm>
            <a:off x="1866378" y="6225436"/>
            <a:ext cx="2931090" cy="4008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770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 smtClean="0"/>
              <a:t> 3/5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Change </a:t>
            </a:r>
            <a:r>
              <a:rPr lang="en-US" altLang="ja-JP" dirty="0" err="1"/>
              <a:t>fastboot</a:t>
            </a:r>
            <a:r>
              <a:rPr lang="en-US" altLang="ja-JP" dirty="0"/>
              <a:t> mode.</a:t>
            </a:r>
          </a:p>
          <a:p>
            <a:pPr lvl="1"/>
            <a:r>
              <a:rPr lang="en-US" altLang="ja-JP" dirty="0" smtClean="0"/>
              <a:t>Input “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”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07" y="2094103"/>
            <a:ext cx="5583233" cy="4604499"/>
          </a:xfrm>
          <a:prstGeom prst="rect">
            <a:avLst/>
          </a:prstGeom>
        </p:spPr>
      </p:pic>
      <p:sp>
        <p:nvSpPr>
          <p:cNvPr id="5" name="円/楕円 4"/>
          <p:cNvSpPr/>
          <p:nvPr/>
        </p:nvSpPr>
        <p:spPr>
          <a:xfrm>
            <a:off x="1453019" y="4772417"/>
            <a:ext cx="1728591" cy="3317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13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 smtClean="0"/>
              <a:t> 4/5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</a:t>
            </a:r>
            <a:r>
              <a:rPr lang="en-US" altLang="ja-JP" dirty="0" smtClean="0"/>
              <a:t>egister </a:t>
            </a:r>
            <a:r>
              <a:rPr kumimoji="1" lang="en-US" altLang="ja-JP" dirty="0" smtClean="0"/>
              <a:t>your board to </a:t>
            </a:r>
            <a:r>
              <a:rPr kumimoji="1" lang="en-US" altLang="ja-JP" dirty="0" err="1" smtClean="0"/>
              <a:t>udev</a:t>
            </a:r>
            <a:r>
              <a:rPr kumimoji="1" lang="en-US" altLang="ja-JP" dirty="0" smtClean="0"/>
              <a:t>.</a:t>
            </a:r>
          </a:p>
          <a:p>
            <a:pPr lvl="1"/>
            <a:r>
              <a:rPr lang="en-US" altLang="ja-JP" dirty="0" smtClean="0"/>
              <a:t>Add </a:t>
            </a:r>
            <a:r>
              <a:rPr lang="en-US" altLang="ja-JP" dirty="0"/>
              <a:t>the following line to </a:t>
            </a:r>
            <a:r>
              <a:rPr lang="en-US" altLang="ja-JP" dirty="0" smtClean="0"/>
              <a:t>‘/</a:t>
            </a:r>
            <a:r>
              <a:rPr lang="en-US" altLang="ja-JP" dirty="0" err="1" smtClean="0"/>
              <a:t>etc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udev</a:t>
            </a:r>
            <a:r>
              <a:rPr lang="en-US" altLang="ja-JP" dirty="0" smtClean="0"/>
              <a:t>/</a:t>
            </a:r>
            <a:r>
              <a:rPr lang="en-US" altLang="ja-JP" dirty="0" err="1" smtClean="0"/>
              <a:t>rules.d</a:t>
            </a:r>
            <a:r>
              <a:rPr lang="en-US" altLang="ja-JP" dirty="0" smtClean="0"/>
              <a:t>/51-android.rules’</a:t>
            </a:r>
          </a:p>
          <a:p>
            <a:pPr lvl="1"/>
            <a:endParaRPr lang="en-US" altLang="ja-JP" dirty="0" smtClean="0"/>
          </a:p>
          <a:p>
            <a:pPr lvl="1"/>
            <a:endParaRPr kumimoji="1" lang="en-US" altLang="ja-JP" dirty="0"/>
          </a:p>
          <a:p>
            <a:pPr lvl="1"/>
            <a:endParaRPr lang="en-US" altLang="ja-JP" dirty="0" smtClean="0"/>
          </a:p>
          <a:p>
            <a:pPr lvl="3"/>
            <a:endParaRPr kumimoji="1" lang="en-US" altLang="ja-JP" dirty="0"/>
          </a:p>
          <a:p>
            <a:pPr lvl="1"/>
            <a:r>
              <a:rPr lang="en-US" altLang="ja-JP" dirty="0" smtClean="0"/>
              <a:t>Restart ‘</a:t>
            </a:r>
            <a:r>
              <a:rPr lang="en-US" altLang="ja-JP" dirty="0" err="1" smtClean="0"/>
              <a:t>udev</a:t>
            </a:r>
            <a:r>
              <a:rPr lang="en-US" altLang="ja-JP" dirty="0" smtClean="0"/>
              <a:t>’ service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96647" y="2567835"/>
            <a:ext cx="6801633" cy="10208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altLang="ja-JP" dirty="0"/>
              <a:t>SUBSYSTEM=="</a:t>
            </a:r>
            <a:r>
              <a:rPr lang="en-US" altLang="ja-JP" dirty="0" err="1"/>
              <a:t>usb</a:t>
            </a:r>
            <a:r>
              <a:rPr lang="en-US" altLang="ja-JP" dirty="0"/>
              <a:t>", ATTRS{</a:t>
            </a:r>
            <a:r>
              <a:rPr lang="en-US" altLang="ja-JP" dirty="0" err="1"/>
              <a:t>idVendor</a:t>
            </a:r>
            <a:r>
              <a:rPr lang="en-US" altLang="ja-JP" dirty="0"/>
              <a:t>}=="18d1", MODE="0666"</a:t>
            </a:r>
          </a:p>
        </p:txBody>
      </p:sp>
    </p:spTree>
    <p:extLst>
      <p:ext uri="{BB962C8B-B14F-4D97-AF65-F5344CB8AC3E}">
        <p14:creationId xmlns:p14="http://schemas.microsoft.com/office/powerpoint/2010/main" val="373064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ja-JP" dirty="0"/>
              <a:t>Write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 images </a:t>
            </a:r>
            <a:r>
              <a:rPr lang="en-US" altLang="ja-JP" dirty="0"/>
              <a:t>to </a:t>
            </a:r>
            <a:r>
              <a:rPr lang="en-US" altLang="ja-JP" dirty="0" err="1"/>
              <a:t>eMMC</a:t>
            </a:r>
            <a:r>
              <a:rPr lang="en-US" altLang="ja-JP" dirty="0"/>
              <a:t> </a:t>
            </a:r>
            <a:r>
              <a:rPr lang="en-US" altLang="ja-JP" dirty="0" smtClean="0"/>
              <a:t>5/5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Put your systems to your board.</a:t>
            </a:r>
          </a:p>
          <a:p>
            <a:pPr lvl="1"/>
            <a:r>
              <a:rPr lang="en-US" altLang="ja-JP" dirty="0" smtClean="0"/>
              <a:t>Use </a:t>
            </a:r>
            <a:r>
              <a:rPr lang="en-US" altLang="ja-JP" dirty="0" err="1" smtClean="0"/>
              <a:t>fastboot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If your system doesn’t have </a:t>
            </a:r>
            <a:r>
              <a:rPr lang="en-US" altLang="ja-JP" dirty="0" err="1" smtClean="0"/>
              <a:t>fastboot</a:t>
            </a:r>
            <a:r>
              <a:rPr lang="en-US" altLang="ja-JP" dirty="0" smtClean="0"/>
              <a:t>, please do:</a:t>
            </a:r>
          </a:p>
          <a:p>
            <a:pPr lvl="3"/>
            <a:r>
              <a:rPr lang="en-US" altLang="ja-JP" dirty="0" err="1"/>
              <a:t>sudo</a:t>
            </a:r>
            <a:r>
              <a:rPr lang="en-US" altLang="ja-JP" dirty="0"/>
              <a:t> apt-get install android-tools-</a:t>
            </a:r>
            <a:r>
              <a:rPr lang="en-US" altLang="ja-JP" dirty="0" err="1"/>
              <a:t>fastboot</a:t>
            </a:r>
            <a:endParaRPr lang="en-US" altLang="ja-JP" dirty="0"/>
          </a:p>
          <a:p>
            <a:pPr lvl="2"/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384121" y="2931090"/>
            <a:ext cx="6801633" cy="38079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flash </a:t>
            </a:r>
            <a:r>
              <a:rPr lang="en-US" altLang="ja-JP" dirty="0" err="1"/>
              <a:t>xloader</a:t>
            </a:r>
            <a:r>
              <a:rPr lang="en-US" altLang="ja-JP" dirty="0"/>
              <a:t> </a:t>
            </a:r>
            <a:r>
              <a:rPr lang="en-US" altLang="ja-JP" dirty="0" err="1"/>
              <a:t>uboot</a:t>
            </a:r>
            <a:r>
              <a:rPr lang="en-US" altLang="ja-JP" dirty="0"/>
              <a:t>/MLO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flash </a:t>
            </a:r>
            <a:r>
              <a:rPr lang="en-US" altLang="ja-JP" dirty="0" err="1"/>
              <a:t>bootloader</a:t>
            </a:r>
            <a:r>
              <a:rPr lang="en-US" altLang="ja-JP" dirty="0"/>
              <a:t> </a:t>
            </a:r>
            <a:r>
              <a:rPr lang="en-US" altLang="ja-JP" dirty="0" err="1"/>
              <a:t>uboot</a:t>
            </a:r>
            <a:r>
              <a:rPr lang="en-US" altLang="ja-JP" dirty="0"/>
              <a:t>/u-</a:t>
            </a:r>
            <a:r>
              <a:rPr lang="en-US" altLang="ja-JP" dirty="0" err="1"/>
              <a:t>boot.bin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flash kernel </a:t>
            </a:r>
            <a:r>
              <a:rPr lang="en-US" altLang="ja-JP" dirty="0" err="1"/>
              <a:t>kenel</a:t>
            </a:r>
            <a:r>
              <a:rPr lang="en-US" altLang="ja-JP" dirty="0"/>
              <a:t>/arch/arm/boot/</a:t>
            </a:r>
            <a:r>
              <a:rPr lang="en-US" altLang="ja-JP" dirty="0" err="1"/>
              <a:t>zIamge</a:t>
            </a:r>
            <a:r>
              <a:rPr lang="en-US" altLang="ja-JP" dirty="0"/>
              <a:t> ※If you write boot partition, it doesn't need.</a:t>
            </a:r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flash boot out/target/product/</a:t>
            </a:r>
            <a:r>
              <a:rPr lang="en-US" altLang="ja-JP" dirty="0" err="1"/>
              <a:t>odroidxu</a:t>
            </a:r>
            <a:r>
              <a:rPr lang="en-US" altLang="ja-JP" dirty="0"/>
              <a:t>/</a:t>
            </a:r>
            <a:r>
              <a:rPr lang="en-US" altLang="ja-JP" dirty="0" err="1"/>
              <a:t>boot.img</a:t>
            </a:r>
            <a:endParaRPr lang="en-US" altLang="ja-JP" dirty="0"/>
          </a:p>
          <a:p>
            <a:pPr marL="800100" lvl="1" indent="-342900">
              <a:buFont typeface="ＭＳ Ｐゴシック" panose="020B0600070205080204" pitchFamily="50" charset="-128"/>
              <a:buChar char="›"/>
            </a:pPr>
            <a:r>
              <a:rPr lang="en-US" altLang="ja-JP" dirty="0" err="1" smtClean="0"/>
              <a:t>fastboot</a:t>
            </a:r>
            <a:r>
              <a:rPr lang="en-US" altLang="ja-JP" dirty="0" smtClean="0"/>
              <a:t> </a:t>
            </a:r>
            <a:r>
              <a:rPr lang="en-US" altLang="ja-JP" dirty="0"/>
              <a:t>flash system android/out/target/product/</a:t>
            </a:r>
            <a:r>
              <a:rPr lang="en-US" altLang="ja-JP" dirty="0" err="1"/>
              <a:t>odroidxu</a:t>
            </a:r>
            <a:r>
              <a:rPr lang="en-US" altLang="ja-JP" dirty="0"/>
              <a:t>/</a:t>
            </a:r>
            <a:r>
              <a:rPr lang="en-US" altLang="ja-JP" dirty="0" err="1"/>
              <a:t>system.img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6221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prop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siprop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50" charset="-128"/>
          </a:defRPr>
        </a:defPPr>
      </a:lstStyle>
    </a:lnDef>
  </a:objectDefaults>
  <a:extraClrSchemeLst>
    <a:extraClrScheme>
      <a:clrScheme name="sipro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pro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pro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SIProp</Template>
  <TotalTime>1441</TotalTime>
  <Words>6078</Words>
  <Application>Microsoft Office PowerPoint</Application>
  <PresentationFormat>画面に合わせる (4:3)</PresentationFormat>
  <Paragraphs>1809</Paragraphs>
  <Slides>167</Slides>
  <Notes>64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167</vt:i4>
      </vt:variant>
    </vt:vector>
  </HeadingPairs>
  <TitlesOfParts>
    <vt:vector size="168" baseType="lpstr">
      <vt:lpstr>siprop</vt:lpstr>
      <vt:lpstr>What’s Making Android?</vt:lpstr>
      <vt:lpstr>Agenda</vt:lpstr>
      <vt:lpstr>Kinds of Android Device</vt:lpstr>
      <vt:lpstr>Why Customize it?</vt:lpstr>
      <vt:lpstr>Kinds of Android Type</vt:lpstr>
      <vt:lpstr>About Android</vt:lpstr>
      <vt:lpstr>About Android Source Code</vt:lpstr>
      <vt:lpstr>About Android Source Code</vt:lpstr>
      <vt:lpstr>License</vt:lpstr>
      <vt:lpstr>GApp</vt:lpstr>
      <vt:lpstr>Feature Matrix of ARM Chips</vt:lpstr>
      <vt:lpstr>PowerPoint プレゼンテーション</vt:lpstr>
      <vt:lpstr>Boot Up Flow CPU～Kernel</vt:lpstr>
      <vt:lpstr>Boot Up Flow Kernel～Android System</vt:lpstr>
      <vt:lpstr>About init File</vt:lpstr>
      <vt:lpstr>Difference of Between Linux to Android</vt:lpstr>
      <vt:lpstr>Sorry!!!</vt:lpstr>
      <vt:lpstr>PowerPoint プレゼンテーション</vt:lpstr>
      <vt:lpstr>Setup 2 Kinds of Android</vt:lpstr>
      <vt:lpstr>Building Environment</vt:lpstr>
      <vt:lpstr>PowerPoint プレゼンテーション</vt:lpstr>
      <vt:lpstr>Common Setup 1/2</vt:lpstr>
      <vt:lpstr>Common Setup 2/2</vt:lpstr>
      <vt:lpstr>PowerPoint プレゼンテーション</vt:lpstr>
      <vt:lpstr>What’s Nexus7?</vt:lpstr>
      <vt:lpstr>Check Points</vt:lpstr>
      <vt:lpstr>How to Build</vt:lpstr>
      <vt:lpstr>Download Source Code</vt:lpstr>
      <vt:lpstr>Download BSP from site &amp; your real device 1/2</vt:lpstr>
      <vt:lpstr>Download BSP from site &amp; your real device 2/2</vt:lpstr>
      <vt:lpstr>Download &amp; Build kernel</vt:lpstr>
      <vt:lpstr>Make OTA image</vt:lpstr>
      <vt:lpstr>build/envsetup.sh</vt:lpstr>
      <vt:lpstr>What’s Android OTA-Package</vt:lpstr>
      <vt:lpstr>What’s Fastboot?</vt:lpstr>
      <vt:lpstr>What’s Inside of Image File?</vt:lpstr>
      <vt:lpstr>Write new OTA image 1/3</vt:lpstr>
      <vt:lpstr>Write new OTA image 2/3</vt:lpstr>
      <vt:lpstr>Write new OTA image 3/3</vt:lpstr>
      <vt:lpstr>PowerPoint プレゼンテーション</vt:lpstr>
      <vt:lpstr>PowerPoint プレゼンテーション</vt:lpstr>
      <vt:lpstr>What’s Pandaboard?</vt:lpstr>
      <vt:lpstr>How to Use Peripherals?</vt:lpstr>
      <vt:lpstr>How to Use Peripherals?</vt:lpstr>
      <vt:lpstr>How to Build</vt:lpstr>
      <vt:lpstr>Download 4.4 Source Code</vt:lpstr>
      <vt:lpstr>Download BSP from Google</vt:lpstr>
      <vt:lpstr>Download Toolchain</vt:lpstr>
      <vt:lpstr>Download &amp; Build x-loader</vt:lpstr>
      <vt:lpstr>Download &amp; Build u-boot</vt:lpstr>
      <vt:lpstr>Download &amp; Build kernel</vt:lpstr>
      <vt:lpstr>Build Android</vt:lpstr>
      <vt:lpstr>Setup SD Card</vt:lpstr>
      <vt:lpstr>PowerPoint プレゼンテーション</vt:lpstr>
      <vt:lpstr>But……… TI support until 4.2</vt:lpstr>
      <vt:lpstr>How to Build</vt:lpstr>
      <vt:lpstr>Download 4.2 Source Code</vt:lpstr>
      <vt:lpstr>Download BSP from Google</vt:lpstr>
      <vt:lpstr>Download Toolchain</vt:lpstr>
      <vt:lpstr>Download &amp; Build x-loader</vt:lpstr>
      <vt:lpstr>Download &amp; Build u-boot</vt:lpstr>
      <vt:lpstr>Download &amp; Build kernel</vt:lpstr>
      <vt:lpstr>Build Android</vt:lpstr>
      <vt:lpstr>Setup SD Card</vt:lpstr>
      <vt:lpstr>PowerPoint プレゼンテーション</vt:lpstr>
      <vt:lpstr>PowerPoint プレゼンテーション</vt:lpstr>
      <vt:lpstr>Debugging by ICE(In Circuit Emulator)</vt:lpstr>
      <vt:lpstr>Why Need?</vt:lpstr>
      <vt:lpstr>PowerPoint プレゼンテーション</vt:lpstr>
      <vt:lpstr>Flyswatter2 Pandaboard</vt:lpstr>
      <vt:lpstr>Setup udev</vt:lpstr>
      <vt:lpstr>Add Debug Information to Source Code</vt:lpstr>
      <vt:lpstr>Change KGDB Config</vt:lpstr>
      <vt:lpstr>Change KGDB Config</vt:lpstr>
      <vt:lpstr>Change u-boot</vt:lpstr>
      <vt:lpstr>Old u-boot</vt:lpstr>
      <vt:lpstr>Setup Debugging Software</vt:lpstr>
      <vt:lpstr>Setup Debugging Software</vt:lpstr>
      <vt:lpstr>Setup FTDI Driver (Serial)</vt:lpstr>
      <vt:lpstr>Setup OpenODC(On-Chip Debugging)</vt:lpstr>
      <vt:lpstr>Prepare JTAG Tools</vt:lpstr>
      <vt:lpstr>Connect Cables</vt:lpstr>
      <vt:lpstr>Connect JTAG Debugger</vt:lpstr>
      <vt:lpstr>JTAG Commands</vt:lpstr>
      <vt:lpstr>Setup DDD(Data Display Debugger)</vt:lpstr>
      <vt:lpstr>How to Use Debugger</vt:lpstr>
      <vt:lpstr>Ex. Break Point</vt:lpstr>
      <vt:lpstr>PowerPoint プレゼンテーション</vt:lpstr>
      <vt:lpstr>PowerPoint プレゼンテーション</vt:lpstr>
      <vt:lpstr>AllWinner - A31 (Cortex-A7 Quad)</vt:lpstr>
      <vt:lpstr>AllWinner - A31 (Cortex-A7 Quad)</vt:lpstr>
      <vt:lpstr>PowerPoint プレゼンテーション</vt:lpstr>
      <vt:lpstr>RockChip - RK3188 (Cortex-A9 Quad)</vt:lpstr>
      <vt:lpstr>RockChip - RK3188 (Cortex-A9 Quad)</vt:lpstr>
      <vt:lpstr>Put Serial Connector on board</vt:lpstr>
      <vt:lpstr>Customize kernel</vt:lpstr>
      <vt:lpstr>Make boot-image 1/4</vt:lpstr>
      <vt:lpstr>Make boot-image 2/4</vt:lpstr>
      <vt:lpstr>Make boot-image 3/4</vt:lpstr>
      <vt:lpstr>Make boot-image 4/4</vt:lpstr>
      <vt:lpstr>Write new boot-image 1/4</vt:lpstr>
      <vt:lpstr>Write new boot-image 2/4</vt:lpstr>
      <vt:lpstr>Write new boot-image 3/4</vt:lpstr>
      <vt:lpstr>Write new boot-image 4/4</vt:lpstr>
      <vt:lpstr>PowerPoint プレゼンテーション</vt:lpstr>
      <vt:lpstr>MediaTek - MT6589 (Cortex-A7 Quad)</vt:lpstr>
      <vt:lpstr>MediaTek - MT6589 (Cortex-A7 Quad)</vt:lpstr>
      <vt:lpstr>Get kernel source code &amp; patch for Android-4.2.1</vt:lpstr>
      <vt:lpstr>Marge AOSP &amp; this patch</vt:lpstr>
      <vt:lpstr>Build kernel</vt:lpstr>
      <vt:lpstr>Copy drivers for Android</vt:lpstr>
      <vt:lpstr>Modify Android source code 1/2</vt:lpstr>
      <vt:lpstr>Modify Android source code 2/2</vt:lpstr>
      <vt:lpstr>Build Android image</vt:lpstr>
      <vt:lpstr>Write Android image to your phone</vt:lpstr>
      <vt:lpstr>PowerPoint プレゼンテーション</vt:lpstr>
      <vt:lpstr>Freescale - i.MX6Q (Cortex-A9 Quad)</vt:lpstr>
      <vt:lpstr>Freescale - i.MX6Q (Cortex-A9 Quad)</vt:lpstr>
      <vt:lpstr>Download Source Code from Official Site</vt:lpstr>
      <vt:lpstr>Download Source Code from Official Site</vt:lpstr>
      <vt:lpstr>Patch to Android Source Code</vt:lpstr>
      <vt:lpstr>Modify Android Source Code for SD Card</vt:lpstr>
      <vt:lpstr>Modify Android Source Code for SD Card</vt:lpstr>
      <vt:lpstr>Modify Android Source Code for SD Card</vt:lpstr>
      <vt:lpstr>Fix 32bit files 1/4</vt:lpstr>
      <vt:lpstr>Fix 32bit files 2/4</vt:lpstr>
      <vt:lpstr>Fix 32bit files 3/4</vt:lpstr>
      <vt:lpstr>Fix 32bit files 4/4</vt:lpstr>
      <vt:lpstr>Build Source Codes 1/3</vt:lpstr>
      <vt:lpstr>Build Source Codes 2/3</vt:lpstr>
      <vt:lpstr>Build Source Codes 3/3</vt:lpstr>
      <vt:lpstr>Setup SD Card</vt:lpstr>
      <vt:lpstr>PowerPoint プレゼンテーション</vt:lpstr>
      <vt:lpstr>TI - OMAP5432 (Cortex-A15 Dual)</vt:lpstr>
      <vt:lpstr>TI - OMAP5432 (Cortex-A15 Dual)</vt:lpstr>
      <vt:lpstr>Download Android Source Code</vt:lpstr>
      <vt:lpstr>Build Android Source Code</vt:lpstr>
      <vt:lpstr>Download kernel Source Code</vt:lpstr>
      <vt:lpstr>Build kernel Source Code 1/2</vt:lpstr>
      <vt:lpstr>Build kernel Source Code 2/2</vt:lpstr>
      <vt:lpstr>Download u-boot Source Code</vt:lpstr>
      <vt:lpstr>Build u-boot Source Code</vt:lpstr>
      <vt:lpstr>Build fastboot image 1/2</vt:lpstr>
      <vt:lpstr>Build fastboot image 2/2</vt:lpstr>
      <vt:lpstr>Write fastboot images to eMMC 1/6</vt:lpstr>
      <vt:lpstr>Write fastboot images to eMMC 2/6</vt:lpstr>
      <vt:lpstr>Write fastboot images to eMMC 3/6</vt:lpstr>
      <vt:lpstr>Write fastboot images to eMMC 4/6</vt:lpstr>
      <vt:lpstr>Write fastboot images to eMMC 5/6</vt:lpstr>
      <vt:lpstr>Write fastboot images to eMMC 6/6</vt:lpstr>
      <vt:lpstr>PowerPoint プレゼンテーション</vt:lpstr>
      <vt:lpstr>Samsung - Exynos5 (Cortex-A15 Quad and Cortex-A7 Quad)</vt:lpstr>
      <vt:lpstr>Samsung - Exynos5 (Cortex-A15 Quad and Cortex-A7 Quad)</vt:lpstr>
      <vt:lpstr>Samsung - Exynos5 (Cortex-A15 Quad and Cortex-A7 Quad)</vt:lpstr>
      <vt:lpstr>Build u-boot 1/2</vt:lpstr>
      <vt:lpstr>Build u-boot 2/2</vt:lpstr>
      <vt:lpstr>Build kernel</vt:lpstr>
      <vt:lpstr>Build Android</vt:lpstr>
      <vt:lpstr>Setup eMMC 1/4</vt:lpstr>
      <vt:lpstr>Setup eMMC 2/4</vt:lpstr>
      <vt:lpstr>Setup eMMC 3/4</vt:lpstr>
      <vt:lpstr>Setup eMMC 4/4</vt:lpstr>
      <vt:lpstr>Write fastboot images to eMMC 1/5</vt:lpstr>
      <vt:lpstr>Write fastboot images to eMMC 2/5</vt:lpstr>
      <vt:lpstr>Write fastboot images to eMMC 3/5</vt:lpstr>
      <vt:lpstr>Write fastboot images to eMMC 4/5</vt:lpstr>
      <vt:lpstr>Write fastboot images to eMMC 5/5</vt:lpstr>
    </vt:vector>
  </TitlesOfParts>
  <Company>self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Noritsuna Imamura</dc:creator>
  <cp:lastModifiedBy>noritsuna</cp:lastModifiedBy>
  <cp:revision>252</cp:revision>
  <dcterms:created xsi:type="dcterms:W3CDTF">2013-12-01T18:38:28Z</dcterms:created>
  <dcterms:modified xsi:type="dcterms:W3CDTF">2013-12-04T22:44:04Z</dcterms:modified>
</cp:coreProperties>
</file>