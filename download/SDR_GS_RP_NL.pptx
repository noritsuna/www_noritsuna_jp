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656" r:id="rId2"/>
    <p:sldId id="657" r:id="rId3"/>
    <p:sldId id="660" r:id="rId4"/>
    <p:sldId id="661" r:id="rId5"/>
    <p:sldId id="662" r:id="rId6"/>
    <p:sldId id="663" r:id="rId7"/>
    <p:sldId id="665" r:id="rId8"/>
    <p:sldId id="664" r:id="rId9"/>
  </p:sldIdLst>
  <p:sldSz cx="9144000" cy="6858000" type="screen4x3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FF99"/>
    <a:srgbClr val="0080FF"/>
    <a:srgbClr val="FF6FCF"/>
    <a:srgbClr val="E8E8E8"/>
    <a:srgbClr val="CCFFCC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8" autoAdjust="0"/>
    <p:restoredTop sz="90318" autoAdjust="0"/>
  </p:normalViewPr>
  <p:slideViewPr>
    <p:cSldViewPr>
      <p:cViewPr varScale="1">
        <p:scale>
          <a:sx n="119" d="100"/>
          <a:sy n="119" d="100"/>
        </p:scale>
        <p:origin x="104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C86CBE-13C6-4C33-9F26-848833410B53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kumimoji="1" lang="ja-JP" altLang="en-US"/>
        </a:p>
      </dgm:t>
    </dgm:pt>
    <dgm:pt modelId="{E7113066-6315-4D09-A044-B09F1D44CB4E}">
      <dgm:prSet phldrT="[テキスト]"/>
      <dgm:spPr/>
      <dgm:t>
        <a:bodyPr/>
        <a:lstStyle/>
        <a:p>
          <a:r>
            <a:rPr kumimoji="1" lang="ja-JP" altLang="en-US" dirty="0"/>
            <a:t>専門性</a:t>
          </a:r>
        </a:p>
      </dgm:t>
    </dgm:pt>
    <dgm:pt modelId="{E5CBA5E7-0122-4DA3-889D-FB7C962A17D8}" type="parTrans" cxnId="{8A3DE5DE-7787-44C7-AE96-FBF6494A565B}">
      <dgm:prSet/>
      <dgm:spPr/>
      <dgm:t>
        <a:bodyPr/>
        <a:lstStyle/>
        <a:p>
          <a:endParaRPr kumimoji="1" lang="ja-JP" altLang="en-US"/>
        </a:p>
      </dgm:t>
    </dgm:pt>
    <dgm:pt modelId="{B9AC92AF-1D94-44D9-922A-97702F25E77C}" type="sibTrans" cxnId="{8A3DE5DE-7787-44C7-AE96-FBF6494A565B}">
      <dgm:prSet/>
      <dgm:spPr/>
      <dgm:t>
        <a:bodyPr/>
        <a:lstStyle/>
        <a:p>
          <a:endParaRPr kumimoji="1" lang="ja-JP" altLang="en-US"/>
        </a:p>
      </dgm:t>
    </dgm:pt>
    <dgm:pt modelId="{ED9831B8-8F85-4AB1-8540-C0CFA42D1EA5}">
      <dgm:prSet phldrT="[テキスト]"/>
      <dgm:spPr/>
      <dgm:t>
        <a:bodyPr/>
        <a:lstStyle/>
        <a:p>
          <a:r>
            <a:rPr kumimoji="1" lang="ja-JP" altLang="en-US" dirty="0"/>
            <a:t>小・中・高校生でも操作可能</a:t>
          </a:r>
        </a:p>
      </dgm:t>
    </dgm:pt>
    <dgm:pt modelId="{498135DD-F22C-41CC-8F60-603CFBA45120}" type="parTrans" cxnId="{CAADAE2E-A4FB-4120-A896-C1D879B5DE0C}">
      <dgm:prSet/>
      <dgm:spPr/>
      <dgm:t>
        <a:bodyPr/>
        <a:lstStyle/>
        <a:p>
          <a:endParaRPr kumimoji="1" lang="ja-JP" altLang="en-US"/>
        </a:p>
      </dgm:t>
    </dgm:pt>
    <dgm:pt modelId="{048E6972-754C-4BDE-BB1A-4AAD2067429B}" type="sibTrans" cxnId="{CAADAE2E-A4FB-4120-A896-C1D879B5DE0C}">
      <dgm:prSet/>
      <dgm:spPr/>
      <dgm:t>
        <a:bodyPr/>
        <a:lstStyle/>
        <a:p>
          <a:endParaRPr kumimoji="1" lang="ja-JP" altLang="en-US"/>
        </a:p>
      </dgm:t>
    </dgm:pt>
    <dgm:pt modelId="{9F7C66A6-1267-4FF3-AA3D-AB37E435A5AF}">
      <dgm:prSet phldrT="[テキスト]"/>
      <dgm:spPr/>
      <dgm:t>
        <a:bodyPr/>
        <a:lstStyle/>
        <a:p>
          <a:r>
            <a:rPr kumimoji="1" lang="ja-JP" altLang="en-US" dirty="0"/>
            <a:t>購入</a:t>
          </a:r>
        </a:p>
      </dgm:t>
    </dgm:pt>
    <dgm:pt modelId="{29CB0DC8-8BB1-43DE-9F54-4E57032348AA}" type="parTrans" cxnId="{7A5F5864-C68E-4503-B483-5B355F79496A}">
      <dgm:prSet/>
      <dgm:spPr/>
      <dgm:t>
        <a:bodyPr/>
        <a:lstStyle/>
        <a:p>
          <a:endParaRPr kumimoji="1" lang="ja-JP" altLang="en-US"/>
        </a:p>
      </dgm:t>
    </dgm:pt>
    <dgm:pt modelId="{50EB5F71-43CA-4457-AC33-C90EF20993CC}" type="sibTrans" cxnId="{7A5F5864-C68E-4503-B483-5B355F79496A}">
      <dgm:prSet/>
      <dgm:spPr/>
      <dgm:t>
        <a:bodyPr/>
        <a:lstStyle/>
        <a:p>
          <a:endParaRPr kumimoji="1" lang="ja-JP" altLang="en-US"/>
        </a:p>
      </dgm:t>
    </dgm:pt>
    <dgm:pt modelId="{1BD845E6-BE5D-41C8-9600-6420768E515E}">
      <dgm:prSet phldrT="[テキスト]"/>
      <dgm:spPr/>
      <dgm:t>
        <a:bodyPr/>
        <a:lstStyle/>
        <a:p>
          <a:r>
            <a:rPr kumimoji="1" lang="en-US" altLang="ja-JP" dirty="0"/>
            <a:t>5000</a:t>
          </a:r>
          <a:r>
            <a:rPr kumimoji="1" lang="ja-JP" altLang="en-US" dirty="0"/>
            <a:t>円で購入できる</a:t>
          </a:r>
        </a:p>
      </dgm:t>
    </dgm:pt>
    <dgm:pt modelId="{9B633145-23DA-4DA2-930C-9A37E699E18F}" type="parTrans" cxnId="{22D054F0-9DB8-4E33-BA3E-AC9E0D2275D6}">
      <dgm:prSet/>
      <dgm:spPr/>
      <dgm:t>
        <a:bodyPr/>
        <a:lstStyle/>
        <a:p>
          <a:endParaRPr kumimoji="1" lang="ja-JP" altLang="en-US"/>
        </a:p>
      </dgm:t>
    </dgm:pt>
    <dgm:pt modelId="{DEAA676A-C96F-427E-8E25-0A83F666C805}" type="sibTrans" cxnId="{22D054F0-9DB8-4E33-BA3E-AC9E0D2275D6}">
      <dgm:prSet/>
      <dgm:spPr/>
      <dgm:t>
        <a:bodyPr/>
        <a:lstStyle/>
        <a:p>
          <a:endParaRPr kumimoji="1" lang="ja-JP" altLang="en-US"/>
        </a:p>
      </dgm:t>
    </dgm:pt>
    <dgm:pt modelId="{9B735A29-C6CA-491B-A036-033B54DC0147}">
      <dgm:prSet phldrT="[テキスト]"/>
      <dgm:spPr/>
      <dgm:t>
        <a:bodyPr/>
        <a:lstStyle/>
        <a:p>
          <a:r>
            <a:rPr kumimoji="1" lang="ja-JP" altLang="en-US" dirty="0"/>
            <a:t>構築</a:t>
          </a:r>
        </a:p>
      </dgm:t>
    </dgm:pt>
    <dgm:pt modelId="{6CD69D69-1D2C-4592-B453-EE1431518971}" type="parTrans" cxnId="{FA2DBE9A-FAF5-44BB-9B8B-C15AADB62F9B}">
      <dgm:prSet/>
      <dgm:spPr/>
      <dgm:t>
        <a:bodyPr/>
        <a:lstStyle/>
        <a:p>
          <a:endParaRPr kumimoji="1" lang="ja-JP" altLang="en-US"/>
        </a:p>
      </dgm:t>
    </dgm:pt>
    <dgm:pt modelId="{4AA8C45A-6212-4043-A141-EF9533F1EB68}" type="sibTrans" cxnId="{FA2DBE9A-FAF5-44BB-9B8B-C15AADB62F9B}">
      <dgm:prSet/>
      <dgm:spPr/>
      <dgm:t>
        <a:bodyPr/>
        <a:lstStyle/>
        <a:p>
          <a:endParaRPr kumimoji="1" lang="ja-JP" altLang="en-US"/>
        </a:p>
      </dgm:t>
    </dgm:pt>
    <dgm:pt modelId="{3ECD0782-55C8-4E19-82B2-A34207599239}">
      <dgm:prSet phldrT="[テキスト]"/>
      <dgm:spPr/>
      <dgm:t>
        <a:bodyPr/>
        <a:lstStyle/>
        <a:p>
          <a:r>
            <a:rPr kumimoji="1" lang="ja-JP" altLang="en-US" dirty="0"/>
            <a:t>日本語による完全解説</a:t>
          </a:r>
        </a:p>
      </dgm:t>
    </dgm:pt>
    <dgm:pt modelId="{1A4B19CF-A235-4E86-8FB4-E4546CF12100}" type="parTrans" cxnId="{9F8FB9A7-BF57-49DE-A718-7B46A8771415}">
      <dgm:prSet/>
      <dgm:spPr/>
      <dgm:t>
        <a:bodyPr/>
        <a:lstStyle/>
        <a:p>
          <a:endParaRPr kumimoji="1" lang="ja-JP" altLang="en-US"/>
        </a:p>
      </dgm:t>
    </dgm:pt>
    <dgm:pt modelId="{BA7C9B34-AE19-4EA5-8AE2-3590DB2A6DC9}" type="sibTrans" cxnId="{9F8FB9A7-BF57-49DE-A718-7B46A8771415}">
      <dgm:prSet/>
      <dgm:spPr/>
      <dgm:t>
        <a:bodyPr/>
        <a:lstStyle/>
        <a:p>
          <a:endParaRPr kumimoji="1" lang="ja-JP" altLang="en-US"/>
        </a:p>
      </dgm:t>
    </dgm:pt>
    <dgm:pt modelId="{A980336D-48C0-4700-B0BC-BDACBEAC0467}">
      <dgm:prSet phldrT="[テキスト]"/>
      <dgm:spPr/>
      <dgm:t>
        <a:bodyPr/>
        <a:lstStyle/>
        <a:p>
          <a:r>
            <a:rPr kumimoji="1" lang="ja-JP" altLang="en-US" dirty="0"/>
            <a:t>ベランダにも設置できる</a:t>
          </a:r>
        </a:p>
      </dgm:t>
    </dgm:pt>
    <dgm:pt modelId="{37D99967-E2D1-4654-B394-BFAD379289EC}" type="parTrans" cxnId="{851D222D-DF3F-493B-8495-1A7571337057}">
      <dgm:prSet/>
      <dgm:spPr/>
      <dgm:t>
        <a:bodyPr/>
        <a:lstStyle/>
        <a:p>
          <a:endParaRPr kumimoji="1" lang="ja-JP" altLang="en-US"/>
        </a:p>
      </dgm:t>
    </dgm:pt>
    <dgm:pt modelId="{32B33106-EF06-4B1B-900C-1EDDF6ADBF04}" type="sibTrans" cxnId="{851D222D-DF3F-493B-8495-1A7571337057}">
      <dgm:prSet/>
      <dgm:spPr/>
      <dgm:t>
        <a:bodyPr/>
        <a:lstStyle/>
        <a:p>
          <a:endParaRPr kumimoji="1" lang="ja-JP" altLang="en-US"/>
        </a:p>
      </dgm:t>
    </dgm:pt>
    <dgm:pt modelId="{BAE7DAE3-FA7E-4A05-BC0E-313E0EA2C7E0}">
      <dgm:prSet/>
      <dgm:spPr/>
      <dgm:t>
        <a:bodyPr/>
        <a:lstStyle/>
        <a:p>
          <a:r>
            <a:rPr lang="ja-JP" altLang="en-US" dirty="0"/>
            <a:t>アマチュア無線免許不要</a:t>
          </a:r>
          <a:endParaRPr kumimoji="1" lang="ja-JP" altLang="en-US" dirty="0"/>
        </a:p>
      </dgm:t>
    </dgm:pt>
    <dgm:pt modelId="{BF638CA7-04AE-4895-9A27-316316F8E572}" type="parTrans" cxnId="{8B71CAE1-4C26-40CF-9047-D6D5583AF93F}">
      <dgm:prSet/>
      <dgm:spPr/>
      <dgm:t>
        <a:bodyPr/>
        <a:lstStyle/>
        <a:p>
          <a:endParaRPr kumimoji="1" lang="ja-JP" altLang="en-US"/>
        </a:p>
      </dgm:t>
    </dgm:pt>
    <dgm:pt modelId="{B7A2C895-CC45-4372-8FD1-3D39EC3ED22B}" type="sibTrans" cxnId="{8B71CAE1-4C26-40CF-9047-D6D5583AF93F}">
      <dgm:prSet/>
      <dgm:spPr/>
      <dgm:t>
        <a:bodyPr/>
        <a:lstStyle/>
        <a:p>
          <a:endParaRPr kumimoji="1" lang="ja-JP" altLang="en-US"/>
        </a:p>
      </dgm:t>
    </dgm:pt>
    <dgm:pt modelId="{C17FE8C6-691D-40DB-91D2-1137F039954E}">
      <dgm:prSet/>
      <dgm:spPr/>
      <dgm:t>
        <a:bodyPr/>
        <a:lstStyle/>
        <a:p>
          <a:r>
            <a:rPr kumimoji="1" lang="ja-JP" altLang="en-US" dirty="0"/>
            <a:t>入手性の良さ</a:t>
          </a:r>
        </a:p>
      </dgm:t>
    </dgm:pt>
    <dgm:pt modelId="{3C161C90-3ED3-4B17-AEE1-9F18AE7AFFB8}" type="parTrans" cxnId="{E464ABB7-D370-4587-840A-FE222761506B}">
      <dgm:prSet/>
      <dgm:spPr/>
      <dgm:t>
        <a:bodyPr/>
        <a:lstStyle/>
        <a:p>
          <a:endParaRPr kumimoji="1" lang="ja-JP" altLang="en-US"/>
        </a:p>
      </dgm:t>
    </dgm:pt>
    <dgm:pt modelId="{AA01A308-75E3-4895-A45A-0058E8C3764C}" type="sibTrans" cxnId="{E464ABB7-D370-4587-840A-FE222761506B}">
      <dgm:prSet/>
      <dgm:spPr/>
      <dgm:t>
        <a:bodyPr/>
        <a:lstStyle/>
        <a:p>
          <a:endParaRPr kumimoji="1" lang="ja-JP" altLang="en-US"/>
        </a:p>
      </dgm:t>
    </dgm:pt>
    <dgm:pt modelId="{9E5396D5-7011-4C28-A9B5-C142576CC463}" type="pres">
      <dgm:prSet presAssocID="{36C86CBE-13C6-4C33-9F26-848833410B53}" presName="Name0" presStyleCnt="0">
        <dgm:presLayoutVars>
          <dgm:dir/>
          <dgm:animLvl val="lvl"/>
          <dgm:resizeHandles val="exact"/>
        </dgm:presLayoutVars>
      </dgm:prSet>
      <dgm:spPr/>
    </dgm:pt>
    <dgm:pt modelId="{B76AA7A1-4F0B-4758-A2B1-5E11CE031519}" type="pres">
      <dgm:prSet presAssocID="{E7113066-6315-4D09-A044-B09F1D44CB4E}" presName="linNode" presStyleCnt="0"/>
      <dgm:spPr/>
    </dgm:pt>
    <dgm:pt modelId="{6B8ABCCE-23EE-48B0-BE01-FF70CAA14620}" type="pres">
      <dgm:prSet presAssocID="{E7113066-6315-4D09-A044-B09F1D44CB4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A201948-EA42-48DD-9273-F4FA911B06B1}" type="pres">
      <dgm:prSet presAssocID="{E7113066-6315-4D09-A044-B09F1D44CB4E}" presName="descendantText" presStyleLbl="alignAccFollowNode1" presStyleIdx="0" presStyleCnt="3" custLinFactNeighborX="2440">
        <dgm:presLayoutVars>
          <dgm:bulletEnabled val="1"/>
        </dgm:presLayoutVars>
      </dgm:prSet>
      <dgm:spPr/>
    </dgm:pt>
    <dgm:pt modelId="{AD525E07-ED08-4F5A-BF28-E3C6F0F335F8}" type="pres">
      <dgm:prSet presAssocID="{B9AC92AF-1D94-44D9-922A-97702F25E77C}" presName="sp" presStyleCnt="0"/>
      <dgm:spPr/>
    </dgm:pt>
    <dgm:pt modelId="{C73AA0CD-0D2F-437F-8DD7-8AAFA9B2E6BA}" type="pres">
      <dgm:prSet presAssocID="{9F7C66A6-1267-4FF3-AA3D-AB37E435A5AF}" presName="linNode" presStyleCnt="0"/>
      <dgm:spPr/>
    </dgm:pt>
    <dgm:pt modelId="{4BFA3700-E0B7-45D8-8BC3-F3BEF4F6640F}" type="pres">
      <dgm:prSet presAssocID="{9F7C66A6-1267-4FF3-AA3D-AB37E435A5AF}" presName="parentText" presStyleLbl="node1" presStyleIdx="1" presStyleCnt="3" custLinFactNeighborX="-202" custLinFactNeighborY="-347">
        <dgm:presLayoutVars>
          <dgm:chMax val="1"/>
          <dgm:bulletEnabled val="1"/>
        </dgm:presLayoutVars>
      </dgm:prSet>
      <dgm:spPr/>
    </dgm:pt>
    <dgm:pt modelId="{5B150628-AE58-4940-A20A-5F577EB72A09}" type="pres">
      <dgm:prSet presAssocID="{9F7C66A6-1267-4FF3-AA3D-AB37E435A5AF}" presName="descendantText" presStyleLbl="alignAccFollowNode1" presStyleIdx="1" presStyleCnt="3">
        <dgm:presLayoutVars>
          <dgm:bulletEnabled val="1"/>
        </dgm:presLayoutVars>
      </dgm:prSet>
      <dgm:spPr/>
    </dgm:pt>
    <dgm:pt modelId="{FCD0381F-1B7C-4514-B492-6313FB2D2988}" type="pres">
      <dgm:prSet presAssocID="{50EB5F71-43CA-4457-AC33-C90EF20993CC}" presName="sp" presStyleCnt="0"/>
      <dgm:spPr/>
    </dgm:pt>
    <dgm:pt modelId="{2CAB69CC-BE49-48DF-AE57-60EDC390B75B}" type="pres">
      <dgm:prSet presAssocID="{9B735A29-C6CA-491B-A036-033B54DC0147}" presName="linNode" presStyleCnt="0"/>
      <dgm:spPr/>
    </dgm:pt>
    <dgm:pt modelId="{0FE11A33-3BE4-45F7-B28B-A9845B1645D0}" type="pres">
      <dgm:prSet presAssocID="{9B735A29-C6CA-491B-A036-033B54DC0147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8E57130C-4310-4078-BE54-3310AAC3AC1C}" type="pres">
      <dgm:prSet presAssocID="{9B735A29-C6CA-491B-A036-033B54DC0147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EB120703-37BB-498F-A33C-223705F4D132}" type="presOf" srcId="{3ECD0782-55C8-4E19-82B2-A34207599239}" destId="{8E57130C-4310-4078-BE54-3310AAC3AC1C}" srcOrd="0" destOrd="0" presId="urn:microsoft.com/office/officeart/2005/8/layout/vList5"/>
    <dgm:cxn modelId="{CA4D4A18-54A4-494F-B539-DDBC0F7019BB}" type="presOf" srcId="{ED9831B8-8F85-4AB1-8540-C0CFA42D1EA5}" destId="{EA201948-EA42-48DD-9273-F4FA911B06B1}" srcOrd="0" destOrd="0" presId="urn:microsoft.com/office/officeart/2005/8/layout/vList5"/>
    <dgm:cxn modelId="{851D222D-DF3F-493B-8495-1A7571337057}" srcId="{9B735A29-C6CA-491B-A036-033B54DC0147}" destId="{A980336D-48C0-4700-B0BC-BDACBEAC0467}" srcOrd="1" destOrd="0" parTransId="{37D99967-E2D1-4654-B394-BFAD379289EC}" sibTransId="{32B33106-EF06-4B1B-900C-1EDDF6ADBF04}"/>
    <dgm:cxn modelId="{CAADAE2E-A4FB-4120-A896-C1D879B5DE0C}" srcId="{E7113066-6315-4D09-A044-B09F1D44CB4E}" destId="{ED9831B8-8F85-4AB1-8540-C0CFA42D1EA5}" srcOrd="0" destOrd="0" parTransId="{498135DD-F22C-41CC-8F60-603CFBA45120}" sibTransId="{048E6972-754C-4BDE-BB1A-4AAD2067429B}"/>
    <dgm:cxn modelId="{7839DD2F-670F-4687-9FDD-9722BD1E5BCE}" type="presOf" srcId="{BAE7DAE3-FA7E-4A05-BC0E-313E0EA2C7E0}" destId="{EA201948-EA42-48DD-9273-F4FA911B06B1}" srcOrd="0" destOrd="1" presId="urn:microsoft.com/office/officeart/2005/8/layout/vList5"/>
    <dgm:cxn modelId="{8530A141-C483-4EB7-8D1F-68CE5296E14A}" type="presOf" srcId="{E7113066-6315-4D09-A044-B09F1D44CB4E}" destId="{6B8ABCCE-23EE-48B0-BE01-FF70CAA14620}" srcOrd="0" destOrd="0" presId="urn:microsoft.com/office/officeart/2005/8/layout/vList5"/>
    <dgm:cxn modelId="{7A5F5864-C68E-4503-B483-5B355F79496A}" srcId="{36C86CBE-13C6-4C33-9F26-848833410B53}" destId="{9F7C66A6-1267-4FF3-AA3D-AB37E435A5AF}" srcOrd="1" destOrd="0" parTransId="{29CB0DC8-8BB1-43DE-9F54-4E57032348AA}" sibTransId="{50EB5F71-43CA-4457-AC33-C90EF20993CC}"/>
    <dgm:cxn modelId="{B987DE47-096B-4E3E-A276-D717F448EE74}" type="presOf" srcId="{1BD845E6-BE5D-41C8-9600-6420768E515E}" destId="{5B150628-AE58-4940-A20A-5F577EB72A09}" srcOrd="0" destOrd="0" presId="urn:microsoft.com/office/officeart/2005/8/layout/vList5"/>
    <dgm:cxn modelId="{5FD1084E-241E-4550-A20B-322F5D2BABA5}" type="presOf" srcId="{9F7C66A6-1267-4FF3-AA3D-AB37E435A5AF}" destId="{4BFA3700-E0B7-45D8-8BC3-F3BEF4F6640F}" srcOrd="0" destOrd="0" presId="urn:microsoft.com/office/officeart/2005/8/layout/vList5"/>
    <dgm:cxn modelId="{2DC4177C-A302-4222-A6B0-295889B0016D}" type="presOf" srcId="{C17FE8C6-691D-40DB-91D2-1137F039954E}" destId="{5B150628-AE58-4940-A20A-5F577EB72A09}" srcOrd="0" destOrd="1" presId="urn:microsoft.com/office/officeart/2005/8/layout/vList5"/>
    <dgm:cxn modelId="{FA2DBE9A-FAF5-44BB-9B8B-C15AADB62F9B}" srcId="{36C86CBE-13C6-4C33-9F26-848833410B53}" destId="{9B735A29-C6CA-491B-A036-033B54DC0147}" srcOrd="2" destOrd="0" parTransId="{6CD69D69-1D2C-4592-B453-EE1431518971}" sibTransId="{4AA8C45A-6212-4043-A141-EF9533F1EB68}"/>
    <dgm:cxn modelId="{9E5A3E9D-9D1D-4E69-86A2-E7C23BB9F4A4}" type="presOf" srcId="{A980336D-48C0-4700-B0BC-BDACBEAC0467}" destId="{8E57130C-4310-4078-BE54-3310AAC3AC1C}" srcOrd="0" destOrd="1" presId="urn:microsoft.com/office/officeart/2005/8/layout/vList5"/>
    <dgm:cxn modelId="{9F8FB9A7-BF57-49DE-A718-7B46A8771415}" srcId="{9B735A29-C6CA-491B-A036-033B54DC0147}" destId="{3ECD0782-55C8-4E19-82B2-A34207599239}" srcOrd="0" destOrd="0" parTransId="{1A4B19CF-A235-4E86-8FB4-E4546CF12100}" sibTransId="{BA7C9B34-AE19-4EA5-8AE2-3590DB2A6DC9}"/>
    <dgm:cxn modelId="{75A9E9B6-DE88-4F18-902A-C311F8969544}" type="presOf" srcId="{9B735A29-C6CA-491B-A036-033B54DC0147}" destId="{0FE11A33-3BE4-45F7-B28B-A9845B1645D0}" srcOrd="0" destOrd="0" presId="urn:microsoft.com/office/officeart/2005/8/layout/vList5"/>
    <dgm:cxn modelId="{E464ABB7-D370-4587-840A-FE222761506B}" srcId="{9F7C66A6-1267-4FF3-AA3D-AB37E435A5AF}" destId="{C17FE8C6-691D-40DB-91D2-1137F039954E}" srcOrd="1" destOrd="0" parTransId="{3C161C90-3ED3-4B17-AEE1-9F18AE7AFFB8}" sibTransId="{AA01A308-75E3-4895-A45A-0058E8C3764C}"/>
    <dgm:cxn modelId="{15FBBBC4-2B09-48F0-AC90-E947AEE78852}" type="presOf" srcId="{36C86CBE-13C6-4C33-9F26-848833410B53}" destId="{9E5396D5-7011-4C28-A9B5-C142576CC463}" srcOrd="0" destOrd="0" presId="urn:microsoft.com/office/officeart/2005/8/layout/vList5"/>
    <dgm:cxn modelId="{8A3DE5DE-7787-44C7-AE96-FBF6494A565B}" srcId="{36C86CBE-13C6-4C33-9F26-848833410B53}" destId="{E7113066-6315-4D09-A044-B09F1D44CB4E}" srcOrd="0" destOrd="0" parTransId="{E5CBA5E7-0122-4DA3-889D-FB7C962A17D8}" sibTransId="{B9AC92AF-1D94-44D9-922A-97702F25E77C}"/>
    <dgm:cxn modelId="{8B71CAE1-4C26-40CF-9047-D6D5583AF93F}" srcId="{E7113066-6315-4D09-A044-B09F1D44CB4E}" destId="{BAE7DAE3-FA7E-4A05-BC0E-313E0EA2C7E0}" srcOrd="1" destOrd="0" parTransId="{BF638CA7-04AE-4895-9A27-316316F8E572}" sibTransId="{B7A2C895-CC45-4372-8FD1-3D39EC3ED22B}"/>
    <dgm:cxn modelId="{22D054F0-9DB8-4E33-BA3E-AC9E0D2275D6}" srcId="{9F7C66A6-1267-4FF3-AA3D-AB37E435A5AF}" destId="{1BD845E6-BE5D-41C8-9600-6420768E515E}" srcOrd="0" destOrd="0" parTransId="{9B633145-23DA-4DA2-930C-9A37E699E18F}" sibTransId="{DEAA676A-C96F-427E-8E25-0A83F666C805}"/>
    <dgm:cxn modelId="{8EE7F976-7F50-431B-8515-DA0B5BCC4626}" type="presParOf" srcId="{9E5396D5-7011-4C28-A9B5-C142576CC463}" destId="{B76AA7A1-4F0B-4758-A2B1-5E11CE031519}" srcOrd="0" destOrd="0" presId="urn:microsoft.com/office/officeart/2005/8/layout/vList5"/>
    <dgm:cxn modelId="{35E3BA7A-75B6-4464-B3E0-7117929638F0}" type="presParOf" srcId="{B76AA7A1-4F0B-4758-A2B1-5E11CE031519}" destId="{6B8ABCCE-23EE-48B0-BE01-FF70CAA14620}" srcOrd="0" destOrd="0" presId="urn:microsoft.com/office/officeart/2005/8/layout/vList5"/>
    <dgm:cxn modelId="{9EF4FB1E-EADE-4D07-A8AC-774BAC573D9F}" type="presParOf" srcId="{B76AA7A1-4F0B-4758-A2B1-5E11CE031519}" destId="{EA201948-EA42-48DD-9273-F4FA911B06B1}" srcOrd="1" destOrd="0" presId="urn:microsoft.com/office/officeart/2005/8/layout/vList5"/>
    <dgm:cxn modelId="{125985E0-855A-48BE-99A4-3AE83B47EFD3}" type="presParOf" srcId="{9E5396D5-7011-4C28-A9B5-C142576CC463}" destId="{AD525E07-ED08-4F5A-BF28-E3C6F0F335F8}" srcOrd="1" destOrd="0" presId="urn:microsoft.com/office/officeart/2005/8/layout/vList5"/>
    <dgm:cxn modelId="{0B406FE7-FEE2-4DA0-82B4-972BB71206CE}" type="presParOf" srcId="{9E5396D5-7011-4C28-A9B5-C142576CC463}" destId="{C73AA0CD-0D2F-437F-8DD7-8AAFA9B2E6BA}" srcOrd="2" destOrd="0" presId="urn:microsoft.com/office/officeart/2005/8/layout/vList5"/>
    <dgm:cxn modelId="{3FDF7430-CD11-47C8-9065-D9AA4FACFFC0}" type="presParOf" srcId="{C73AA0CD-0D2F-437F-8DD7-8AAFA9B2E6BA}" destId="{4BFA3700-E0B7-45D8-8BC3-F3BEF4F6640F}" srcOrd="0" destOrd="0" presId="urn:microsoft.com/office/officeart/2005/8/layout/vList5"/>
    <dgm:cxn modelId="{443A6DA1-8426-4934-8C1D-5F5E20673A6C}" type="presParOf" srcId="{C73AA0CD-0D2F-437F-8DD7-8AAFA9B2E6BA}" destId="{5B150628-AE58-4940-A20A-5F577EB72A09}" srcOrd="1" destOrd="0" presId="urn:microsoft.com/office/officeart/2005/8/layout/vList5"/>
    <dgm:cxn modelId="{A14B69CF-DC27-48F2-8952-009C05E79EBC}" type="presParOf" srcId="{9E5396D5-7011-4C28-A9B5-C142576CC463}" destId="{FCD0381F-1B7C-4514-B492-6313FB2D2988}" srcOrd="3" destOrd="0" presId="urn:microsoft.com/office/officeart/2005/8/layout/vList5"/>
    <dgm:cxn modelId="{F4584267-AB49-4D79-B7F5-4CCE5AF73F50}" type="presParOf" srcId="{9E5396D5-7011-4C28-A9B5-C142576CC463}" destId="{2CAB69CC-BE49-48DF-AE57-60EDC390B75B}" srcOrd="4" destOrd="0" presId="urn:microsoft.com/office/officeart/2005/8/layout/vList5"/>
    <dgm:cxn modelId="{3D3CA6E0-129B-46F0-867A-385DFEDC85A0}" type="presParOf" srcId="{2CAB69CC-BE49-48DF-AE57-60EDC390B75B}" destId="{0FE11A33-3BE4-45F7-B28B-A9845B1645D0}" srcOrd="0" destOrd="0" presId="urn:microsoft.com/office/officeart/2005/8/layout/vList5"/>
    <dgm:cxn modelId="{5C61DED7-58EE-46C4-A3F8-536F12926C17}" type="presParOf" srcId="{2CAB69CC-BE49-48DF-AE57-60EDC390B75B}" destId="{8E57130C-4310-4078-BE54-3310AAC3AC1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5AF4B3-2681-4DE8-826E-1597296E6440}" type="doc">
      <dgm:prSet loTypeId="urn:microsoft.com/office/officeart/2005/8/layout/chevron2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kumimoji="1" lang="ja-JP" altLang="en-US"/>
        </a:p>
      </dgm:t>
    </dgm:pt>
    <dgm:pt modelId="{7CD38D24-989D-4A98-BD96-11C2F75638C0}">
      <dgm:prSet phldrT="[テキスト]"/>
      <dgm:spPr/>
      <dgm:t>
        <a:bodyPr/>
        <a:lstStyle/>
        <a:p>
          <a:r>
            <a:rPr kumimoji="1" lang="ja-JP" altLang="en-US" dirty="0"/>
            <a:t>新世代衛星地上局</a:t>
          </a:r>
        </a:p>
      </dgm:t>
    </dgm:pt>
    <dgm:pt modelId="{5DFFD40A-4AB0-4C4A-A847-E420B5429853}" type="parTrans" cxnId="{2693F513-6508-4F34-96EF-6711996CA5EB}">
      <dgm:prSet/>
      <dgm:spPr/>
      <dgm:t>
        <a:bodyPr/>
        <a:lstStyle/>
        <a:p>
          <a:endParaRPr kumimoji="1" lang="ja-JP" altLang="en-US"/>
        </a:p>
      </dgm:t>
    </dgm:pt>
    <dgm:pt modelId="{DAF2D06E-9AB7-4BEB-96CB-AC7352810EEA}" type="sibTrans" cxnId="{2693F513-6508-4F34-96EF-6711996CA5EB}">
      <dgm:prSet/>
      <dgm:spPr/>
      <dgm:t>
        <a:bodyPr/>
        <a:lstStyle/>
        <a:p>
          <a:endParaRPr kumimoji="1" lang="ja-JP" altLang="en-US"/>
        </a:p>
      </dgm:t>
    </dgm:pt>
    <dgm:pt modelId="{CFF8AD27-6511-41C7-9682-1B5625328D0E}">
      <dgm:prSet phldrT="[テキスト]"/>
      <dgm:spPr/>
      <dgm:t>
        <a:bodyPr/>
        <a:lstStyle/>
        <a:p>
          <a:r>
            <a:rPr kumimoji="1" lang="en-US" altLang="ja-JP" dirty="0"/>
            <a:t>SDR</a:t>
          </a:r>
          <a:r>
            <a:rPr kumimoji="1" lang="ja-JP" altLang="en-US" dirty="0"/>
            <a:t>＋非常に安価な中華製機材</a:t>
          </a:r>
        </a:p>
      </dgm:t>
    </dgm:pt>
    <dgm:pt modelId="{1AB5EEDA-CE75-4A22-89BA-6F7F9D4F5137}" type="parTrans" cxnId="{C6B51465-D82D-4B2D-98D7-9952DD52E4F3}">
      <dgm:prSet/>
      <dgm:spPr/>
      <dgm:t>
        <a:bodyPr/>
        <a:lstStyle/>
        <a:p>
          <a:endParaRPr kumimoji="1" lang="ja-JP" altLang="en-US"/>
        </a:p>
      </dgm:t>
    </dgm:pt>
    <dgm:pt modelId="{1370BDF9-144C-4A4C-86ED-585D368DCC09}" type="sibTrans" cxnId="{C6B51465-D82D-4B2D-98D7-9952DD52E4F3}">
      <dgm:prSet/>
      <dgm:spPr/>
      <dgm:t>
        <a:bodyPr/>
        <a:lstStyle/>
        <a:p>
          <a:endParaRPr kumimoji="1" lang="ja-JP" altLang="en-US"/>
        </a:p>
      </dgm:t>
    </dgm:pt>
    <dgm:pt modelId="{A47193F7-5E44-4FAF-91DC-B2E8B0A72A4D}">
      <dgm:prSet phldrT="[テキスト]"/>
      <dgm:spPr/>
      <dgm:t>
        <a:bodyPr/>
        <a:lstStyle/>
        <a:p>
          <a:r>
            <a:rPr kumimoji="1" lang="en-US" altLang="ja-JP" dirty="0"/>
            <a:t>SDR</a:t>
          </a:r>
          <a:r>
            <a:rPr kumimoji="1" lang="ja-JP" altLang="en-US" dirty="0"/>
            <a:t>対応衛星追尾ソフトウェア解説</a:t>
          </a:r>
        </a:p>
      </dgm:t>
    </dgm:pt>
    <dgm:pt modelId="{24AA531F-E8AB-427D-8AFA-8AEAD22287FC}" type="parTrans" cxnId="{489C06B9-1F96-4CD9-AAEC-354E904A1CEB}">
      <dgm:prSet/>
      <dgm:spPr/>
      <dgm:t>
        <a:bodyPr/>
        <a:lstStyle/>
        <a:p>
          <a:endParaRPr kumimoji="1" lang="ja-JP" altLang="en-US"/>
        </a:p>
      </dgm:t>
    </dgm:pt>
    <dgm:pt modelId="{2221E67E-56E0-43D8-B2E6-E6F084AD452A}" type="sibTrans" cxnId="{489C06B9-1F96-4CD9-AAEC-354E904A1CEB}">
      <dgm:prSet/>
      <dgm:spPr/>
      <dgm:t>
        <a:bodyPr/>
        <a:lstStyle/>
        <a:p>
          <a:endParaRPr kumimoji="1" lang="ja-JP" altLang="en-US"/>
        </a:p>
      </dgm:t>
    </dgm:pt>
    <dgm:pt modelId="{CDE2EB22-D4BA-4970-8055-1184B69B5845}">
      <dgm:prSet phldrT="[テキスト]"/>
      <dgm:spPr/>
      <dgm:t>
        <a:bodyPr/>
        <a:lstStyle/>
        <a:p>
          <a:r>
            <a:rPr kumimoji="1" lang="ja-JP" altLang="en-US" dirty="0"/>
            <a:t>リモート化</a:t>
          </a:r>
        </a:p>
      </dgm:t>
    </dgm:pt>
    <dgm:pt modelId="{9A43B216-85C3-482D-8F62-B5FD2D08B6CE}" type="parTrans" cxnId="{1179C22A-3BE6-4BA7-83A5-BB51D13946EF}">
      <dgm:prSet/>
      <dgm:spPr/>
      <dgm:t>
        <a:bodyPr/>
        <a:lstStyle/>
        <a:p>
          <a:endParaRPr kumimoji="1" lang="ja-JP" altLang="en-US"/>
        </a:p>
      </dgm:t>
    </dgm:pt>
    <dgm:pt modelId="{9524A3BC-6B57-4887-8902-51C820581401}" type="sibTrans" cxnId="{1179C22A-3BE6-4BA7-83A5-BB51D13946EF}">
      <dgm:prSet/>
      <dgm:spPr/>
      <dgm:t>
        <a:bodyPr/>
        <a:lstStyle/>
        <a:p>
          <a:endParaRPr kumimoji="1" lang="ja-JP" altLang="en-US"/>
        </a:p>
      </dgm:t>
    </dgm:pt>
    <dgm:pt modelId="{FAB9E29D-3777-4151-9A3E-9CAF97D36825}">
      <dgm:prSet phldrT="[テキスト]"/>
      <dgm:spPr/>
      <dgm:t>
        <a:bodyPr/>
        <a:lstStyle/>
        <a:p>
          <a:r>
            <a:rPr kumimoji="1" lang="en-US" altLang="ja-JP" dirty="0"/>
            <a:t>Raspberry Pi</a:t>
          </a:r>
          <a:endParaRPr kumimoji="1" lang="ja-JP" altLang="en-US" dirty="0"/>
        </a:p>
      </dgm:t>
    </dgm:pt>
    <dgm:pt modelId="{A67EB4A5-C314-48BB-B2D1-498BC79202B5}" type="parTrans" cxnId="{0704DCD2-7F59-4F0E-9965-92BEB572EBAE}">
      <dgm:prSet/>
      <dgm:spPr/>
      <dgm:t>
        <a:bodyPr/>
        <a:lstStyle/>
        <a:p>
          <a:endParaRPr kumimoji="1" lang="ja-JP" altLang="en-US"/>
        </a:p>
      </dgm:t>
    </dgm:pt>
    <dgm:pt modelId="{6AD3D01F-47BC-45E3-9BA9-4C1630725724}" type="sibTrans" cxnId="{0704DCD2-7F59-4F0E-9965-92BEB572EBAE}">
      <dgm:prSet/>
      <dgm:spPr/>
      <dgm:t>
        <a:bodyPr/>
        <a:lstStyle/>
        <a:p>
          <a:endParaRPr kumimoji="1" lang="ja-JP" altLang="en-US"/>
        </a:p>
      </dgm:t>
    </dgm:pt>
    <dgm:pt modelId="{9335F642-C123-4177-83AA-571E3C6C784D}">
      <dgm:prSet phldrT="[テキスト]"/>
      <dgm:spPr/>
      <dgm:t>
        <a:bodyPr/>
        <a:lstStyle/>
        <a:p>
          <a:r>
            <a:rPr kumimoji="1" lang="ja-JP" altLang="en-US" dirty="0"/>
            <a:t>防雨ケース</a:t>
          </a:r>
        </a:p>
      </dgm:t>
    </dgm:pt>
    <dgm:pt modelId="{E677310B-CA6A-4E5C-A5DB-16CD61A52DBE}" type="parTrans" cxnId="{84AE5B78-72D0-416A-954E-E364521FBFEB}">
      <dgm:prSet/>
      <dgm:spPr/>
      <dgm:t>
        <a:bodyPr/>
        <a:lstStyle/>
        <a:p>
          <a:endParaRPr kumimoji="1" lang="ja-JP" altLang="en-US"/>
        </a:p>
      </dgm:t>
    </dgm:pt>
    <dgm:pt modelId="{3365C577-4CC5-4859-9287-7B0BA64F404A}" type="sibTrans" cxnId="{84AE5B78-72D0-416A-954E-E364521FBFEB}">
      <dgm:prSet/>
      <dgm:spPr/>
      <dgm:t>
        <a:bodyPr/>
        <a:lstStyle/>
        <a:p>
          <a:endParaRPr kumimoji="1" lang="ja-JP" altLang="en-US"/>
        </a:p>
      </dgm:t>
    </dgm:pt>
    <dgm:pt modelId="{CEBC8A8A-A5EF-4211-A8D0-E55999274C3A}">
      <dgm:prSet phldrT="[テキスト]"/>
      <dgm:spPr/>
      <dgm:t>
        <a:bodyPr/>
        <a:lstStyle/>
        <a:p>
          <a:r>
            <a:rPr kumimoji="1" lang="ja-JP" altLang="en-US" dirty="0"/>
            <a:t>自動自立化</a:t>
          </a:r>
        </a:p>
      </dgm:t>
    </dgm:pt>
    <dgm:pt modelId="{70B28B93-B504-4252-A54F-7158723753E2}" type="parTrans" cxnId="{3E018181-ED15-48DB-A902-A26473B96EBF}">
      <dgm:prSet/>
      <dgm:spPr/>
      <dgm:t>
        <a:bodyPr/>
        <a:lstStyle/>
        <a:p>
          <a:endParaRPr kumimoji="1" lang="ja-JP" altLang="en-US"/>
        </a:p>
      </dgm:t>
    </dgm:pt>
    <dgm:pt modelId="{76A89118-6926-49EA-869E-F16970231D51}" type="sibTrans" cxnId="{3E018181-ED15-48DB-A902-A26473B96EBF}">
      <dgm:prSet/>
      <dgm:spPr/>
      <dgm:t>
        <a:bodyPr/>
        <a:lstStyle/>
        <a:p>
          <a:endParaRPr kumimoji="1" lang="ja-JP" altLang="en-US"/>
        </a:p>
      </dgm:t>
    </dgm:pt>
    <dgm:pt modelId="{84309F10-300C-4FE2-8F1F-09ACF8E7B495}">
      <dgm:prSet phldrT="[テキスト]"/>
      <dgm:spPr/>
      <dgm:t>
        <a:bodyPr/>
        <a:lstStyle/>
        <a:p>
          <a:r>
            <a:rPr kumimoji="1" lang="ja-JP" altLang="en-US" dirty="0"/>
            <a:t>太陽光パネル＋鉛蓄電池</a:t>
          </a:r>
        </a:p>
      </dgm:t>
    </dgm:pt>
    <dgm:pt modelId="{10F0BDD9-67EA-45C6-AEC1-A70608D473B4}" type="parTrans" cxnId="{861B7E3C-A488-4DA1-80EF-B8DD999ED353}">
      <dgm:prSet/>
      <dgm:spPr/>
      <dgm:t>
        <a:bodyPr/>
        <a:lstStyle/>
        <a:p>
          <a:endParaRPr kumimoji="1" lang="ja-JP" altLang="en-US"/>
        </a:p>
      </dgm:t>
    </dgm:pt>
    <dgm:pt modelId="{E44D0132-8048-405E-A1D2-27E2DB9B2292}" type="sibTrans" cxnId="{861B7E3C-A488-4DA1-80EF-B8DD999ED353}">
      <dgm:prSet/>
      <dgm:spPr/>
      <dgm:t>
        <a:bodyPr/>
        <a:lstStyle/>
        <a:p>
          <a:endParaRPr kumimoji="1" lang="ja-JP" altLang="en-US"/>
        </a:p>
      </dgm:t>
    </dgm:pt>
    <dgm:pt modelId="{E683B760-356E-47AA-AABB-2458E9C916EF}">
      <dgm:prSet phldrT="[テキスト]"/>
      <dgm:spPr/>
      <dgm:t>
        <a:bodyPr/>
        <a:lstStyle/>
        <a:p>
          <a:r>
            <a:rPr kumimoji="1" lang="en-US" altLang="ja-JP" dirty="0"/>
            <a:t>3G</a:t>
          </a:r>
          <a:r>
            <a:rPr kumimoji="1" lang="ja-JP" altLang="en-US" dirty="0"/>
            <a:t>回線</a:t>
          </a:r>
        </a:p>
      </dgm:t>
    </dgm:pt>
    <dgm:pt modelId="{7D2E847C-36D7-49DE-9D8A-658F64A7BB7F}" type="parTrans" cxnId="{76085ECC-C60F-4521-B01A-A37B50CFC4B9}">
      <dgm:prSet/>
      <dgm:spPr/>
      <dgm:t>
        <a:bodyPr/>
        <a:lstStyle/>
        <a:p>
          <a:endParaRPr kumimoji="1" lang="ja-JP" altLang="en-US"/>
        </a:p>
      </dgm:t>
    </dgm:pt>
    <dgm:pt modelId="{A99744F4-5B7E-48BC-A969-2FF83CE44E8B}" type="sibTrans" cxnId="{76085ECC-C60F-4521-B01A-A37B50CFC4B9}">
      <dgm:prSet/>
      <dgm:spPr/>
      <dgm:t>
        <a:bodyPr/>
        <a:lstStyle/>
        <a:p>
          <a:endParaRPr kumimoji="1" lang="ja-JP" altLang="en-US"/>
        </a:p>
      </dgm:t>
    </dgm:pt>
    <dgm:pt modelId="{D63FB8EC-BD3C-4896-AE6F-4A1F61A8BFE9}">
      <dgm:prSet phldrT="[テキスト]"/>
      <dgm:spPr/>
      <dgm:t>
        <a:bodyPr/>
        <a:lstStyle/>
        <a:p>
          <a:r>
            <a:rPr kumimoji="1" lang="ja-JP" altLang="en-US" dirty="0"/>
            <a:t>予算</a:t>
          </a:r>
          <a:r>
            <a:rPr kumimoji="1" lang="en-US" altLang="ja-JP" dirty="0"/>
            <a:t>5000</a:t>
          </a:r>
          <a:r>
            <a:rPr kumimoji="1" lang="ja-JP" altLang="en-US" dirty="0"/>
            <a:t>円の実現</a:t>
          </a:r>
        </a:p>
      </dgm:t>
    </dgm:pt>
    <dgm:pt modelId="{0E630D93-9A47-4830-BDFA-AB4ECE400802}" type="parTrans" cxnId="{B5666EDD-51CE-429F-B216-5AE1249DCDD0}">
      <dgm:prSet/>
      <dgm:spPr/>
      <dgm:t>
        <a:bodyPr/>
        <a:lstStyle/>
        <a:p>
          <a:endParaRPr kumimoji="1" lang="ja-JP" altLang="en-US"/>
        </a:p>
      </dgm:t>
    </dgm:pt>
    <dgm:pt modelId="{FF01ECA4-F84F-4F65-9C2D-BF1F1CE30450}" type="sibTrans" cxnId="{B5666EDD-51CE-429F-B216-5AE1249DCDD0}">
      <dgm:prSet/>
      <dgm:spPr/>
      <dgm:t>
        <a:bodyPr/>
        <a:lstStyle/>
        <a:p>
          <a:endParaRPr kumimoji="1" lang="ja-JP" altLang="en-US"/>
        </a:p>
      </dgm:t>
    </dgm:pt>
    <dgm:pt modelId="{D445A01B-637D-4AA0-91AB-6CCCACE95A97}">
      <dgm:prSet phldrT="[テキスト]"/>
      <dgm:spPr/>
      <dgm:t>
        <a:bodyPr/>
        <a:lstStyle/>
        <a:p>
          <a:r>
            <a:rPr kumimoji="1" lang="en-US" altLang="ja-JP" dirty="0"/>
            <a:t>Amazon</a:t>
          </a:r>
          <a:r>
            <a:rPr kumimoji="1" lang="ja-JP" altLang="en-US" dirty="0"/>
            <a:t>で全機材購入可能</a:t>
          </a:r>
        </a:p>
      </dgm:t>
    </dgm:pt>
    <dgm:pt modelId="{37837795-E4FE-4FAF-BC57-932F19C55080}" type="parTrans" cxnId="{E738A0A9-5CE6-41FE-A525-14629BB73598}">
      <dgm:prSet/>
      <dgm:spPr/>
      <dgm:t>
        <a:bodyPr/>
        <a:lstStyle/>
        <a:p>
          <a:endParaRPr kumimoji="1" lang="ja-JP" altLang="en-US"/>
        </a:p>
      </dgm:t>
    </dgm:pt>
    <dgm:pt modelId="{78716B5B-3A09-4624-BCD0-001B0B875B2C}" type="sibTrans" cxnId="{E738A0A9-5CE6-41FE-A525-14629BB73598}">
      <dgm:prSet/>
      <dgm:spPr/>
      <dgm:t>
        <a:bodyPr/>
        <a:lstStyle/>
        <a:p>
          <a:endParaRPr kumimoji="1" lang="ja-JP" altLang="en-US"/>
        </a:p>
      </dgm:t>
    </dgm:pt>
    <dgm:pt modelId="{900F93F5-21BB-46FD-A90F-40DA1120C08B}">
      <dgm:prSet phldrT="[テキスト]"/>
      <dgm:spPr/>
      <dgm:t>
        <a:bodyPr/>
        <a:lstStyle/>
        <a:p>
          <a:r>
            <a:rPr kumimoji="1" lang="ja-JP" altLang="en-US" dirty="0"/>
            <a:t>完全日本語化</a:t>
          </a:r>
        </a:p>
      </dgm:t>
    </dgm:pt>
    <dgm:pt modelId="{7D10B371-7536-4EAF-8C20-AFF466AED838}" type="parTrans" cxnId="{54E03AAA-11F5-4B9D-8DC4-41275D637220}">
      <dgm:prSet/>
      <dgm:spPr/>
      <dgm:t>
        <a:bodyPr/>
        <a:lstStyle/>
        <a:p>
          <a:endParaRPr kumimoji="1" lang="ja-JP" altLang="en-US"/>
        </a:p>
      </dgm:t>
    </dgm:pt>
    <dgm:pt modelId="{BB6264B6-85AF-411D-9195-047128EFE5E7}" type="sibTrans" cxnId="{54E03AAA-11F5-4B9D-8DC4-41275D637220}">
      <dgm:prSet/>
      <dgm:spPr/>
      <dgm:t>
        <a:bodyPr/>
        <a:lstStyle/>
        <a:p>
          <a:endParaRPr kumimoji="1" lang="ja-JP" altLang="en-US"/>
        </a:p>
      </dgm:t>
    </dgm:pt>
    <dgm:pt modelId="{6217BE0D-2F56-4B8A-A325-7EEEF836DB16}">
      <dgm:prSet phldrT="[テキスト]"/>
      <dgm:spPr/>
      <dgm:t>
        <a:bodyPr/>
        <a:lstStyle/>
        <a:p>
          <a:r>
            <a:rPr kumimoji="1" lang="en-US" altLang="ja-JP" dirty="0" err="1"/>
            <a:t>WiFi</a:t>
          </a:r>
          <a:r>
            <a:rPr kumimoji="1" lang="ja-JP" altLang="en-US" dirty="0"/>
            <a:t>によるリモートアクセス可能</a:t>
          </a:r>
        </a:p>
      </dgm:t>
    </dgm:pt>
    <dgm:pt modelId="{B764E2AB-2E54-4212-9378-5012743FACF5}" type="parTrans" cxnId="{5421AFBB-7897-4AEC-B43C-573EC7D56CF2}">
      <dgm:prSet/>
      <dgm:spPr/>
      <dgm:t>
        <a:bodyPr/>
        <a:lstStyle/>
        <a:p>
          <a:endParaRPr kumimoji="1" lang="ja-JP" altLang="en-US"/>
        </a:p>
      </dgm:t>
    </dgm:pt>
    <dgm:pt modelId="{DDDBE499-D863-45DB-BD30-67E7A393AD55}" type="sibTrans" cxnId="{5421AFBB-7897-4AEC-B43C-573EC7D56CF2}">
      <dgm:prSet/>
      <dgm:spPr/>
      <dgm:t>
        <a:bodyPr/>
        <a:lstStyle/>
        <a:p>
          <a:endParaRPr kumimoji="1" lang="ja-JP" altLang="en-US"/>
        </a:p>
      </dgm:t>
    </dgm:pt>
    <dgm:pt modelId="{D2E85DEA-BA24-4911-9A59-EA34FFAD6B18}">
      <dgm:prSet phldrT="[テキスト]"/>
      <dgm:spPr/>
      <dgm:t>
        <a:bodyPr/>
        <a:lstStyle/>
        <a:p>
          <a:r>
            <a:rPr kumimoji="1" lang="ja-JP" altLang="en-US" dirty="0"/>
            <a:t>ベランダにも設置可能</a:t>
          </a:r>
        </a:p>
      </dgm:t>
    </dgm:pt>
    <dgm:pt modelId="{18AEFD24-FDA8-48C1-BF53-6161011A7A46}" type="parTrans" cxnId="{CC4436D4-CDD4-443D-9122-1C7F1965A357}">
      <dgm:prSet/>
      <dgm:spPr/>
      <dgm:t>
        <a:bodyPr/>
        <a:lstStyle/>
        <a:p>
          <a:endParaRPr kumimoji="1" lang="ja-JP" altLang="en-US"/>
        </a:p>
      </dgm:t>
    </dgm:pt>
    <dgm:pt modelId="{2E5FE766-BE58-441C-AAB8-539C89EFFE3E}" type="sibTrans" cxnId="{CC4436D4-CDD4-443D-9122-1C7F1965A357}">
      <dgm:prSet/>
      <dgm:spPr/>
      <dgm:t>
        <a:bodyPr/>
        <a:lstStyle/>
        <a:p>
          <a:endParaRPr kumimoji="1" lang="ja-JP" altLang="en-US"/>
        </a:p>
      </dgm:t>
    </dgm:pt>
    <dgm:pt modelId="{4281B108-1403-4EAD-81D9-BCFA2B7E7971}">
      <dgm:prSet phldrT="[テキスト]"/>
      <dgm:spPr/>
      <dgm:t>
        <a:bodyPr/>
        <a:lstStyle/>
        <a:p>
          <a:r>
            <a:rPr kumimoji="1" lang="ja-JP" altLang="en-US" dirty="0"/>
            <a:t>無商用電源運転可能</a:t>
          </a:r>
        </a:p>
      </dgm:t>
    </dgm:pt>
    <dgm:pt modelId="{2CC9E57C-8DA0-43EA-AC33-F80A22B1C15F}" type="parTrans" cxnId="{81C33BBB-7AF1-4B4D-A3D9-089E47F70A17}">
      <dgm:prSet/>
      <dgm:spPr/>
      <dgm:t>
        <a:bodyPr/>
        <a:lstStyle/>
        <a:p>
          <a:endParaRPr kumimoji="1" lang="ja-JP" altLang="en-US"/>
        </a:p>
      </dgm:t>
    </dgm:pt>
    <dgm:pt modelId="{367D9F23-380F-4B1E-93BC-508048295867}" type="sibTrans" cxnId="{81C33BBB-7AF1-4B4D-A3D9-089E47F70A17}">
      <dgm:prSet/>
      <dgm:spPr/>
      <dgm:t>
        <a:bodyPr/>
        <a:lstStyle/>
        <a:p>
          <a:endParaRPr kumimoji="1" lang="ja-JP" altLang="en-US"/>
        </a:p>
      </dgm:t>
    </dgm:pt>
    <dgm:pt modelId="{002235A7-F9B0-4CE3-86E7-DE8C8102FA61}">
      <dgm:prSet phldrT="[テキスト]"/>
      <dgm:spPr/>
      <dgm:t>
        <a:bodyPr/>
        <a:lstStyle/>
        <a:p>
          <a:r>
            <a:rPr kumimoji="1" lang="ja-JP" altLang="en-US" dirty="0"/>
            <a:t>どこでも設置・通信可能</a:t>
          </a:r>
        </a:p>
      </dgm:t>
    </dgm:pt>
    <dgm:pt modelId="{1D00ABBF-FA90-42CD-8C9F-BBED53B81CF9}" type="parTrans" cxnId="{D67DA758-CA13-4C1E-ABB6-DF8BE6A667A2}">
      <dgm:prSet/>
      <dgm:spPr/>
      <dgm:t>
        <a:bodyPr/>
        <a:lstStyle/>
        <a:p>
          <a:endParaRPr kumimoji="1" lang="ja-JP" altLang="en-US"/>
        </a:p>
      </dgm:t>
    </dgm:pt>
    <dgm:pt modelId="{951D3845-5FCF-4C86-A073-3AA26AEBDEFA}" type="sibTrans" cxnId="{D67DA758-CA13-4C1E-ABB6-DF8BE6A667A2}">
      <dgm:prSet/>
      <dgm:spPr/>
      <dgm:t>
        <a:bodyPr/>
        <a:lstStyle/>
        <a:p>
          <a:endParaRPr kumimoji="1" lang="ja-JP" altLang="en-US"/>
        </a:p>
      </dgm:t>
    </dgm:pt>
    <dgm:pt modelId="{60398F69-6699-470A-BBB8-818903360F98}">
      <dgm:prSet phldrT="[テキスト]"/>
      <dgm:spPr/>
      <dgm:t>
        <a:bodyPr/>
        <a:lstStyle/>
        <a:p>
          <a:r>
            <a:rPr kumimoji="1" lang="ja-JP" altLang="en-US" dirty="0"/>
            <a:t>分散受信化</a:t>
          </a:r>
        </a:p>
      </dgm:t>
    </dgm:pt>
    <dgm:pt modelId="{E39C7FF8-FBE7-43E0-9B94-A99D31A5D060}" type="parTrans" cxnId="{1D1BF23C-8DE9-4264-9CAE-A772024D9183}">
      <dgm:prSet/>
      <dgm:spPr/>
      <dgm:t>
        <a:bodyPr/>
        <a:lstStyle/>
        <a:p>
          <a:endParaRPr kumimoji="1" lang="ja-JP" altLang="en-US"/>
        </a:p>
      </dgm:t>
    </dgm:pt>
    <dgm:pt modelId="{EBD1B0BB-6A5E-4E69-AD74-07DAA0AAE300}" type="sibTrans" cxnId="{1D1BF23C-8DE9-4264-9CAE-A772024D9183}">
      <dgm:prSet/>
      <dgm:spPr/>
      <dgm:t>
        <a:bodyPr/>
        <a:lstStyle/>
        <a:p>
          <a:endParaRPr kumimoji="1" lang="ja-JP" altLang="en-US"/>
        </a:p>
      </dgm:t>
    </dgm:pt>
    <dgm:pt modelId="{1F08D74B-F220-4C4A-B96F-60E60673E6FD}">
      <dgm:prSet/>
      <dgm:spPr/>
      <dgm:t>
        <a:bodyPr/>
        <a:lstStyle/>
        <a:p>
          <a:r>
            <a:rPr kumimoji="1" lang="en-US" altLang="ja-JP" dirty="0"/>
            <a:t>DTN</a:t>
          </a:r>
          <a:r>
            <a:rPr kumimoji="1" lang="ja-JP" altLang="en-US" dirty="0"/>
            <a:t>プロトコルの実装</a:t>
          </a:r>
        </a:p>
      </dgm:t>
    </dgm:pt>
    <dgm:pt modelId="{38F89227-54AF-4DC0-84FE-76CD85EB4A60}" type="parTrans" cxnId="{9C232715-211E-474A-8314-6C2634425D65}">
      <dgm:prSet/>
      <dgm:spPr/>
      <dgm:t>
        <a:bodyPr/>
        <a:lstStyle/>
        <a:p>
          <a:endParaRPr kumimoji="1" lang="ja-JP" altLang="en-US"/>
        </a:p>
      </dgm:t>
    </dgm:pt>
    <dgm:pt modelId="{A1DB3817-AFE5-4241-BA0D-030C78E22972}" type="sibTrans" cxnId="{9C232715-211E-474A-8314-6C2634425D65}">
      <dgm:prSet/>
      <dgm:spPr/>
      <dgm:t>
        <a:bodyPr/>
        <a:lstStyle/>
        <a:p>
          <a:endParaRPr kumimoji="1" lang="ja-JP" altLang="en-US"/>
        </a:p>
      </dgm:t>
    </dgm:pt>
    <dgm:pt modelId="{C24D4359-30FD-4268-970B-31C80F259E45}">
      <dgm:prSet/>
      <dgm:spPr/>
      <dgm:t>
        <a:bodyPr/>
        <a:lstStyle/>
        <a:p>
          <a:r>
            <a:rPr kumimoji="1" lang="ja-JP" altLang="en-US" dirty="0"/>
            <a:t>管理サーバの立ち上げ</a:t>
          </a:r>
        </a:p>
      </dgm:t>
    </dgm:pt>
    <dgm:pt modelId="{8403EC1C-D0D5-437F-ABDE-83829E0AF35A}" type="parTrans" cxnId="{CA370842-DA85-483D-9E82-EADCA3F69FBB}">
      <dgm:prSet/>
      <dgm:spPr/>
      <dgm:t>
        <a:bodyPr/>
        <a:lstStyle/>
        <a:p>
          <a:endParaRPr kumimoji="1" lang="ja-JP" altLang="en-US"/>
        </a:p>
      </dgm:t>
    </dgm:pt>
    <dgm:pt modelId="{29F69BAF-52D7-4877-BB3D-EFCA7BB8535D}" type="sibTrans" cxnId="{CA370842-DA85-483D-9E82-EADCA3F69FBB}">
      <dgm:prSet/>
      <dgm:spPr/>
      <dgm:t>
        <a:bodyPr/>
        <a:lstStyle/>
        <a:p>
          <a:endParaRPr kumimoji="1" lang="ja-JP" altLang="en-US"/>
        </a:p>
      </dgm:t>
    </dgm:pt>
    <dgm:pt modelId="{4C020E8F-AB42-4490-B24A-244EE478F20B}">
      <dgm:prSet/>
      <dgm:spPr/>
      <dgm:t>
        <a:bodyPr/>
        <a:lstStyle/>
        <a:p>
          <a:r>
            <a:rPr kumimoji="1" lang="ja-JP" altLang="en-US" dirty="0"/>
            <a:t>データのマージ</a:t>
          </a:r>
        </a:p>
      </dgm:t>
    </dgm:pt>
    <dgm:pt modelId="{BFB586B9-4156-45C4-AC12-F3B822451C97}" type="parTrans" cxnId="{37080312-2FFC-4AA4-9E0D-BA2CA287E8EA}">
      <dgm:prSet/>
      <dgm:spPr/>
      <dgm:t>
        <a:bodyPr/>
        <a:lstStyle/>
        <a:p>
          <a:endParaRPr kumimoji="1" lang="ja-JP" altLang="en-US"/>
        </a:p>
      </dgm:t>
    </dgm:pt>
    <dgm:pt modelId="{C59DDF68-D0C6-4B87-81A9-E24A158085A3}" type="sibTrans" cxnId="{37080312-2FFC-4AA4-9E0D-BA2CA287E8EA}">
      <dgm:prSet/>
      <dgm:spPr/>
      <dgm:t>
        <a:bodyPr/>
        <a:lstStyle/>
        <a:p>
          <a:endParaRPr kumimoji="1" lang="ja-JP" altLang="en-US"/>
        </a:p>
      </dgm:t>
    </dgm:pt>
    <dgm:pt modelId="{177729A5-D1F5-4DEC-B7C4-A4F7C372511D}">
      <dgm:prSet/>
      <dgm:spPr/>
      <dgm:t>
        <a:bodyPr/>
        <a:lstStyle/>
        <a:p>
          <a:r>
            <a:rPr kumimoji="1" lang="ja-JP" altLang="en-US" dirty="0"/>
            <a:t>効率的なデータ受信</a:t>
          </a:r>
        </a:p>
      </dgm:t>
    </dgm:pt>
    <dgm:pt modelId="{47040465-51E7-4FB3-8017-A676061DD0A7}" type="parTrans" cxnId="{6C555AAC-C089-4746-9199-EA4EABF0DBBA}">
      <dgm:prSet/>
      <dgm:spPr/>
      <dgm:t>
        <a:bodyPr/>
        <a:lstStyle/>
        <a:p>
          <a:endParaRPr kumimoji="1" lang="ja-JP" altLang="en-US"/>
        </a:p>
      </dgm:t>
    </dgm:pt>
    <dgm:pt modelId="{AC9C9E13-08D1-4F41-B9DD-D440EB7A0C4C}" type="sibTrans" cxnId="{6C555AAC-C089-4746-9199-EA4EABF0DBBA}">
      <dgm:prSet/>
      <dgm:spPr/>
      <dgm:t>
        <a:bodyPr/>
        <a:lstStyle/>
        <a:p>
          <a:endParaRPr kumimoji="1" lang="ja-JP" altLang="en-US"/>
        </a:p>
      </dgm:t>
    </dgm:pt>
    <dgm:pt modelId="{D1F67E4B-70E3-4446-A5B8-7EAE1A7B492F}" type="pres">
      <dgm:prSet presAssocID="{DA5AF4B3-2681-4DE8-826E-1597296E6440}" presName="linearFlow" presStyleCnt="0">
        <dgm:presLayoutVars>
          <dgm:dir/>
          <dgm:animLvl val="lvl"/>
          <dgm:resizeHandles val="exact"/>
        </dgm:presLayoutVars>
      </dgm:prSet>
      <dgm:spPr/>
    </dgm:pt>
    <dgm:pt modelId="{8C5A6DFE-BE04-422D-8FB5-1F9D84277B1C}" type="pres">
      <dgm:prSet presAssocID="{7CD38D24-989D-4A98-BD96-11C2F75638C0}" presName="composite" presStyleCnt="0"/>
      <dgm:spPr/>
    </dgm:pt>
    <dgm:pt modelId="{270CAF89-AC6C-4910-85A6-20AA9C2D3B44}" type="pres">
      <dgm:prSet presAssocID="{7CD38D24-989D-4A98-BD96-11C2F75638C0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7F208A03-658F-4E77-8D7E-F4C755266586}" type="pres">
      <dgm:prSet presAssocID="{7CD38D24-989D-4A98-BD96-11C2F75638C0}" presName="descendantText" presStyleLbl="alignAcc1" presStyleIdx="0" presStyleCnt="4">
        <dgm:presLayoutVars>
          <dgm:bulletEnabled val="1"/>
        </dgm:presLayoutVars>
      </dgm:prSet>
      <dgm:spPr/>
    </dgm:pt>
    <dgm:pt modelId="{84439258-8F9F-4375-B31A-0D135BD1D4EC}" type="pres">
      <dgm:prSet presAssocID="{DAF2D06E-9AB7-4BEB-96CB-AC7352810EEA}" presName="sp" presStyleCnt="0"/>
      <dgm:spPr/>
    </dgm:pt>
    <dgm:pt modelId="{6DCDED20-F81C-474A-905C-BC9FAD3B6E0D}" type="pres">
      <dgm:prSet presAssocID="{CDE2EB22-D4BA-4970-8055-1184B69B5845}" presName="composite" presStyleCnt="0"/>
      <dgm:spPr/>
    </dgm:pt>
    <dgm:pt modelId="{FCC559A8-11C7-4212-B83C-49940281C05D}" type="pres">
      <dgm:prSet presAssocID="{CDE2EB22-D4BA-4970-8055-1184B69B5845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CF23D4F5-94E3-40C5-B5B2-CB7076E6A173}" type="pres">
      <dgm:prSet presAssocID="{CDE2EB22-D4BA-4970-8055-1184B69B5845}" presName="descendantText" presStyleLbl="alignAcc1" presStyleIdx="1" presStyleCnt="4">
        <dgm:presLayoutVars>
          <dgm:bulletEnabled val="1"/>
        </dgm:presLayoutVars>
      </dgm:prSet>
      <dgm:spPr/>
    </dgm:pt>
    <dgm:pt modelId="{4F975278-5565-4867-8240-0630634BB779}" type="pres">
      <dgm:prSet presAssocID="{9524A3BC-6B57-4887-8902-51C820581401}" presName="sp" presStyleCnt="0"/>
      <dgm:spPr/>
    </dgm:pt>
    <dgm:pt modelId="{C910A228-AB40-4023-BC10-710406BFF35C}" type="pres">
      <dgm:prSet presAssocID="{CEBC8A8A-A5EF-4211-A8D0-E55999274C3A}" presName="composite" presStyleCnt="0"/>
      <dgm:spPr/>
    </dgm:pt>
    <dgm:pt modelId="{7B05D2E7-4526-4EF6-9043-2E8DB35C4F7C}" type="pres">
      <dgm:prSet presAssocID="{CEBC8A8A-A5EF-4211-A8D0-E55999274C3A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3F0F39BC-398B-45CB-84D4-9E025617C114}" type="pres">
      <dgm:prSet presAssocID="{CEBC8A8A-A5EF-4211-A8D0-E55999274C3A}" presName="descendantText" presStyleLbl="alignAcc1" presStyleIdx="2" presStyleCnt="4">
        <dgm:presLayoutVars>
          <dgm:bulletEnabled val="1"/>
        </dgm:presLayoutVars>
      </dgm:prSet>
      <dgm:spPr/>
    </dgm:pt>
    <dgm:pt modelId="{9C4C83AC-A773-471A-B1F3-D48F66C95C17}" type="pres">
      <dgm:prSet presAssocID="{76A89118-6926-49EA-869E-F16970231D51}" presName="sp" presStyleCnt="0"/>
      <dgm:spPr/>
    </dgm:pt>
    <dgm:pt modelId="{8F0C4663-AED2-4158-8E60-83494694D2F0}" type="pres">
      <dgm:prSet presAssocID="{60398F69-6699-470A-BBB8-818903360F98}" presName="composite" presStyleCnt="0"/>
      <dgm:spPr/>
    </dgm:pt>
    <dgm:pt modelId="{82F3D61B-1765-4CAE-B148-0CF994EC368C}" type="pres">
      <dgm:prSet presAssocID="{60398F69-6699-470A-BBB8-818903360F98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ADC0713E-C3B3-42C1-A76A-0D05504167EE}" type="pres">
      <dgm:prSet presAssocID="{60398F69-6699-470A-BBB8-818903360F98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37080312-2FFC-4AA4-9E0D-BA2CA287E8EA}" srcId="{C24D4359-30FD-4268-970B-31C80F259E45}" destId="{4C020E8F-AB42-4490-B24A-244EE478F20B}" srcOrd="0" destOrd="0" parTransId="{BFB586B9-4156-45C4-AC12-F3B822451C97}" sibTransId="{C59DDF68-D0C6-4B87-81A9-E24A158085A3}"/>
    <dgm:cxn modelId="{2693F513-6508-4F34-96EF-6711996CA5EB}" srcId="{DA5AF4B3-2681-4DE8-826E-1597296E6440}" destId="{7CD38D24-989D-4A98-BD96-11C2F75638C0}" srcOrd="0" destOrd="0" parTransId="{5DFFD40A-4AB0-4C4A-A847-E420B5429853}" sibTransId="{DAF2D06E-9AB7-4BEB-96CB-AC7352810EEA}"/>
    <dgm:cxn modelId="{9C232715-211E-474A-8314-6C2634425D65}" srcId="{60398F69-6699-470A-BBB8-818903360F98}" destId="{1F08D74B-F220-4C4A-B96F-60E60673E6FD}" srcOrd="1" destOrd="0" parTransId="{38F89227-54AF-4DC0-84FE-76CD85EB4A60}" sibTransId="{A1DB3817-AFE5-4241-BA0D-030C78E22972}"/>
    <dgm:cxn modelId="{1179C22A-3BE6-4BA7-83A5-BB51D13946EF}" srcId="{DA5AF4B3-2681-4DE8-826E-1597296E6440}" destId="{CDE2EB22-D4BA-4970-8055-1184B69B5845}" srcOrd="1" destOrd="0" parTransId="{9A43B216-85C3-482D-8F62-B5FD2D08B6CE}" sibTransId="{9524A3BC-6B57-4887-8902-51C820581401}"/>
    <dgm:cxn modelId="{A0A70134-0B3A-43C6-9AE6-74A11A6F3422}" type="presOf" srcId="{CFF8AD27-6511-41C7-9682-1B5625328D0E}" destId="{7F208A03-658F-4E77-8D7E-F4C755266586}" srcOrd="0" destOrd="0" presId="urn:microsoft.com/office/officeart/2005/8/layout/chevron2"/>
    <dgm:cxn modelId="{986FE83A-BF3F-4880-AF96-4BCCB372983C}" type="presOf" srcId="{4281B108-1403-4EAD-81D9-BCFA2B7E7971}" destId="{3F0F39BC-398B-45CB-84D4-9E025617C114}" srcOrd="0" destOrd="1" presId="urn:microsoft.com/office/officeart/2005/8/layout/chevron2"/>
    <dgm:cxn modelId="{861B7E3C-A488-4DA1-80EF-B8DD999ED353}" srcId="{CEBC8A8A-A5EF-4211-A8D0-E55999274C3A}" destId="{84309F10-300C-4FE2-8F1F-09ACF8E7B495}" srcOrd="0" destOrd="0" parTransId="{10F0BDD9-67EA-45C6-AEC1-A70608D473B4}" sibTransId="{E44D0132-8048-405E-A1D2-27E2DB9B2292}"/>
    <dgm:cxn modelId="{C1C8ED3C-ED96-429C-8709-ED0A0330C6C4}" type="presOf" srcId="{C24D4359-30FD-4268-970B-31C80F259E45}" destId="{ADC0713E-C3B3-42C1-A76A-0D05504167EE}" srcOrd="0" destOrd="0" presId="urn:microsoft.com/office/officeart/2005/8/layout/chevron2"/>
    <dgm:cxn modelId="{1D1BF23C-8DE9-4264-9CAE-A772024D9183}" srcId="{DA5AF4B3-2681-4DE8-826E-1597296E6440}" destId="{60398F69-6699-470A-BBB8-818903360F98}" srcOrd="3" destOrd="0" parTransId="{E39C7FF8-FBE7-43E0-9B94-A99D31A5D060}" sibTransId="{EBD1B0BB-6A5E-4E69-AD74-07DAA0AAE300}"/>
    <dgm:cxn modelId="{CA370842-DA85-483D-9E82-EADCA3F69FBB}" srcId="{60398F69-6699-470A-BBB8-818903360F98}" destId="{C24D4359-30FD-4268-970B-31C80F259E45}" srcOrd="0" destOrd="0" parTransId="{8403EC1C-D0D5-437F-ABDE-83829E0AF35A}" sibTransId="{29F69BAF-52D7-4877-BB3D-EFCA7BB8535D}"/>
    <dgm:cxn modelId="{B166B764-2E63-40F2-A311-DE135BBD33BE}" type="presOf" srcId="{D445A01B-637D-4AA0-91AB-6CCCACE95A97}" destId="{7F208A03-658F-4E77-8D7E-F4C755266586}" srcOrd="0" destOrd="2" presId="urn:microsoft.com/office/officeart/2005/8/layout/chevron2"/>
    <dgm:cxn modelId="{C6B51465-D82D-4B2D-98D7-9952DD52E4F3}" srcId="{7CD38D24-989D-4A98-BD96-11C2F75638C0}" destId="{CFF8AD27-6511-41C7-9682-1B5625328D0E}" srcOrd="0" destOrd="0" parTransId="{1AB5EEDA-CE75-4A22-89BA-6F7F9D4F5137}" sibTransId="{1370BDF9-144C-4A4C-86ED-585D368DCC09}"/>
    <dgm:cxn modelId="{5084D24C-375B-4EB6-91C4-C5CDF0312957}" type="presOf" srcId="{CDE2EB22-D4BA-4970-8055-1184B69B5845}" destId="{FCC559A8-11C7-4212-B83C-49940281C05D}" srcOrd="0" destOrd="0" presId="urn:microsoft.com/office/officeart/2005/8/layout/chevron2"/>
    <dgm:cxn modelId="{DCE26471-E013-48EE-945C-18B3E8A0C028}" type="presOf" srcId="{4C020E8F-AB42-4490-B24A-244EE478F20B}" destId="{ADC0713E-C3B3-42C1-A76A-0D05504167EE}" srcOrd="0" destOrd="1" presId="urn:microsoft.com/office/officeart/2005/8/layout/chevron2"/>
    <dgm:cxn modelId="{49798D71-10D7-46FC-A233-2902D28F79C4}" type="presOf" srcId="{60398F69-6699-470A-BBB8-818903360F98}" destId="{82F3D61B-1765-4CAE-B148-0CF994EC368C}" srcOrd="0" destOrd="0" presId="urn:microsoft.com/office/officeart/2005/8/layout/chevron2"/>
    <dgm:cxn modelId="{84AE5B78-72D0-416A-954E-E364521FBFEB}" srcId="{CDE2EB22-D4BA-4970-8055-1184B69B5845}" destId="{9335F642-C123-4177-83AA-571E3C6C784D}" srcOrd="1" destOrd="0" parTransId="{E677310B-CA6A-4E5C-A5DB-16CD61A52DBE}" sibTransId="{3365C577-4CC5-4859-9287-7B0BA64F404A}"/>
    <dgm:cxn modelId="{D67DA758-CA13-4C1E-ABB6-DF8BE6A667A2}" srcId="{E683B760-356E-47AA-AABB-2458E9C916EF}" destId="{002235A7-F9B0-4CE3-86E7-DE8C8102FA61}" srcOrd="0" destOrd="0" parTransId="{1D00ABBF-FA90-42CD-8C9F-BBED53B81CF9}" sibTransId="{951D3845-5FCF-4C86-A073-3AA26AEBDEFA}"/>
    <dgm:cxn modelId="{3E018181-ED15-48DB-A902-A26473B96EBF}" srcId="{DA5AF4B3-2681-4DE8-826E-1597296E6440}" destId="{CEBC8A8A-A5EF-4211-A8D0-E55999274C3A}" srcOrd="2" destOrd="0" parTransId="{70B28B93-B504-4252-A54F-7158723753E2}" sibTransId="{76A89118-6926-49EA-869E-F16970231D51}"/>
    <dgm:cxn modelId="{15F4BE82-8A11-4122-A079-D09BE803A0CE}" type="presOf" srcId="{E683B760-356E-47AA-AABB-2458E9C916EF}" destId="{3F0F39BC-398B-45CB-84D4-9E025617C114}" srcOrd="0" destOrd="2" presId="urn:microsoft.com/office/officeart/2005/8/layout/chevron2"/>
    <dgm:cxn modelId="{5A6A1996-760E-4883-B9BC-E0F4863AC997}" type="presOf" srcId="{D2E85DEA-BA24-4911-9A59-EA34FFAD6B18}" destId="{CF23D4F5-94E3-40C5-B5B2-CB7076E6A173}" srcOrd="0" destOrd="3" presId="urn:microsoft.com/office/officeart/2005/8/layout/chevron2"/>
    <dgm:cxn modelId="{DB221FA2-C403-41B7-BF4B-3388C0CFAC92}" type="presOf" srcId="{9335F642-C123-4177-83AA-571E3C6C784D}" destId="{CF23D4F5-94E3-40C5-B5B2-CB7076E6A173}" srcOrd="0" destOrd="2" presId="urn:microsoft.com/office/officeart/2005/8/layout/chevron2"/>
    <dgm:cxn modelId="{E738A0A9-5CE6-41FE-A525-14629BB73598}" srcId="{CFF8AD27-6511-41C7-9682-1B5625328D0E}" destId="{D445A01B-637D-4AA0-91AB-6CCCACE95A97}" srcOrd="1" destOrd="0" parTransId="{37837795-E4FE-4FAF-BC57-932F19C55080}" sibTransId="{78716B5B-3A09-4624-BCD0-001B0B875B2C}"/>
    <dgm:cxn modelId="{54E03AAA-11F5-4B9D-8DC4-41275D637220}" srcId="{A47193F7-5E44-4FAF-91DC-B2E8B0A72A4D}" destId="{900F93F5-21BB-46FD-A90F-40DA1120C08B}" srcOrd="0" destOrd="0" parTransId="{7D10B371-7536-4EAF-8C20-AFF466AED838}" sibTransId="{BB6264B6-85AF-411D-9195-047128EFE5E7}"/>
    <dgm:cxn modelId="{6C555AAC-C089-4746-9199-EA4EABF0DBBA}" srcId="{1F08D74B-F220-4C4A-B96F-60E60673E6FD}" destId="{177729A5-D1F5-4DEC-B7C4-A4F7C372511D}" srcOrd="0" destOrd="0" parTransId="{47040465-51E7-4FB3-8017-A676061DD0A7}" sibTransId="{AC9C9E13-08D1-4F41-B9DD-D440EB7A0C4C}"/>
    <dgm:cxn modelId="{489C06B9-1F96-4CD9-AAEC-354E904A1CEB}" srcId="{7CD38D24-989D-4A98-BD96-11C2F75638C0}" destId="{A47193F7-5E44-4FAF-91DC-B2E8B0A72A4D}" srcOrd="1" destOrd="0" parTransId="{24AA531F-E8AB-427D-8AFA-8AEAD22287FC}" sibTransId="{2221E67E-56E0-43D8-B2E6-E6F084AD452A}"/>
    <dgm:cxn modelId="{81C33BBB-7AF1-4B4D-A3D9-089E47F70A17}" srcId="{84309F10-300C-4FE2-8F1F-09ACF8E7B495}" destId="{4281B108-1403-4EAD-81D9-BCFA2B7E7971}" srcOrd="0" destOrd="0" parTransId="{2CC9E57C-8DA0-43EA-AC33-F80A22B1C15F}" sibTransId="{367D9F23-380F-4B1E-93BC-508048295867}"/>
    <dgm:cxn modelId="{5421AFBB-7897-4AEC-B43C-573EC7D56CF2}" srcId="{FAB9E29D-3777-4151-9A3E-9CAF97D36825}" destId="{6217BE0D-2F56-4B8A-A325-7EEEF836DB16}" srcOrd="0" destOrd="0" parTransId="{B764E2AB-2E54-4212-9378-5012743FACF5}" sibTransId="{DDDBE499-D863-45DB-BD30-67E7A393AD55}"/>
    <dgm:cxn modelId="{C71001BE-5987-49F6-9F58-86F165921249}" type="presOf" srcId="{FAB9E29D-3777-4151-9A3E-9CAF97D36825}" destId="{CF23D4F5-94E3-40C5-B5B2-CB7076E6A173}" srcOrd="0" destOrd="0" presId="urn:microsoft.com/office/officeart/2005/8/layout/chevron2"/>
    <dgm:cxn modelId="{3E057CBF-DF05-4772-8F9D-879232AD569A}" type="presOf" srcId="{900F93F5-21BB-46FD-A90F-40DA1120C08B}" destId="{7F208A03-658F-4E77-8D7E-F4C755266586}" srcOrd="0" destOrd="4" presId="urn:microsoft.com/office/officeart/2005/8/layout/chevron2"/>
    <dgm:cxn modelId="{7789B6C0-40EE-4205-A4EE-7CD6F5DD3070}" type="presOf" srcId="{DA5AF4B3-2681-4DE8-826E-1597296E6440}" destId="{D1F67E4B-70E3-4446-A5B8-7EAE1A7B492F}" srcOrd="0" destOrd="0" presId="urn:microsoft.com/office/officeart/2005/8/layout/chevron2"/>
    <dgm:cxn modelId="{05A368C2-0077-45BC-876C-1A0640F542F0}" type="presOf" srcId="{A47193F7-5E44-4FAF-91DC-B2E8B0A72A4D}" destId="{7F208A03-658F-4E77-8D7E-F4C755266586}" srcOrd="0" destOrd="3" presId="urn:microsoft.com/office/officeart/2005/8/layout/chevron2"/>
    <dgm:cxn modelId="{02F9B6C7-824E-4526-B3EF-FA835295CE54}" type="presOf" srcId="{6217BE0D-2F56-4B8A-A325-7EEEF836DB16}" destId="{CF23D4F5-94E3-40C5-B5B2-CB7076E6A173}" srcOrd="0" destOrd="1" presId="urn:microsoft.com/office/officeart/2005/8/layout/chevron2"/>
    <dgm:cxn modelId="{76085ECC-C60F-4521-B01A-A37B50CFC4B9}" srcId="{CEBC8A8A-A5EF-4211-A8D0-E55999274C3A}" destId="{E683B760-356E-47AA-AABB-2458E9C916EF}" srcOrd="1" destOrd="0" parTransId="{7D2E847C-36D7-49DE-9D8A-658F64A7BB7F}" sibTransId="{A99744F4-5B7E-48BC-A969-2FF83CE44E8B}"/>
    <dgm:cxn modelId="{3C11A0CD-FE8C-4967-B3DF-4D7E27442CE6}" type="presOf" srcId="{84309F10-300C-4FE2-8F1F-09ACF8E7B495}" destId="{3F0F39BC-398B-45CB-84D4-9E025617C114}" srcOrd="0" destOrd="0" presId="urn:microsoft.com/office/officeart/2005/8/layout/chevron2"/>
    <dgm:cxn modelId="{BE2EA2CD-438C-44CA-9063-8CE77ACA6F7B}" type="presOf" srcId="{1F08D74B-F220-4C4A-B96F-60E60673E6FD}" destId="{ADC0713E-C3B3-42C1-A76A-0D05504167EE}" srcOrd="0" destOrd="2" presId="urn:microsoft.com/office/officeart/2005/8/layout/chevron2"/>
    <dgm:cxn modelId="{ED0BEECD-A798-45A5-A205-4AC79957B973}" type="presOf" srcId="{CEBC8A8A-A5EF-4211-A8D0-E55999274C3A}" destId="{7B05D2E7-4526-4EF6-9043-2E8DB35C4F7C}" srcOrd="0" destOrd="0" presId="urn:microsoft.com/office/officeart/2005/8/layout/chevron2"/>
    <dgm:cxn modelId="{0704DCD2-7F59-4F0E-9965-92BEB572EBAE}" srcId="{CDE2EB22-D4BA-4970-8055-1184B69B5845}" destId="{FAB9E29D-3777-4151-9A3E-9CAF97D36825}" srcOrd="0" destOrd="0" parTransId="{A67EB4A5-C314-48BB-B2D1-498BC79202B5}" sibTransId="{6AD3D01F-47BC-45E3-9BA9-4C1630725724}"/>
    <dgm:cxn modelId="{CC4436D4-CDD4-443D-9122-1C7F1965A357}" srcId="{9335F642-C123-4177-83AA-571E3C6C784D}" destId="{D2E85DEA-BA24-4911-9A59-EA34FFAD6B18}" srcOrd="0" destOrd="0" parTransId="{18AEFD24-FDA8-48C1-BF53-6161011A7A46}" sibTransId="{2E5FE766-BE58-441C-AAB8-539C89EFFE3E}"/>
    <dgm:cxn modelId="{B5666EDD-51CE-429F-B216-5AE1249DCDD0}" srcId="{CFF8AD27-6511-41C7-9682-1B5625328D0E}" destId="{D63FB8EC-BD3C-4896-AE6F-4A1F61A8BFE9}" srcOrd="0" destOrd="0" parTransId="{0E630D93-9A47-4830-BDFA-AB4ECE400802}" sibTransId="{FF01ECA4-F84F-4F65-9C2D-BF1F1CE30450}"/>
    <dgm:cxn modelId="{211466EF-4F80-40B9-87DD-7DD85262E4D4}" type="presOf" srcId="{D63FB8EC-BD3C-4896-AE6F-4A1F61A8BFE9}" destId="{7F208A03-658F-4E77-8D7E-F4C755266586}" srcOrd="0" destOrd="1" presId="urn:microsoft.com/office/officeart/2005/8/layout/chevron2"/>
    <dgm:cxn modelId="{B1E667EF-A49A-402E-8508-4F49639A33FE}" type="presOf" srcId="{7CD38D24-989D-4A98-BD96-11C2F75638C0}" destId="{270CAF89-AC6C-4910-85A6-20AA9C2D3B44}" srcOrd="0" destOrd="0" presId="urn:microsoft.com/office/officeart/2005/8/layout/chevron2"/>
    <dgm:cxn modelId="{ECFA5CF6-0138-4679-97B3-39B444EE94CD}" type="presOf" srcId="{177729A5-D1F5-4DEC-B7C4-A4F7C372511D}" destId="{ADC0713E-C3B3-42C1-A76A-0D05504167EE}" srcOrd="0" destOrd="3" presId="urn:microsoft.com/office/officeart/2005/8/layout/chevron2"/>
    <dgm:cxn modelId="{75DF39FB-4079-4096-9D9D-A8A383BE4A45}" type="presOf" srcId="{002235A7-F9B0-4CE3-86E7-DE8C8102FA61}" destId="{3F0F39BC-398B-45CB-84D4-9E025617C114}" srcOrd="0" destOrd="3" presId="urn:microsoft.com/office/officeart/2005/8/layout/chevron2"/>
    <dgm:cxn modelId="{CEF11191-D25C-445B-B98D-739587A75148}" type="presParOf" srcId="{D1F67E4B-70E3-4446-A5B8-7EAE1A7B492F}" destId="{8C5A6DFE-BE04-422D-8FB5-1F9D84277B1C}" srcOrd="0" destOrd="0" presId="urn:microsoft.com/office/officeart/2005/8/layout/chevron2"/>
    <dgm:cxn modelId="{85264FFF-0CFD-4CB9-A8FF-238DEF8C8523}" type="presParOf" srcId="{8C5A6DFE-BE04-422D-8FB5-1F9D84277B1C}" destId="{270CAF89-AC6C-4910-85A6-20AA9C2D3B44}" srcOrd="0" destOrd="0" presId="urn:microsoft.com/office/officeart/2005/8/layout/chevron2"/>
    <dgm:cxn modelId="{2AFFAD0A-09AA-406A-8921-124BF02D17BE}" type="presParOf" srcId="{8C5A6DFE-BE04-422D-8FB5-1F9D84277B1C}" destId="{7F208A03-658F-4E77-8D7E-F4C755266586}" srcOrd="1" destOrd="0" presId="urn:microsoft.com/office/officeart/2005/8/layout/chevron2"/>
    <dgm:cxn modelId="{C42CC95A-C08B-4085-AE0D-9C0FB5316E73}" type="presParOf" srcId="{D1F67E4B-70E3-4446-A5B8-7EAE1A7B492F}" destId="{84439258-8F9F-4375-B31A-0D135BD1D4EC}" srcOrd="1" destOrd="0" presId="urn:microsoft.com/office/officeart/2005/8/layout/chevron2"/>
    <dgm:cxn modelId="{A8323785-C330-4D77-BA40-706A8F059B9A}" type="presParOf" srcId="{D1F67E4B-70E3-4446-A5B8-7EAE1A7B492F}" destId="{6DCDED20-F81C-474A-905C-BC9FAD3B6E0D}" srcOrd="2" destOrd="0" presId="urn:microsoft.com/office/officeart/2005/8/layout/chevron2"/>
    <dgm:cxn modelId="{70195A35-822B-4D76-A83A-A6E8381ECF57}" type="presParOf" srcId="{6DCDED20-F81C-474A-905C-BC9FAD3B6E0D}" destId="{FCC559A8-11C7-4212-B83C-49940281C05D}" srcOrd="0" destOrd="0" presId="urn:microsoft.com/office/officeart/2005/8/layout/chevron2"/>
    <dgm:cxn modelId="{12D3C698-9B48-423D-8CB9-2B866D883869}" type="presParOf" srcId="{6DCDED20-F81C-474A-905C-BC9FAD3B6E0D}" destId="{CF23D4F5-94E3-40C5-B5B2-CB7076E6A173}" srcOrd="1" destOrd="0" presId="urn:microsoft.com/office/officeart/2005/8/layout/chevron2"/>
    <dgm:cxn modelId="{EBFF9A75-8ED4-4988-AF0C-D5A3E2B2A58A}" type="presParOf" srcId="{D1F67E4B-70E3-4446-A5B8-7EAE1A7B492F}" destId="{4F975278-5565-4867-8240-0630634BB779}" srcOrd="3" destOrd="0" presId="urn:microsoft.com/office/officeart/2005/8/layout/chevron2"/>
    <dgm:cxn modelId="{45434856-17C7-4CA2-A7BE-1AE4CC0C2310}" type="presParOf" srcId="{D1F67E4B-70E3-4446-A5B8-7EAE1A7B492F}" destId="{C910A228-AB40-4023-BC10-710406BFF35C}" srcOrd="4" destOrd="0" presId="urn:microsoft.com/office/officeart/2005/8/layout/chevron2"/>
    <dgm:cxn modelId="{4E00153C-07DE-42F5-9344-C1E6A11B73CE}" type="presParOf" srcId="{C910A228-AB40-4023-BC10-710406BFF35C}" destId="{7B05D2E7-4526-4EF6-9043-2E8DB35C4F7C}" srcOrd="0" destOrd="0" presId="urn:microsoft.com/office/officeart/2005/8/layout/chevron2"/>
    <dgm:cxn modelId="{F0D1A231-1D90-4710-949C-9220492DA042}" type="presParOf" srcId="{C910A228-AB40-4023-BC10-710406BFF35C}" destId="{3F0F39BC-398B-45CB-84D4-9E025617C114}" srcOrd="1" destOrd="0" presId="urn:microsoft.com/office/officeart/2005/8/layout/chevron2"/>
    <dgm:cxn modelId="{C256C6E2-75D3-4151-8374-7ACA5E13810A}" type="presParOf" srcId="{D1F67E4B-70E3-4446-A5B8-7EAE1A7B492F}" destId="{9C4C83AC-A773-471A-B1F3-D48F66C95C17}" srcOrd="5" destOrd="0" presId="urn:microsoft.com/office/officeart/2005/8/layout/chevron2"/>
    <dgm:cxn modelId="{2F2013D8-73DA-4E47-BA2A-8F48ABBAA2A0}" type="presParOf" srcId="{D1F67E4B-70E3-4446-A5B8-7EAE1A7B492F}" destId="{8F0C4663-AED2-4158-8E60-83494694D2F0}" srcOrd="6" destOrd="0" presId="urn:microsoft.com/office/officeart/2005/8/layout/chevron2"/>
    <dgm:cxn modelId="{9D38F5F5-6037-4B62-9DA0-61D14AC5AFE7}" type="presParOf" srcId="{8F0C4663-AED2-4158-8E60-83494694D2F0}" destId="{82F3D61B-1765-4CAE-B148-0CF994EC368C}" srcOrd="0" destOrd="0" presId="urn:microsoft.com/office/officeart/2005/8/layout/chevron2"/>
    <dgm:cxn modelId="{E9E035B5-B601-4D66-A92F-8B4F10FA11B2}" type="presParOf" srcId="{8F0C4663-AED2-4158-8E60-83494694D2F0}" destId="{ADC0713E-C3B3-42C1-A76A-0D05504167E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27E173-00A6-465A-A414-10F1DE0A9420}" type="doc">
      <dgm:prSet loTypeId="urn:microsoft.com/office/officeart/2005/8/layout/radial4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kumimoji="1" lang="ja-JP" altLang="en-US"/>
        </a:p>
      </dgm:t>
    </dgm:pt>
    <dgm:pt modelId="{27482421-176B-48A5-A859-D1183D3C6815}">
      <dgm:prSet phldrT="[テキスト]"/>
      <dgm:spPr/>
      <dgm:t>
        <a:bodyPr/>
        <a:lstStyle/>
        <a:p>
          <a:r>
            <a:rPr kumimoji="1" lang="ja-JP" altLang="en-US" dirty="0"/>
            <a:t>新世代衛星　地上局</a:t>
          </a:r>
          <a:endParaRPr kumimoji="1" lang="en-US" altLang="ja-JP" dirty="0"/>
        </a:p>
      </dgm:t>
    </dgm:pt>
    <dgm:pt modelId="{D4D7F5B6-5C0A-4FB3-BC76-F12DFEAB8165}" type="parTrans" cxnId="{D41114C1-1FFB-49E5-92FF-AAD6954F4235}">
      <dgm:prSet/>
      <dgm:spPr/>
      <dgm:t>
        <a:bodyPr/>
        <a:lstStyle/>
        <a:p>
          <a:endParaRPr kumimoji="1" lang="ja-JP" altLang="en-US"/>
        </a:p>
      </dgm:t>
    </dgm:pt>
    <dgm:pt modelId="{2EEA0985-8BF5-4DB0-8DD4-C2702EA9D920}" type="sibTrans" cxnId="{D41114C1-1FFB-49E5-92FF-AAD6954F4235}">
      <dgm:prSet/>
      <dgm:spPr/>
      <dgm:t>
        <a:bodyPr/>
        <a:lstStyle/>
        <a:p>
          <a:endParaRPr kumimoji="1" lang="ja-JP" altLang="en-US"/>
        </a:p>
      </dgm:t>
    </dgm:pt>
    <dgm:pt modelId="{045928F5-C930-4234-956F-CE145BD0C7D2}">
      <dgm:prSet phldrT="[テキスト]"/>
      <dgm:spPr/>
      <dgm:t>
        <a:bodyPr/>
        <a:lstStyle/>
        <a:p>
          <a:r>
            <a:rPr kumimoji="1" lang="ja-JP" altLang="en-US" dirty="0"/>
            <a:t>モダンといえない</a:t>
          </a:r>
        </a:p>
      </dgm:t>
    </dgm:pt>
    <dgm:pt modelId="{8A3F676D-1E40-4859-BB94-36B7D463A0C3}" type="parTrans" cxnId="{4ED5AA67-5429-4C28-B89E-C697341A61A1}">
      <dgm:prSet/>
      <dgm:spPr/>
      <dgm:t>
        <a:bodyPr/>
        <a:lstStyle/>
        <a:p>
          <a:endParaRPr kumimoji="1" lang="ja-JP" altLang="en-US"/>
        </a:p>
      </dgm:t>
    </dgm:pt>
    <dgm:pt modelId="{BB4E8E4C-7F9D-412A-9456-9E7320119AA5}" type="sibTrans" cxnId="{4ED5AA67-5429-4C28-B89E-C697341A61A1}">
      <dgm:prSet/>
      <dgm:spPr/>
      <dgm:t>
        <a:bodyPr/>
        <a:lstStyle/>
        <a:p>
          <a:endParaRPr kumimoji="1" lang="ja-JP" altLang="en-US"/>
        </a:p>
      </dgm:t>
    </dgm:pt>
    <dgm:pt modelId="{3B5DB749-3157-413E-B232-0164F8E6FA0B}">
      <dgm:prSet phldrT="[テキスト]"/>
      <dgm:spPr/>
      <dgm:t>
        <a:bodyPr/>
        <a:lstStyle/>
        <a:p>
          <a:r>
            <a:rPr kumimoji="1" lang="en-US" altLang="ja-JP" dirty="0"/>
            <a:t>CW&amp;FM</a:t>
          </a:r>
          <a:r>
            <a:rPr kumimoji="1" lang="ja-JP" altLang="en-US" dirty="0"/>
            <a:t>しか受信できない</a:t>
          </a:r>
        </a:p>
      </dgm:t>
    </dgm:pt>
    <dgm:pt modelId="{2115E3D5-8D45-4B72-B42C-C33E9E240F46}" type="parTrans" cxnId="{BD5E659C-9C79-4BC9-AD89-8ACB1E543563}">
      <dgm:prSet/>
      <dgm:spPr/>
      <dgm:t>
        <a:bodyPr/>
        <a:lstStyle/>
        <a:p>
          <a:endParaRPr kumimoji="1" lang="ja-JP" altLang="en-US"/>
        </a:p>
      </dgm:t>
    </dgm:pt>
    <dgm:pt modelId="{F8D2A3E2-D1B8-47CC-BBD1-6CEC0C9D3ED8}" type="sibTrans" cxnId="{BD5E659C-9C79-4BC9-AD89-8ACB1E543563}">
      <dgm:prSet/>
      <dgm:spPr/>
      <dgm:t>
        <a:bodyPr/>
        <a:lstStyle/>
        <a:p>
          <a:endParaRPr kumimoji="1" lang="ja-JP" altLang="en-US"/>
        </a:p>
      </dgm:t>
    </dgm:pt>
    <dgm:pt modelId="{065765AA-CB3F-4693-93E9-EF59A07068CD}">
      <dgm:prSet phldrT="[テキスト]"/>
      <dgm:spPr/>
      <dgm:t>
        <a:bodyPr/>
        <a:lstStyle/>
        <a:p>
          <a:r>
            <a:rPr kumimoji="1" lang="en-US" altLang="ja-JP" dirty="0"/>
            <a:t>SDR+GNU Radio</a:t>
          </a:r>
          <a:r>
            <a:rPr kumimoji="1" lang="ja-JP" altLang="en-US" dirty="0"/>
            <a:t>連携</a:t>
          </a:r>
        </a:p>
      </dgm:t>
    </dgm:pt>
    <dgm:pt modelId="{28F38ABC-B305-4D64-8C76-DFE672085853}" type="parTrans" cxnId="{B098F671-25CC-418E-BC9C-B2DD401709FC}">
      <dgm:prSet/>
      <dgm:spPr/>
      <dgm:t>
        <a:bodyPr/>
        <a:lstStyle/>
        <a:p>
          <a:endParaRPr kumimoji="1" lang="ja-JP" altLang="en-US"/>
        </a:p>
      </dgm:t>
    </dgm:pt>
    <dgm:pt modelId="{1BDDB072-9AD2-4CC4-89E6-F192DCD7D3E3}" type="sibTrans" cxnId="{B098F671-25CC-418E-BC9C-B2DD401709FC}">
      <dgm:prSet/>
      <dgm:spPr/>
      <dgm:t>
        <a:bodyPr/>
        <a:lstStyle/>
        <a:p>
          <a:endParaRPr kumimoji="1" lang="ja-JP" altLang="en-US"/>
        </a:p>
      </dgm:t>
    </dgm:pt>
    <dgm:pt modelId="{5FDFACD0-A005-4EB9-91B0-B07A039D65DA}">
      <dgm:prSet phldrT="[テキスト]"/>
      <dgm:spPr/>
      <dgm:t>
        <a:bodyPr/>
        <a:lstStyle/>
        <a:p>
          <a:r>
            <a:rPr kumimoji="1" lang="en-US" altLang="ja-JP" dirty="0"/>
            <a:t>PC</a:t>
          </a:r>
          <a:r>
            <a:rPr kumimoji="1" lang="ja-JP" altLang="en-US" dirty="0"/>
            <a:t>からスマホの時代</a:t>
          </a:r>
        </a:p>
      </dgm:t>
    </dgm:pt>
    <dgm:pt modelId="{0C10F866-21F7-4CC0-8497-22FEBA1A0404}" type="parTrans" cxnId="{2497FBC9-CA09-4509-B9CA-B818ECEB29F6}">
      <dgm:prSet/>
      <dgm:spPr/>
      <dgm:t>
        <a:bodyPr/>
        <a:lstStyle/>
        <a:p>
          <a:endParaRPr kumimoji="1" lang="ja-JP" altLang="en-US"/>
        </a:p>
      </dgm:t>
    </dgm:pt>
    <dgm:pt modelId="{8CBF9F3F-F742-4622-B987-1549A97CA9AE}" type="sibTrans" cxnId="{2497FBC9-CA09-4509-B9CA-B818ECEB29F6}">
      <dgm:prSet/>
      <dgm:spPr/>
      <dgm:t>
        <a:bodyPr/>
        <a:lstStyle/>
        <a:p>
          <a:endParaRPr kumimoji="1" lang="ja-JP" altLang="en-US"/>
        </a:p>
      </dgm:t>
    </dgm:pt>
    <dgm:pt modelId="{AFEF17BF-4112-4880-9397-49B03C78FF66}">
      <dgm:prSet phldrT="[テキスト]"/>
      <dgm:spPr/>
      <dgm:t>
        <a:bodyPr/>
        <a:lstStyle/>
        <a:p>
          <a:r>
            <a:rPr kumimoji="1" lang="en-US" altLang="ja-JP" dirty="0"/>
            <a:t>TNC</a:t>
          </a:r>
          <a:r>
            <a:rPr kumimoji="1" lang="ja-JP" altLang="en-US" dirty="0"/>
            <a:t>なしで各種データ受信</a:t>
          </a:r>
        </a:p>
      </dgm:t>
    </dgm:pt>
    <dgm:pt modelId="{4663D822-1D7F-40F1-9221-FF08D4B65DFA}" type="parTrans" cxnId="{EFBBFF41-0091-43B2-9BA8-4DDEAEB77C52}">
      <dgm:prSet/>
      <dgm:spPr/>
      <dgm:t>
        <a:bodyPr/>
        <a:lstStyle/>
        <a:p>
          <a:endParaRPr kumimoji="1" lang="ja-JP" altLang="en-US"/>
        </a:p>
      </dgm:t>
    </dgm:pt>
    <dgm:pt modelId="{8F60479E-C967-4E9F-91EF-8264A4216D3C}" type="sibTrans" cxnId="{EFBBFF41-0091-43B2-9BA8-4DDEAEB77C52}">
      <dgm:prSet/>
      <dgm:spPr/>
      <dgm:t>
        <a:bodyPr/>
        <a:lstStyle/>
        <a:p>
          <a:endParaRPr kumimoji="1" lang="ja-JP" altLang="en-US"/>
        </a:p>
      </dgm:t>
    </dgm:pt>
    <dgm:pt modelId="{DD07D533-FD3A-4259-8AEF-5B441E5742FD}">
      <dgm:prSet phldrT="[テキスト]"/>
      <dgm:spPr/>
      <dgm:t>
        <a:bodyPr/>
        <a:lstStyle/>
        <a:p>
          <a:r>
            <a:rPr kumimoji="1" lang="ja-JP" altLang="en-US" dirty="0"/>
            <a:t>次世代無線機の本命</a:t>
          </a:r>
        </a:p>
      </dgm:t>
    </dgm:pt>
    <dgm:pt modelId="{CE025680-49B9-44FD-BB31-3EDA0A979934}" type="parTrans" cxnId="{52B5F35F-72D3-4FF4-BE4B-8FB3BE533EB0}">
      <dgm:prSet/>
      <dgm:spPr/>
      <dgm:t>
        <a:bodyPr/>
        <a:lstStyle/>
        <a:p>
          <a:endParaRPr kumimoji="1" lang="ja-JP" altLang="en-US"/>
        </a:p>
      </dgm:t>
    </dgm:pt>
    <dgm:pt modelId="{A58000AB-0BC5-4E8E-B95B-D0077B5C035F}" type="sibTrans" cxnId="{52B5F35F-72D3-4FF4-BE4B-8FB3BE533EB0}">
      <dgm:prSet/>
      <dgm:spPr/>
      <dgm:t>
        <a:bodyPr/>
        <a:lstStyle/>
        <a:p>
          <a:endParaRPr kumimoji="1" lang="ja-JP" altLang="en-US"/>
        </a:p>
      </dgm:t>
    </dgm:pt>
    <dgm:pt modelId="{389130A8-0340-48DD-AB6A-880A485F5C44}">
      <dgm:prSet phldrT="[テキスト]"/>
      <dgm:spPr/>
      <dgm:t>
        <a:bodyPr/>
        <a:lstStyle/>
        <a:p>
          <a:r>
            <a:rPr kumimoji="1" lang="ja-JP" altLang="en-US" dirty="0"/>
            <a:t>画像データ</a:t>
          </a:r>
        </a:p>
      </dgm:t>
    </dgm:pt>
    <dgm:pt modelId="{7025DA8F-488C-46C1-B803-594F9864669A}" type="parTrans" cxnId="{C42AAEE3-E696-4F4D-8354-108AC6A62E1D}">
      <dgm:prSet/>
      <dgm:spPr/>
      <dgm:t>
        <a:bodyPr/>
        <a:lstStyle/>
        <a:p>
          <a:endParaRPr kumimoji="1" lang="ja-JP" altLang="en-US"/>
        </a:p>
      </dgm:t>
    </dgm:pt>
    <dgm:pt modelId="{0E4D4C6E-FAE4-4668-9655-73043BDB98BA}" type="sibTrans" cxnId="{C42AAEE3-E696-4F4D-8354-108AC6A62E1D}">
      <dgm:prSet/>
      <dgm:spPr/>
      <dgm:t>
        <a:bodyPr/>
        <a:lstStyle/>
        <a:p>
          <a:endParaRPr kumimoji="1" lang="ja-JP" altLang="en-US"/>
        </a:p>
      </dgm:t>
    </dgm:pt>
    <dgm:pt modelId="{1B9CC4FF-5A0F-43F8-A1EB-8457656AA02E}">
      <dgm:prSet phldrT="[テキスト]"/>
      <dgm:spPr/>
      <dgm:t>
        <a:bodyPr/>
        <a:lstStyle/>
        <a:p>
          <a:r>
            <a:rPr kumimoji="1" lang="ja-JP" altLang="en-US" dirty="0"/>
            <a:t>ストリーミング映像</a:t>
          </a:r>
        </a:p>
      </dgm:t>
    </dgm:pt>
    <dgm:pt modelId="{41832E6E-2A0C-459A-BABB-3BDDF592E83F}" type="parTrans" cxnId="{CB1B5E68-ACD1-4791-B919-073DD908EC34}">
      <dgm:prSet/>
      <dgm:spPr/>
      <dgm:t>
        <a:bodyPr/>
        <a:lstStyle/>
        <a:p>
          <a:endParaRPr kumimoji="1" lang="ja-JP" altLang="en-US"/>
        </a:p>
      </dgm:t>
    </dgm:pt>
    <dgm:pt modelId="{F08AB1C4-4FED-4E76-AE77-A7E600085E05}" type="sibTrans" cxnId="{CB1B5E68-ACD1-4791-B919-073DD908EC34}">
      <dgm:prSet/>
      <dgm:spPr/>
      <dgm:t>
        <a:bodyPr/>
        <a:lstStyle/>
        <a:p>
          <a:endParaRPr kumimoji="1" lang="ja-JP" altLang="en-US"/>
        </a:p>
      </dgm:t>
    </dgm:pt>
    <dgm:pt modelId="{E827B4A1-D153-418C-A839-0DCA1D91C943}">
      <dgm:prSet phldrT="[テキスト]"/>
      <dgm:spPr/>
      <dgm:t>
        <a:bodyPr/>
        <a:lstStyle/>
        <a:p>
          <a:r>
            <a:rPr kumimoji="1" lang="ja-JP" altLang="en-US" dirty="0"/>
            <a:t>いろいろな変調方式</a:t>
          </a:r>
        </a:p>
      </dgm:t>
    </dgm:pt>
    <dgm:pt modelId="{2100FB0F-A553-424D-B732-0FA6AC12F41A}" type="parTrans" cxnId="{31AEAC70-ED5C-4BF4-BEF6-E43856EC837F}">
      <dgm:prSet/>
      <dgm:spPr/>
      <dgm:t>
        <a:bodyPr/>
        <a:lstStyle/>
        <a:p>
          <a:endParaRPr kumimoji="1" lang="ja-JP" altLang="en-US"/>
        </a:p>
      </dgm:t>
    </dgm:pt>
    <dgm:pt modelId="{78350888-3CE4-43EF-AFF1-C96E2E7A25B2}" type="sibTrans" cxnId="{31AEAC70-ED5C-4BF4-BEF6-E43856EC837F}">
      <dgm:prSet/>
      <dgm:spPr/>
      <dgm:t>
        <a:bodyPr/>
        <a:lstStyle/>
        <a:p>
          <a:endParaRPr kumimoji="1" lang="ja-JP" altLang="en-US"/>
        </a:p>
      </dgm:t>
    </dgm:pt>
    <dgm:pt modelId="{B2AB524C-C705-4941-A44A-9C092FC81C35}">
      <dgm:prSet phldrT="[テキスト]"/>
      <dgm:spPr/>
      <dgm:t>
        <a:bodyPr/>
        <a:lstStyle/>
        <a:p>
          <a:r>
            <a:rPr kumimoji="1" lang="ja-JP" altLang="en-US" dirty="0"/>
            <a:t>自動処理</a:t>
          </a:r>
        </a:p>
      </dgm:t>
    </dgm:pt>
    <dgm:pt modelId="{7FE730FD-924A-420B-A2A4-9CAD155D559B}" type="parTrans" cxnId="{E2C7DD34-9DA1-44C4-AED8-A547F7231C36}">
      <dgm:prSet/>
      <dgm:spPr/>
      <dgm:t>
        <a:bodyPr/>
        <a:lstStyle/>
        <a:p>
          <a:endParaRPr kumimoji="1" lang="ja-JP" altLang="en-US"/>
        </a:p>
      </dgm:t>
    </dgm:pt>
    <dgm:pt modelId="{AEB30CF0-D352-43EC-AB3D-1FF771251B31}" type="sibTrans" cxnId="{E2C7DD34-9DA1-44C4-AED8-A547F7231C36}">
      <dgm:prSet/>
      <dgm:spPr/>
      <dgm:t>
        <a:bodyPr/>
        <a:lstStyle/>
        <a:p>
          <a:endParaRPr kumimoji="1" lang="ja-JP" altLang="en-US"/>
        </a:p>
      </dgm:t>
    </dgm:pt>
    <dgm:pt modelId="{318052F3-3F44-4B10-A94A-C07B7540CC18}">
      <dgm:prSet phldrT="[テキスト]"/>
      <dgm:spPr/>
      <dgm:t>
        <a:bodyPr/>
        <a:lstStyle/>
        <a:p>
          <a:r>
            <a:rPr kumimoji="1" lang="ja-JP" altLang="en-US" dirty="0"/>
            <a:t>マルチ</a:t>
          </a:r>
          <a:r>
            <a:rPr kumimoji="1" lang="en-US" altLang="ja-JP" dirty="0"/>
            <a:t>OS</a:t>
          </a:r>
          <a:r>
            <a:rPr kumimoji="1" lang="ja-JP" altLang="en-US" dirty="0"/>
            <a:t>対応</a:t>
          </a:r>
        </a:p>
      </dgm:t>
    </dgm:pt>
    <dgm:pt modelId="{4FF58374-F565-4590-9BB4-404573409A86}" type="parTrans" cxnId="{7B974019-0079-48EB-A54B-74CB11F7E789}">
      <dgm:prSet/>
      <dgm:spPr/>
      <dgm:t>
        <a:bodyPr/>
        <a:lstStyle/>
        <a:p>
          <a:endParaRPr kumimoji="1" lang="ja-JP" altLang="en-US"/>
        </a:p>
      </dgm:t>
    </dgm:pt>
    <dgm:pt modelId="{4FB9BC96-0070-4049-92E5-DA698926FCE8}" type="sibTrans" cxnId="{7B974019-0079-48EB-A54B-74CB11F7E789}">
      <dgm:prSet/>
      <dgm:spPr/>
      <dgm:t>
        <a:bodyPr/>
        <a:lstStyle/>
        <a:p>
          <a:endParaRPr kumimoji="1" lang="ja-JP" altLang="en-US"/>
        </a:p>
      </dgm:t>
    </dgm:pt>
    <dgm:pt modelId="{5E6F25B8-E02C-4288-856E-931D28D6677C}">
      <dgm:prSet phldrT="[テキスト]"/>
      <dgm:spPr/>
      <dgm:t>
        <a:bodyPr/>
        <a:lstStyle/>
        <a:p>
          <a:r>
            <a:rPr kumimoji="1" lang="ja-JP" altLang="en-US" dirty="0"/>
            <a:t>マルチデバイス対応</a:t>
          </a:r>
        </a:p>
      </dgm:t>
    </dgm:pt>
    <dgm:pt modelId="{FFA85DE6-005C-4871-893A-0C03AB8B194E}" type="parTrans" cxnId="{D410D8C5-F29A-423A-B5C3-24357839C02C}">
      <dgm:prSet/>
      <dgm:spPr/>
      <dgm:t>
        <a:bodyPr/>
        <a:lstStyle/>
        <a:p>
          <a:endParaRPr kumimoji="1" lang="ja-JP" altLang="en-US"/>
        </a:p>
      </dgm:t>
    </dgm:pt>
    <dgm:pt modelId="{E2D1B4CE-CD5D-44A0-BCD1-EB62B37A65BD}" type="sibTrans" cxnId="{D410D8C5-F29A-423A-B5C3-24357839C02C}">
      <dgm:prSet/>
      <dgm:spPr/>
      <dgm:t>
        <a:bodyPr/>
        <a:lstStyle/>
        <a:p>
          <a:endParaRPr kumimoji="1" lang="ja-JP" altLang="en-US"/>
        </a:p>
      </dgm:t>
    </dgm:pt>
    <dgm:pt modelId="{25DF9798-8DE5-4CCA-B345-2C9E18D2A94A}" type="pres">
      <dgm:prSet presAssocID="{F527E173-00A6-465A-A414-10F1DE0A9420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B6236CB-1E3A-413C-AA52-34E211E75FAF}" type="pres">
      <dgm:prSet presAssocID="{27482421-176B-48A5-A859-D1183D3C6815}" presName="centerShape" presStyleLbl="node0" presStyleIdx="0" presStyleCnt="1" custLinFactNeighborX="14890" custLinFactNeighborY="-22791"/>
      <dgm:spPr/>
    </dgm:pt>
    <dgm:pt modelId="{2E06BFFD-96D4-4B07-A6D7-0A562EFA0954}" type="pres">
      <dgm:prSet presAssocID="{8A3F676D-1E40-4859-BB94-36B7D463A0C3}" presName="parTrans" presStyleLbl="bgSibTrans2D1" presStyleIdx="0" presStyleCnt="3"/>
      <dgm:spPr/>
    </dgm:pt>
    <dgm:pt modelId="{2B2D56D5-8A7A-441D-84EE-31951DADC43A}" type="pres">
      <dgm:prSet presAssocID="{045928F5-C930-4234-956F-CE145BD0C7D2}" presName="node" presStyleLbl="node1" presStyleIdx="0" presStyleCnt="3" custScaleX="108147" custScaleY="75370" custRadScaleRad="48418" custRadScaleInc="-98639">
        <dgm:presLayoutVars>
          <dgm:bulletEnabled val="1"/>
        </dgm:presLayoutVars>
      </dgm:prSet>
      <dgm:spPr/>
    </dgm:pt>
    <dgm:pt modelId="{32655887-1D5F-41CD-BACB-3030E70C7C13}" type="pres">
      <dgm:prSet presAssocID="{2115E3D5-8D45-4B72-B42C-C33E9E240F46}" presName="parTrans" presStyleLbl="bgSibTrans2D1" presStyleIdx="1" presStyleCnt="3"/>
      <dgm:spPr/>
    </dgm:pt>
    <dgm:pt modelId="{AF27A4E2-B0D0-4880-8963-C24A0EC54E83}" type="pres">
      <dgm:prSet presAssocID="{3B5DB749-3157-413E-B232-0164F8E6FA0B}" presName="node" presStyleLbl="node1" presStyleIdx="1" presStyleCnt="3" custScaleX="127588" custScaleY="74349" custRadScaleRad="86938" custRadScaleInc="-92600">
        <dgm:presLayoutVars>
          <dgm:bulletEnabled val="1"/>
        </dgm:presLayoutVars>
      </dgm:prSet>
      <dgm:spPr/>
    </dgm:pt>
    <dgm:pt modelId="{350FCE2D-4434-4E01-AE91-93A2DE6552B0}" type="pres">
      <dgm:prSet presAssocID="{28F38ABC-B305-4D64-8C76-DFE672085853}" presName="parTrans" presStyleLbl="bgSibTrans2D1" presStyleIdx="2" presStyleCnt="3"/>
      <dgm:spPr/>
    </dgm:pt>
    <dgm:pt modelId="{1A3596E3-05F9-4A53-BB6E-B6A1AA7868DA}" type="pres">
      <dgm:prSet presAssocID="{065765AA-CB3F-4693-93E9-EF59A07068CD}" presName="node" presStyleLbl="node1" presStyleIdx="2" presStyleCnt="3" custScaleX="111680" custScaleY="74684" custRadScaleRad="118431" custRadScaleInc="-124399">
        <dgm:presLayoutVars>
          <dgm:bulletEnabled val="1"/>
        </dgm:presLayoutVars>
      </dgm:prSet>
      <dgm:spPr/>
    </dgm:pt>
  </dgm:ptLst>
  <dgm:cxnLst>
    <dgm:cxn modelId="{7B974019-0079-48EB-A54B-74CB11F7E789}" srcId="{5FDFACD0-A005-4EB9-91B0-B07A039D65DA}" destId="{318052F3-3F44-4B10-A94A-C07B7540CC18}" srcOrd="0" destOrd="0" parTransId="{4FF58374-F565-4590-9BB4-404573409A86}" sibTransId="{4FB9BC96-0070-4049-92E5-DA698926FCE8}"/>
    <dgm:cxn modelId="{E2C7DD34-9DA1-44C4-AED8-A547F7231C36}" srcId="{DD07D533-FD3A-4259-8AEF-5B441E5742FD}" destId="{B2AB524C-C705-4941-A44A-9C092FC81C35}" srcOrd="1" destOrd="0" parTransId="{7FE730FD-924A-420B-A2A4-9CAD155D559B}" sibTransId="{AEB30CF0-D352-43EC-AB3D-1FF771251B31}"/>
    <dgm:cxn modelId="{0300205B-9553-4051-908D-00FA96F99278}" type="presOf" srcId="{DD07D533-FD3A-4259-8AEF-5B441E5742FD}" destId="{1A3596E3-05F9-4A53-BB6E-B6A1AA7868DA}" srcOrd="0" destOrd="1" presId="urn:microsoft.com/office/officeart/2005/8/layout/radial4"/>
    <dgm:cxn modelId="{52B5F35F-72D3-4FF4-BE4B-8FB3BE533EB0}" srcId="{065765AA-CB3F-4693-93E9-EF59A07068CD}" destId="{DD07D533-FD3A-4259-8AEF-5B441E5742FD}" srcOrd="0" destOrd="0" parTransId="{CE025680-49B9-44FD-BB31-3EDA0A979934}" sibTransId="{A58000AB-0BC5-4E8E-B95B-D0077B5C035F}"/>
    <dgm:cxn modelId="{EFBBFF41-0091-43B2-9BA8-4DDEAEB77C52}" srcId="{3B5DB749-3157-413E-B232-0164F8E6FA0B}" destId="{AFEF17BF-4112-4880-9397-49B03C78FF66}" srcOrd="0" destOrd="0" parTransId="{4663D822-1D7F-40F1-9221-FF08D4B65DFA}" sibTransId="{8F60479E-C967-4E9F-91EF-8264A4216D3C}"/>
    <dgm:cxn modelId="{4ED5AA67-5429-4C28-B89E-C697341A61A1}" srcId="{27482421-176B-48A5-A859-D1183D3C6815}" destId="{045928F5-C930-4234-956F-CE145BD0C7D2}" srcOrd="0" destOrd="0" parTransId="{8A3F676D-1E40-4859-BB94-36B7D463A0C3}" sibTransId="{BB4E8E4C-7F9D-412A-9456-9E7320119AA5}"/>
    <dgm:cxn modelId="{CB1B5E68-ACD1-4791-B919-073DD908EC34}" srcId="{AFEF17BF-4112-4880-9397-49B03C78FF66}" destId="{1B9CC4FF-5A0F-43F8-A1EB-8457656AA02E}" srcOrd="1" destOrd="0" parTransId="{41832E6E-2A0C-459A-BABB-3BDDF592E83F}" sibTransId="{F08AB1C4-4FED-4E76-AE77-A7E600085E05}"/>
    <dgm:cxn modelId="{78CBAB4E-354A-49EF-98FC-F66DB8527C46}" type="presOf" srcId="{8A3F676D-1E40-4859-BB94-36B7D463A0C3}" destId="{2E06BFFD-96D4-4B07-A6D7-0A562EFA0954}" srcOrd="0" destOrd="0" presId="urn:microsoft.com/office/officeart/2005/8/layout/radial4"/>
    <dgm:cxn modelId="{DF79EB4E-6237-4B29-AAA0-AA2334C702AA}" type="presOf" srcId="{1B9CC4FF-5A0F-43F8-A1EB-8457656AA02E}" destId="{AF27A4E2-B0D0-4880-8963-C24A0EC54E83}" srcOrd="0" destOrd="3" presId="urn:microsoft.com/office/officeart/2005/8/layout/radial4"/>
    <dgm:cxn modelId="{2CB3184F-208A-4758-A5AA-5514E7FE8AA4}" type="presOf" srcId="{389130A8-0340-48DD-AB6A-880A485F5C44}" destId="{AF27A4E2-B0D0-4880-8963-C24A0EC54E83}" srcOrd="0" destOrd="2" presId="urn:microsoft.com/office/officeart/2005/8/layout/radial4"/>
    <dgm:cxn modelId="{31AEAC70-ED5C-4BF4-BEF6-E43856EC837F}" srcId="{DD07D533-FD3A-4259-8AEF-5B441E5742FD}" destId="{E827B4A1-D153-418C-A839-0DCA1D91C943}" srcOrd="0" destOrd="0" parTransId="{2100FB0F-A553-424D-B732-0FA6AC12F41A}" sibTransId="{78350888-3CE4-43EF-AFF1-C96E2E7A25B2}"/>
    <dgm:cxn modelId="{B098F671-25CC-418E-BC9C-B2DD401709FC}" srcId="{27482421-176B-48A5-A859-D1183D3C6815}" destId="{065765AA-CB3F-4693-93E9-EF59A07068CD}" srcOrd="2" destOrd="0" parTransId="{28F38ABC-B305-4D64-8C76-DFE672085853}" sibTransId="{1BDDB072-9AD2-4CC4-89E6-F192DCD7D3E3}"/>
    <dgm:cxn modelId="{2A9DB658-3518-4881-994B-CCAEFE2066B0}" type="presOf" srcId="{F527E173-00A6-465A-A414-10F1DE0A9420}" destId="{25DF9798-8DE5-4CCA-B345-2C9E18D2A94A}" srcOrd="0" destOrd="0" presId="urn:microsoft.com/office/officeart/2005/8/layout/radial4"/>
    <dgm:cxn modelId="{71699686-26FA-4A06-8F28-F04D2FC30FDF}" type="presOf" srcId="{E827B4A1-D153-418C-A839-0DCA1D91C943}" destId="{1A3596E3-05F9-4A53-BB6E-B6A1AA7868DA}" srcOrd="0" destOrd="2" presId="urn:microsoft.com/office/officeart/2005/8/layout/radial4"/>
    <dgm:cxn modelId="{02770F8B-205B-4832-B0CC-A6A233752EAD}" type="presOf" srcId="{B2AB524C-C705-4941-A44A-9C092FC81C35}" destId="{1A3596E3-05F9-4A53-BB6E-B6A1AA7868DA}" srcOrd="0" destOrd="3" presId="urn:microsoft.com/office/officeart/2005/8/layout/radial4"/>
    <dgm:cxn modelId="{7B6A1594-547E-4C4F-B79E-34B53448950F}" type="presOf" srcId="{AFEF17BF-4112-4880-9397-49B03C78FF66}" destId="{AF27A4E2-B0D0-4880-8963-C24A0EC54E83}" srcOrd="0" destOrd="1" presId="urn:microsoft.com/office/officeart/2005/8/layout/radial4"/>
    <dgm:cxn modelId="{BD5E659C-9C79-4BC9-AD89-8ACB1E543563}" srcId="{27482421-176B-48A5-A859-D1183D3C6815}" destId="{3B5DB749-3157-413E-B232-0164F8E6FA0B}" srcOrd="1" destOrd="0" parTransId="{2115E3D5-8D45-4B72-B42C-C33E9E240F46}" sibTransId="{F8D2A3E2-D1B8-47CC-BBD1-6CEC0C9D3ED8}"/>
    <dgm:cxn modelId="{7C2772B7-914B-41A2-8B38-0C9530C307E3}" type="presOf" srcId="{2115E3D5-8D45-4B72-B42C-C33E9E240F46}" destId="{32655887-1D5F-41CD-BACB-3030E70C7C13}" srcOrd="0" destOrd="0" presId="urn:microsoft.com/office/officeart/2005/8/layout/radial4"/>
    <dgm:cxn modelId="{6DCFB6BB-18CD-44C4-BC4E-4A3C88B89AD2}" type="presOf" srcId="{318052F3-3F44-4B10-A94A-C07B7540CC18}" destId="{2B2D56D5-8A7A-441D-84EE-31951DADC43A}" srcOrd="0" destOrd="2" presId="urn:microsoft.com/office/officeart/2005/8/layout/radial4"/>
    <dgm:cxn modelId="{D41114C1-1FFB-49E5-92FF-AAD6954F4235}" srcId="{F527E173-00A6-465A-A414-10F1DE0A9420}" destId="{27482421-176B-48A5-A859-D1183D3C6815}" srcOrd="0" destOrd="0" parTransId="{D4D7F5B6-5C0A-4FB3-BC76-F12DFEAB8165}" sibTransId="{2EEA0985-8BF5-4DB0-8DD4-C2702EA9D920}"/>
    <dgm:cxn modelId="{D410D8C5-F29A-423A-B5C3-24357839C02C}" srcId="{5FDFACD0-A005-4EB9-91B0-B07A039D65DA}" destId="{5E6F25B8-E02C-4288-856E-931D28D6677C}" srcOrd="1" destOrd="0" parTransId="{FFA85DE6-005C-4871-893A-0C03AB8B194E}" sibTransId="{E2D1B4CE-CD5D-44A0-BCD1-EB62B37A65BD}"/>
    <dgm:cxn modelId="{2497FBC9-CA09-4509-B9CA-B818ECEB29F6}" srcId="{045928F5-C930-4234-956F-CE145BD0C7D2}" destId="{5FDFACD0-A005-4EB9-91B0-B07A039D65DA}" srcOrd="0" destOrd="0" parTransId="{0C10F866-21F7-4CC0-8497-22FEBA1A0404}" sibTransId="{8CBF9F3F-F742-4622-B987-1549A97CA9AE}"/>
    <dgm:cxn modelId="{C285D8D2-F4BF-4AC6-A6AE-EED8A3703103}" type="presOf" srcId="{065765AA-CB3F-4693-93E9-EF59A07068CD}" destId="{1A3596E3-05F9-4A53-BB6E-B6A1AA7868DA}" srcOrd="0" destOrd="0" presId="urn:microsoft.com/office/officeart/2005/8/layout/radial4"/>
    <dgm:cxn modelId="{ED9C0EDF-D789-4948-8D18-DE79CBB9AECF}" type="presOf" srcId="{3B5DB749-3157-413E-B232-0164F8E6FA0B}" destId="{AF27A4E2-B0D0-4880-8963-C24A0EC54E83}" srcOrd="0" destOrd="0" presId="urn:microsoft.com/office/officeart/2005/8/layout/radial4"/>
    <dgm:cxn modelId="{3EA7DBE0-502E-46D5-BEC4-94BAC6B8CC77}" type="presOf" srcId="{045928F5-C930-4234-956F-CE145BD0C7D2}" destId="{2B2D56D5-8A7A-441D-84EE-31951DADC43A}" srcOrd="0" destOrd="0" presId="urn:microsoft.com/office/officeart/2005/8/layout/radial4"/>
    <dgm:cxn modelId="{C42AAEE3-E696-4F4D-8354-108AC6A62E1D}" srcId="{AFEF17BF-4112-4880-9397-49B03C78FF66}" destId="{389130A8-0340-48DD-AB6A-880A485F5C44}" srcOrd="0" destOrd="0" parTransId="{7025DA8F-488C-46C1-B803-594F9864669A}" sibTransId="{0E4D4C6E-FAE4-4668-9655-73043BDB98BA}"/>
    <dgm:cxn modelId="{C7619DE4-4032-4C2C-9CE6-75200B9B9908}" type="presOf" srcId="{5E6F25B8-E02C-4288-856E-931D28D6677C}" destId="{2B2D56D5-8A7A-441D-84EE-31951DADC43A}" srcOrd="0" destOrd="3" presId="urn:microsoft.com/office/officeart/2005/8/layout/radial4"/>
    <dgm:cxn modelId="{70AD4DFC-5292-4CF5-B90D-0A5272D92A4B}" type="presOf" srcId="{28F38ABC-B305-4D64-8C76-DFE672085853}" destId="{350FCE2D-4434-4E01-AE91-93A2DE6552B0}" srcOrd="0" destOrd="0" presId="urn:microsoft.com/office/officeart/2005/8/layout/radial4"/>
    <dgm:cxn modelId="{FAB548FD-C0AD-446F-A5C0-C8287E7DED9F}" type="presOf" srcId="{27482421-176B-48A5-A859-D1183D3C6815}" destId="{2B6236CB-1E3A-413C-AA52-34E211E75FAF}" srcOrd="0" destOrd="0" presId="urn:microsoft.com/office/officeart/2005/8/layout/radial4"/>
    <dgm:cxn modelId="{ACEECDFD-3700-41E8-97D6-06FFD218B498}" type="presOf" srcId="{5FDFACD0-A005-4EB9-91B0-B07A039D65DA}" destId="{2B2D56D5-8A7A-441D-84EE-31951DADC43A}" srcOrd="0" destOrd="1" presId="urn:microsoft.com/office/officeart/2005/8/layout/radial4"/>
    <dgm:cxn modelId="{D4476493-1408-4773-97CC-04B724A68081}" type="presParOf" srcId="{25DF9798-8DE5-4CCA-B345-2C9E18D2A94A}" destId="{2B6236CB-1E3A-413C-AA52-34E211E75FAF}" srcOrd="0" destOrd="0" presId="urn:microsoft.com/office/officeart/2005/8/layout/radial4"/>
    <dgm:cxn modelId="{16913288-37C1-4228-BABE-12A31F8B5DF8}" type="presParOf" srcId="{25DF9798-8DE5-4CCA-B345-2C9E18D2A94A}" destId="{2E06BFFD-96D4-4B07-A6D7-0A562EFA0954}" srcOrd="1" destOrd="0" presId="urn:microsoft.com/office/officeart/2005/8/layout/radial4"/>
    <dgm:cxn modelId="{2E2C3EFE-2D07-403A-BCB1-D46BCEFEBF19}" type="presParOf" srcId="{25DF9798-8DE5-4CCA-B345-2C9E18D2A94A}" destId="{2B2D56D5-8A7A-441D-84EE-31951DADC43A}" srcOrd="2" destOrd="0" presId="urn:microsoft.com/office/officeart/2005/8/layout/radial4"/>
    <dgm:cxn modelId="{1146B266-659A-4B90-8510-AE4E5C608C15}" type="presParOf" srcId="{25DF9798-8DE5-4CCA-B345-2C9E18D2A94A}" destId="{32655887-1D5F-41CD-BACB-3030E70C7C13}" srcOrd="3" destOrd="0" presId="urn:microsoft.com/office/officeart/2005/8/layout/radial4"/>
    <dgm:cxn modelId="{331D9242-0F62-43E4-941B-629FF7C59E31}" type="presParOf" srcId="{25DF9798-8DE5-4CCA-B345-2C9E18D2A94A}" destId="{AF27A4E2-B0D0-4880-8963-C24A0EC54E83}" srcOrd="4" destOrd="0" presId="urn:microsoft.com/office/officeart/2005/8/layout/radial4"/>
    <dgm:cxn modelId="{B97F3A3E-A4D7-4466-B6F9-802F2F5C4347}" type="presParOf" srcId="{25DF9798-8DE5-4CCA-B345-2C9E18D2A94A}" destId="{350FCE2D-4434-4E01-AE91-93A2DE6552B0}" srcOrd="5" destOrd="0" presId="urn:microsoft.com/office/officeart/2005/8/layout/radial4"/>
    <dgm:cxn modelId="{07F0D906-6E11-49CE-A096-63DAA3037C87}" type="presParOf" srcId="{25DF9798-8DE5-4CCA-B345-2C9E18D2A94A}" destId="{1A3596E3-05F9-4A53-BB6E-B6A1AA7868DA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01948-EA42-48DD-9273-F4FA911B06B1}">
      <dsp:nvSpPr>
        <dsp:cNvPr id="0" name=""/>
        <dsp:cNvSpPr/>
      </dsp:nvSpPr>
      <dsp:spPr>
        <a:xfrm rot="5400000">
          <a:off x="4888073" y="-1762394"/>
          <a:ext cx="1373534" cy="5246909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100" kern="1200" dirty="0"/>
            <a:t>小・中・高校生でも操作可能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ja-JP" altLang="en-US" sz="3100" kern="1200" dirty="0"/>
            <a:t>アマチュア無線免許不要</a:t>
          </a:r>
          <a:endParaRPr kumimoji="1" lang="ja-JP" altLang="en-US" sz="3100" kern="1200" dirty="0"/>
        </a:p>
      </dsp:txBody>
      <dsp:txXfrm rot="-5400000">
        <a:off x="2951386" y="241343"/>
        <a:ext cx="5179859" cy="1239434"/>
      </dsp:txXfrm>
    </dsp:sp>
    <dsp:sp modelId="{6B8ABCCE-23EE-48B0-BE01-FF70CAA14620}">
      <dsp:nvSpPr>
        <dsp:cNvPr id="0" name=""/>
        <dsp:cNvSpPr/>
      </dsp:nvSpPr>
      <dsp:spPr>
        <a:xfrm>
          <a:off x="0" y="2601"/>
          <a:ext cx="2951386" cy="171691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6000" kern="1200" dirty="0"/>
            <a:t>専門性</a:t>
          </a:r>
        </a:p>
      </dsp:txBody>
      <dsp:txXfrm>
        <a:off x="83813" y="86414"/>
        <a:ext cx="2783760" cy="1549292"/>
      </dsp:txXfrm>
    </dsp:sp>
    <dsp:sp modelId="{5B150628-AE58-4940-A20A-5F577EB72A09}">
      <dsp:nvSpPr>
        <dsp:cNvPr id="0" name=""/>
        <dsp:cNvSpPr/>
      </dsp:nvSpPr>
      <dsp:spPr>
        <a:xfrm rot="5400000">
          <a:off x="4888073" y="40370"/>
          <a:ext cx="1373534" cy="5246909"/>
        </a:xfrm>
        <a:prstGeom prst="round2SameRect">
          <a:avLst/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3100" kern="1200" dirty="0"/>
            <a:t>5000</a:t>
          </a:r>
          <a:r>
            <a:rPr kumimoji="1" lang="ja-JP" altLang="en-US" sz="3100" kern="1200" dirty="0"/>
            <a:t>円で購入できる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100" kern="1200" dirty="0"/>
            <a:t>入手性の良さ</a:t>
          </a:r>
        </a:p>
      </dsp:txBody>
      <dsp:txXfrm rot="-5400000">
        <a:off x="2951386" y="2044107"/>
        <a:ext cx="5179859" cy="1239434"/>
      </dsp:txXfrm>
    </dsp:sp>
    <dsp:sp modelId="{4BFA3700-E0B7-45D8-8BC3-F3BEF4F6640F}">
      <dsp:nvSpPr>
        <dsp:cNvPr id="0" name=""/>
        <dsp:cNvSpPr/>
      </dsp:nvSpPr>
      <dsp:spPr>
        <a:xfrm>
          <a:off x="0" y="1799408"/>
          <a:ext cx="2951386" cy="1716918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6000" kern="1200" dirty="0"/>
            <a:t>購入</a:t>
          </a:r>
        </a:p>
      </dsp:txBody>
      <dsp:txXfrm>
        <a:off x="83813" y="1883221"/>
        <a:ext cx="2783760" cy="1549292"/>
      </dsp:txXfrm>
    </dsp:sp>
    <dsp:sp modelId="{8E57130C-4310-4078-BE54-3310AAC3AC1C}">
      <dsp:nvSpPr>
        <dsp:cNvPr id="0" name=""/>
        <dsp:cNvSpPr/>
      </dsp:nvSpPr>
      <dsp:spPr>
        <a:xfrm rot="5400000">
          <a:off x="4888073" y="1843134"/>
          <a:ext cx="1373534" cy="5246909"/>
        </a:xfrm>
        <a:prstGeom prst="round2Same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100" kern="1200" dirty="0"/>
            <a:t>日本語による完全解説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100" kern="1200" dirty="0"/>
            <a:t>ベランダにも設置できる</a:t>
          </a:r>
        </a:p>
      </dsp:txBody>
      <dsp:txXfrm rot="-5400000">
        <a:off x="2951386" y="3846871"/>
        <a:ext cx="5179859" cy="1239434"/>
      </dsp:txXfrm>
    </dsp:sp>
    <dsp:sp modelId="{0FE11A33-3BE4-45F7-B28B-A9845B1645D0}">
      <dsp:nvSpPr>
        <dsp:cNvPr id="0" name=""/>
        <dsp:cNvSpPr/>
      </dsp:nvSpPr>
      <dsp:spPr>
        <a:xfrm>
          <a:off x="0" y="3608130"/>
          <a:ext cx="2951386" cy="1716918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6000" kern="1200" dirty="0"/>
            <a:t>構築</a:t>
          </a:r>
        </a:p>
      </dsp:txBody>
      <dsp:txXfrm>
        <a:off x="83813" y="3691943"/>
        <a:ext cx="2783760" cy="15492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0CAF89-AC6C-4910-85A6-20AA9C2D3B44}">
      <dsp:nvSpPr>
        <dsp:cNvPr id="0" name=""/>
        <dsp:cNvSpPr/>
      </dsp:nvSpPr>
      <dsp:spPr>
        <a:xfrm rot="5400000">
          <a:off x="-216776" y="218595"/>
          <a:ext cx="1445175" cy="1011622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/>
            <a:t>新世代衛星地上局</a:t>
          </a:r>
        </a:p>
      </dsp:txBody>
      <dsp:txXfrm rot="-5400000">
        <a:off x="1" y="507629"/>
        <a:ext cx="1011622" cy="433553"/>
      </dsp:txXfrm>
    </dsp:sp>
    <dsp:sp modelId="{7F208A03-658F-4E77-8D7E-F4C755266586}">
      <dsp:nvSpPr>
        <dsp:cNvPr id="0" name=""/>
        <dsp:cNvSpPr/>
      </dsp:nvSpPr>
      <dsp:spPr>
        <a:xfrm rot="5400000">
          <a:off x="2155057" y="-1141615"/>
          <a:ext cx="939363" cy="322623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5715" rIns="5715" bIns="571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900" kern="1200" dirty="0"/>
            <a:t>SDR</a:t>
          </a:r>
          <a:r>
            <a:rPr kumimoji="1" lang="ja-JP" altLang="en-US" sz="900" kern="1200" dirty="0"/>
            <a:t>＋非常に安価な中華製機材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900" kern="1200" dirty="0"/>
            <a:t>予算</a:t>
          </a:r>
          <a:r>
            <a:rPr kumimoji="1" lang="en-US" altLang="ja-JP" sz="900" kern="1200" dirty="0"/>
            <a:t>5000</a:t>
          </a:r>
          <a:r>
            <a:rPr kumimoji="1" lang="ja-JP" altLang="en-US" sz="900" kern="1200" dirty="0"/>
            <a:t>円の実現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900" kern="1200" dirty="0"/>
            <a:t>Amazon</a:t>
          </a:r>
          <a:r>
            <a:rPr kumimoji="1" lang="ja-JP" altLang="en-US" sz="900" kern="1200" dirty="0"/>
            <a:t>で全機材購入可能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900" kern="1200" dirty="0"/>
            <a:t>SDR</a:t>
          </a:r>
          <a:r>
            <a:rPr kumimoji="1" lang="ja-JP" altLang="en-US" sz="900" kern="1200" dirty="0"/>
            <a:t>対応衛星追尾ソフトウェア解説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900" kern="1200" dirty="0"/>
            <a:t>完全日本語化</a:t>
          </a:r>
        </a:p>
      </dsp:txBody>
      <dsp:txXfrm rot="-5400000">
        <a:off x="1011622" y="47676"/>
        <a:ext cx="3180377" cy="847651"/>
      </dsp:txXfrm>
    </dsp:sp>
    <dsp:sp modelId="{FCC559A8-11C7-4212-B83C-49940281C05D}">
      <dsp:nvSpPr>
        <dsp:cNvPr id="0" name=""/>
        <dsp:cNvSpPr/>
      </dsp:nvSpPr>
      <dsp:spPr>
        <a:xfrm rot="5400000">
          <a:off x="-216776" y="1511540"/>
          <a:ext cx="1445175" cy="1011622"/>
        </a:xfrm>
        <a:prstGeom prst="chevron">
          <a:avLst/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 w="12700" cap="flat" cmpd="sng" algn="ctr">
          <a:solidFill>
            <a:schemeClr val="accent4">
              <a:hueOff val="-1488257"/>
              <a:satOff val="8966"/>
              <a:lumOff val="7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/>
            <a:t>リモート化</a:t>
          </a:r>
        </a:p>
      </dsp:txBody>
      <dsp:txXfrm rot="-5400000">
        <a:off x="1" y="1800574"/>
        <a:ext cx="1011622" cy="433553"/>
      </dsp:txXfrm>
    </dsp:sp>
    <dsp:sp modelId="{CF23D4F5-94E3-40C5-B5B2-CB7076E6A173}">
      <dsp:nvSpPr>
        <dsp:cNvPr id="0" name=""/>
        <dsp:cNvSpPr/>
      </dsp:nvSpPr>
      <dsp:spPr>
        <a:xfrm rot="5400000">
          <a:off x="2155057" y="151329"/>
          <a:ext cx="939363" cy="322623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1488257"/>
              <a:satOff val="8966"/>
              <a:lumOff val="7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5715" rIns="5715" bIns="571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900" kern="1200" dirty="0"/>
            <a:t>Raspberry Pi</a:t>
          </a:r>
          <a:endParaRPr kumimoji="1" lang="ja-JP" altLang="en-US" sz="900" kern="1200" dirty="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900" kern="1200" dirty="0" err="1"/>
            <a:t>WiFi</a:t>
          </a:r>
          <a:r>
            <a:rPr kumimoji="1" lang="ja-JP" altLang="en-US" sz="900" kern="1200" dirty="0"/>
            <a:t>によるリモートアクセス可能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900" kern="1200" dirty="0"/>
            <a:t>防雨ケース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900" kern="1200" dirty="0"/>
            <a:t>ベランダにも設置可能</a:t>
          </a:r>
        </a:p>
      </dsp:txBody>
      <dsp:txXfrm rot="-5400000">
        <a:off x="1011622" y="1340620"/>
        <a:ext cx="3180377" cy="847651"/>
      </dsp:txXfrm>
    </dsp:sp>
    <dsp:sp modelId="{7B05D2E7-4526-4EF6-9043-2E8DB35C4F7C}">
      <dsp:nvSpPr>
        <dsp:cNvPr id="0" name=""/>
        <dsp:cNvSpPr/>
      </dsp:nvSpPr>
      <dsp:spPr>
        <a:xfrm rot="5400000">
          <a:off x="-216776" y="2804486"/>
          <a:ext cx="1445175" cy="1011622"/>
        </a:xfrm>
        <a:prstGeom prst="chevron">
          <a:avLst/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 w="12700" cap="flat" cmpd="sng" algn="ctr">
          <a:solidFill>
            <a:schemeClr val="accent4">
              <a:hueOff val="-2976513"/>
              <a:satOff val="17933"/>
              <a:lumOff val="14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/>
            <a:t>自動自立化</a:t>
          </a:r>
        </a:p>
      </dsp:txBody>
      <dsp:txXfrm rot="-5400000">
        <a:off x="1" y="3093520"/>
        <a:ext cx="1011622" cy="433553"/>
      </dsp:txXfrm>
    </dsp:sp>
    <dsp:sp modelId="{3F0F39BC-398B-45CB-84D4-9E025617C114}">
      <dsp:nvSpPr>
        <dsp:cNvPr id="0" name=""/>
        <dsp:cNvSpPr/>
      </dsp:nvSpPr>
      <dsp:spPr>
        <a:xfrm rot="5400000">
          <a:off x="2155057" y="1444275"/>
          <a:ext cx="939363" cy="322623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2976513"/>
              <a:satOff val="17933"/>
              <a:lumOff val="14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5715" rIns="5715" bIns="571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900" kern="1200" dirty="0"/>
            <a:t>太陽光パネル＋鉛蓄電池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900" kern="1200" dirty="0"/>
            <a:t>無商用電源運転可能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900" kern="1200" dirty="0"/>
            <a:t>3G</a:t>
          </a:r>
          <a:r>
            <a:rPr kumimoji="1" lang="ja-JP" altLang="en-US" sz="900" kern="1200" dirty="0"/>
            <a:t>回線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900" kern="1200" dirty="0"/>
            <a:t>どこでも設置・通信可能</a:t>
          </a:r>
        </a:p>
      </dsp:txBody>
      <dsp:txXfrm rot="-5400000">
        <a:off x="1011622" y="2633566"/>
        <a:ext cx="3180377" cy="847651"/>
      </dsp:txXfrm>
    </dsp:sp>
    <dsp:sp modelId="{82F3D61B-1765-4CAE-B148-0CF994EC368C}">
      <dsp:nvSpPr>
        <dsp:cNvPr id="0" name=""/>
        <dsp:cNvSpPr/>
      </dsp:nvSpPr>
      <dsp:spPr>
        <a:xfrm rot="5400000">
          <a:off x="-216776" y="4097432"/>
          <a:ext cx="1445175" cy="1011622"/>
        </a:xfrm>
        <a:prstGeom prst="chevron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127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300" kern="1200" dirty="0"/>
            <a:t>分散受信化</a:t>
          </a:r>
        </a:p>
      </dsp:txBody>
      <dsp:txXfrm rot="-5400000">
        <a:off x="1" y="4386466"/>
        <a:ext cx="1011622" cy="433553"/>
      </dsp:txXfrm>
    </dsp:sp>
    <dsp:sp modelId="{ADC0713E-C3B3-42C1-A76A-0D05504167EE}">
      <dsp:nvSpPr>
        <dsp:cNvPr id="0" name=""/>
        <dsp:cNvSpPr/>
      </dsp:nvSpPr>
      <dsp:spPr>
        <a:xfrm rot="5400000">
          <a:off x="2155057" y="2737221"/>
          <a:ext cx="939363" cy="322623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5715" rIns="5715" bIns="571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900" kern="1200" dirty="0"/>
            <a:t>管理サーバの立ち上げ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900" kern="1200" dirty="0"/>
            <a:t>データのマージ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900" kern="1200" dirty="0"/>
            <a:t>DTN</a:t>
          </a:r>
          <a:r>
            <a:rPr kumimoji="1" lang="ja-JP" altLang="en-US" sz="900" kern="1200" dirty="0"/>
            <a:t>プロトコルの実装</a:t>
          </a:r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900" kern="1200" dirty="0"/>
            <a:t>効率的なデータ受信</a:t>
          </a:r>
        </a:p>
      </dsp:txBody>
      <dsp:txXfrm rot="-5400000">
        <a:off x="1011622" y="3926512"/>
        <a:ext cx="3180377" cy="8476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6236CB-1E3A-413C-AA52-34E211E75FAF}">
      <dsp:nvSpPr>
        <dsp:cNvPr id="0" name=""/>
        <dsp:cNvSpPr/>
      </dsp:nvSpPr>
      <dsp:spPr>
        <a:xfrm>
          <a:off x="2520267" y="1944876"/>
          <a:ext cx="1704564" cy="170456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600" kern="1200" dirty="0"/>
            <a:t>新世代衛星　地上局</a:t>
          </a:r>
          <a:endParaRPr kumimoji="1" lang="en-US" altLang="ja-JP" sz="2600" kern="1200" dirty="0"/>
        </a:p>
      </dsp:txBody>
      <dsp:txXfrm>
        <a:off x="2769895" y="2194504"/>
        <a:ext cx="1205308" cy="1205308"/>
      </dsp:txXfrm>
    </dsp:sp>
    <dsp:sp modelId="{2E06BFFD-96D4-4B07-A6D7-0A562EFA0954}">
      <dsp:nvSpPr>
        <dsp:cNvPr id="0" name=""/>
        <dsp:cNvSpPr/>
      </dsp:nvSpPr>
      <dsp:spPr>
        <a:xfrm rot="8310196">
          <a:off x="1498851" y="3616619"/>
          <a:ext cx="1345560" cy="485800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2D56D5-8A7A-441D-84EE-31951DADC43A}">
      <dsp:nvSpPr>
        <dsp:cNvPr id="0" name=""/>
        <dsp:cNvSpPr/>
      </dsp:nvSpPr>
      <dsp:spPr>
        <a:xfrm>
          <a:off x="792092" y="3817091"/>
          <a:ext cx="1751263" cy="97639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400" kern="1200" dirty="0"/>
            <a:t>モダンといえない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1100" kern="1200" dirty="0"/>
            <a:t>PC</a:t>
          </a:r>
          <a:r>
            <a:rPr kumimoji="1" lang="ja-JP" altLang="en-US" sz="1100" kern="1200" dirty="0"/>
            <a:t>からスマホの時代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100" kern="1200" dirty="0"/>
            <a:t>マルチ</a:t>
          </a:r>
          <a:r>
            <a:rPr kumimoji="1" lang="en-US" altLang="ja-JP" sz="1100" kern="1200" dirty="0"/>
            <a:t>OS</a:t>
          </a:r>
          <a:r>
            <a:rPr kumimoji="1" lang="ja-JP" altLang="en-US" sz="1100" kern="1200" dirty="0"/>
            <a:t>対応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100" kern="1200" dirty="0"/>
            <a:t>マルチデバイス対応</a:t>
          </a:r>
        </a:p>
      </dsp:txBody>
      <dsp:txXfrm>
        <a:off x="820690" y="3845689"/>
        <a:ext cx="1694067" cy="919198"/>
      </dsp:txXfrm>
    </dsp:sp>
    <dsp:sp modelId="{32655887-1D5F-41CD-BACB-3030E70C7C13}">
      <dsp:nvSpPr>
        <dsp:cNvPr id="0" name=""/>
        <dsp:cNvSpPr/>
      </dsp:nvSpPr>
      <dsp:spPr>
        <a:xfrm rot="10921402">
          <a:off x="1032600" y="2496440"/>
          <a:ext cx="1406809" cy="485800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27A4E2-B0D0-4880-8963-C24A0EC54E83}">
      <dsp:nvSpPr>
        <dsp:cNvPr id="0" name=""/>
        <dsp:cNvSpPr/>
      </dsp:nvSpPr>
      <dsp:spPr>
        <a:xfrm>
          <a:off x="0" y="2232922"/>
          <a:ext cx="2066078" cy="963168"/>
        </a:xfrm>
        <a:prstGeom prst="roundRect">
          <a:avLst>
            <a:gd name="adj" fmla="val 1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400" kern="1200" dirty="0"/>
            <a:t>CW&amp;FM</a:t>
          </a:r>
          <a:r>
            <a:rPr kumimoji="1" lang="ja-JP" altLang="en-US" sz="1400" kern="1200" dirty="0"/>
            <a:t>しか受信できない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1100" kern="1200" dirty="0"/>
            <a:t>TNC</a:t>
          </a:r>
          <a:r>
            <a:rPr kumimoji="1" lang="ja-JP" altLang="en-US" sz="1100" kern="1200" dirty="0"/>
            <a:t>なしで各種データ受信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100" kern="1200" dirty="0"/>
            <a:t>画像データ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100" kern="1200" dirty="0"/>
            <a:t>ストリーミング映像</a:t>
          </a:r>
        </a:p>
      </dsp:txBody>
      <dsp:txXfrm>
        <a:off x="28210" y="2261132"/>
        <a:ext cx="2009658" cy="906748"/>
      </dsp:txXfrm>
    </dsp:sp>
    <dsp:sp modelId="{350FCE2D-4434-4E01-AE91-93A2DE6552B0}">
      <dsp:nvSpPr>
        <dsp:cNvPr id="0" name=""/>
        <dsp:cNvSpPr/>
      </dsp:nvSpPr>
      <dsp:spPr>
        <a:xfrm rot="13408080">
          <a:off x="1592354" y="1475082"/>
          <a:ext cx="1283415" cy="485800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3596E3-05F9-4A53-BB6E-B6A1AA7868DA}">
      <dsp:nvSpPr>
        <dsp:cNvPr id="0" name=""/>
        <dsp:cNvSpPr/>
      </dsp:nvSpPr>
      <dsp:spPr>
        <a:xfrm>
          <a:off x="864099" y="792766"/>
          <a:ext cx="1808474" cy="967508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400" kern="1200" dirty="0"/>
            <a:t>SDR+GNU Radio</a:t>
          </a:r>
          <a:r>
            <a:rPr kumimoji="1" lang="ja-JP" altLang="en-US" sz="1400" kern="1200" dirty="0"/>
            <a:t>連携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100" kern="1200" dirty="0"/>
            <a:t>次世代無線機の本命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100" kern="1200" dirty="0"/>
            <a:t>いろいろな変調方式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100" kern="1200" dirty="0"/>
            <a:t>自動処理</a:t>
          </a:r>
        </a:p>
      </dsp:txBody>
      <dsp:txXfrm>
        <a:off x="892436" y="821103"/>
        <a:ext cx="1751800" cy="910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1126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7288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3537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127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7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F58D74A-EAF7-44C6-A78A-BB351387D3C2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E18994-DA79-4DA1-8850-F3A33A060366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  <p:extLst>
      <p:ext uri="{BB962C8B-B14F-4D97-AF65-F5344CB8AC3E}">
        <p14:creationId xmlns:p14="http://schemas.microsoft.com/office/powerpoint/2010/main" val="3146541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3400" y="119697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924175"/>
            <a:ext cx="4105275" cy="1752600"/>
          </a:xfrm>
        </p:spPr>
        <p:txBody>
          <a:bodyPr/>
          <a:lstStyle>
            <a:lvl1pPr marL="0" indent="0">
              <a:buFont typeface="Times" panose="02020603050405020304" pitchFamily="18" charset="0"/>
              <a:buNone/>
              <a:defRPr sz="2400"/>
            </a:lvl1pPr>
          </a:lstStyle>
          <a:p>
            <a:pPr lvl="0"/>
            <a:r>
              <a:rPr lang="ja-JP" altLang="en-US" noProof="0"/>
              <a:t>マスター サブタイトルの書式設定</a:t>
            </a: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latin typeface="+mn-lt"/>
              </a:defRPr>
            </a:lvl1pPr>
          </a:lstStyle>
          <a:p>
            <a:endParaRPr lang="en-US" altLang="ja-JP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r>
              <a:rPr lang="en-US" altLang="ja-JP" dirty="0"/>
              <a:t>©</a:t>
            </a:r>
            <a:r>
              <a:rPr lang="en-US" altLang="ja-JP" dirty="0" err="1"/>
              <a:t>SIProp</a:t>
            </a:r>
            <a:r>
              <a:rPr lang="en-US" altLang="ja-JP" dirty="0"/>
              <a:t> Project, 2006-2017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fld id="{176E8207-5532-44D7-850C-17E3892F72CD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0" y="2743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pic>
        <p:nvPicPr>
          <p:cNvPr id="10255" name="Picture 15" descr="siprop-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siprop-whi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7" name="Picture 17" descr="siprop-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343400"/>
            <a:ext cx="3622675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4975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43866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3810000" cy="532765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3810000" cy="532765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227366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59993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4053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6156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62139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1668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73877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67500" y="0"/>
            <a:ext cx="1943100" cy="645318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6613" y="0"/>
            <a:ext cx="5678487" cy="645318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33950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838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6613" y="0"/>
            <a:ext cx="77724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25538"/>
            <a:ext cx="7772400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sz="900">
              <a:latin typeface="ＭＳ Ｐゴシック" panose="020B0600070205080204" pitchFamily="50" charset="-128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ja-JP" sz="1000" dirty="0">
                <a:latin typeface="ＭＳ Ｐゴシック" panose="020B0600070205080204" pitchFamily="50" charset="-128"/>
              </a:rPr>
              <a:t>©</a:t>
            </a:r>
            <a:r>
              <a:rPr lang="en-US" altLang="ja-JP" sz="1000" dirty="0" err="1">
                <a:latin typeface="ＭＳ Ｐゴシック" panose="020B0600070205080204" pitchFamily="50" charset="-128"/>
              </a:rPr>
              <a:t>SIProp</a:t>
            </a:r>
            <a:r>
              <a:rPr lang="en-US" altLang="ja-JP" sz="1000" dirty="0">
                <a:latin typeface="ＭＳ Ｐゴシック" panose="020B0600070205080204" pitchFamily="50" charset="-128"/>
              </a:rPr>
              <a:t> Project, 2006-2017</a:t>
            </a: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29BA83E5-E1F8-4721-B851-4203BEE23CBB}" type="slidenum">
              <a:rPr lang="en-US" altLang="ja-JP" sz="1000">
                <a:latin typeface="ＭＳ Ｐゴシック" panose="020B0600070205080204" pitchFamily="50" charset="-128"/>
              </a:rPr>
              <a:pPr algn="r"/>
              <a:t>‹#›</a:t>
            </a:fld>
            <a:endParaRPr lang="en-US" altLang="ja-JP" sz="1000">
              <a:latin typeface="ＭＳ Ｐゴシック" panose="020B0600070205080204" pitchFamily="50" charset="-128"/>
            </a:endParaRPr>
          </a:p>
        </p:txBody>
      </p:sp>
      <p:pic>
        <p:nvPicPr>
          <p:cNvPr id="1044" name="Picture 20" descr="siprop-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siprop-logo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863" y="0"/>
            <a:ext cx="1354137" cy="78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iprop-white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Times" panose="02020603050405020304" pitchFamily="18" charset="0"/>
        <a:buBlip>
          <a:blip r:embed="rId16"/>
        </a:buBlip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9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iprop.org/en/2.0/index.php?50usd_ground_station" TargetMode="Externa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noritsuna.jp/download/SDR_GS_RP_Full.pdf" TargetMode="External"/><Relationship Id="rId5" Type="http://schemas.openxmlformats.org/officeDocument/2006/relationships/hyperlink" Target="http://www.noritsuna.jp/download/SDR_GS_RP_Full.pptx" TargetMode="External"/><Relationship Id="rId4" Type="http://schemas.openxmlformats.org/officeDocument/2006/relationships/hyperlink" Target="mailto:noritsuna@siprop.org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©SIProp Project, 2006-2008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5A9DBB48-0D10-474E-A4BB-263883375AED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400" y="1352550"/>
            <a:ext cx="8431088" cy="1143000"/>
          </a:xfrm>
        </p:spPr>
        <p:txBody>
          <a:bodyPr/>
          <a:lstStyle/>
          <a:p>
            <a:pPr algn="ctr"/>
            <a:r>
              <a:rPr lang="en-US" altLang="ja-JP" dirty="0"/>
              <a:t>5000</a:t>
            </a:r>
            <a:r>
              <a:rPr lang="ja-JP" altLang="en-US" dirty="0"/>
              <a:t>円で誰でも作れる新世代衛星地上局</a:t>
            </a:r>
            <a:br>
              <a:rPr lang="en-US" altLang="ja-JP" dirty="0"/>
            </a:br>
            <a:r>
              <a:rPr lang="ja-JP" altLang="en-US" dirty="0"/>
              <a:t>～</a:t>
            </a:r>
            <a:r>
              <a:rPr lang="en-US" altLang="ja-JP" dirty="0">
                <a:hlinkClick r:id="rId3"/>
              </a:rPr>
              <a:t>50USD Ground Station</a:t>
            </a:r>
            <a:r>
              <a:rPr lang="ja-JP" altLang="en-US" dirty="0"/>
              <a:t>～</a:t>
            </a:r>
            <a:endParaRPr lang="ja-JP" altLang="ja-JP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924175"/>
            <a:ext cx="7422976" cy="1752600"/>
          </a:xfrm>
        </p:spPr>
        <p:txBody>
          <a:bodyPr/>
          <a:lstStyle/>
          <a:p>
            <a:r>
              <a:rPr lang="ja-JP" altLang="en-US" dirty="0"/>
              <a:t>今村謙之</a:t>
            </a:r>
            <a:r>
              <a:rPr lang="en-US" altLang="ja-JP" dirty="0"/>
              <a:t>(JI1SZP)</a:t>
            </a:r>
          </a:p>
          <a:p>
            <a:r>
              <a:rPr lang="en-US" altLang="ja-JP" dirty="0">
                <a:hlinkClick r:id="rId4"/>
              </a:rPr>
              <a:t>noritsuna@siprop.org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完全版資料のダウンロード先</a:t>
            </a:r>
            <a:endParaRPr lang="en-US" altLang="ja-JP" dirty="0"/>
          </a:p>
          <a:p>
            <a:r>
              <a:rPr lang="en-US" altLang="ja-JP" sz="2000" dirty="0">
                <a:hlinkClick r:id="rId5"/>
              </a:rPr>
              <a:t>http://www.noritsuna.jp/download/SDR_GS_RP_Full.pptx</a:t>
            </a:r>
            <a:endParaRPr lang="en-US" altLang="ja-JP" sz="2000" dirty="0"/>
          </a:p>
          <a:p>
            <a:r>
              <a:rPr lang="en-US" altLang="ja-JP" sz="2000" dirty="0">
                <a:hlinkClick r:id="rId6"/>
              </a:rPr>
              <a:t>http://www.noritsuna.jp/download/SDR_GS_RP_Full.pdf</a:t>
            </a:r>
            <a:endParaRPr lang="en-US" altLang="ja-JP" sz="2000" dirty="0"/>
          </a:p>
          <a:p>
            <a:endParaRPr lang="en-US" altLang="ja-JP" dirty="0"/>
          </a:p>
          <a:p>
            <a:endParaRPr lang="ja-JP" altLang="ja-JP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5D2AE86-87DC-4904-94BB-CB509769B1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017034"/>
            <a:ext cx="4716016" cy="1558499"/>
          </a:xfrm>
          <a:prstGeom prst="rect">
            <a:avLst/>
          </a:prstGeom>
        </p:spPr>
      </p:pic>
      <p:sp>
        <p:nvSpPr>
          <p:cNvPr id="4" name="乗算記号 3">
            <a:extLst>
              <a:ext uri="{FF2B5EF4-FFF2-40B4-BE49-F238E27FC236}">
                <a16:creationId xmlns:a16="http://schemas.microsoft.com/office/drawing/2014/main" id="{E404AB18-42BC-480C-A681-6D2665547E56}"/>
              </a:ext>
            </a:extLst>
          </p:cNvPr>
          <p:cNvSpPr/>
          <p:nvPr/>
        </p:nvSpPr>
        <p:spPr>
          <a:xfrm>
            <a:off x="4593704" y="5517232"/>
            <a:ext cx="698376" cy="664243"/>
          </a:xfrm>
          <a:prstGeom prst="mathMultiply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6594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8A302B-53B9-452E-B139-FBC780535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衛星通信のすそ野を広めるには？</a:t>
            </a:r>
            <a:endParaRPr kumimoji="1" lang="ja-JP" altLang="en-US" dirty="0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28917896-38E0-45E3-9FCD-E7F6B3E2CF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1904453"/>
              </p:ext>
            </p:extLst>
          </p:nvPr>
        </p:nvGraphicFramePr>
        <p:xfrm>
          <a:off x="622176" y="1125538"/>
          <a:ext cx="8198296" cy="532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1791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366DBA-0E1D-454F-9430-200460903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新世代衛星地上局とは？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4D3176B1-6E04-4888-A4CF-DB4E37883692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4788024" y="1485726"/>
          <a:ext cx="4237856" cy="532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コンテンツ プレースホルダー 3">
            <a:extLst>
              <a:ext uri="{FF2B5EF4-FFF2-40B4-BE49-F238E27FC236}">
                <a16:creationId xmlns:a16="http://schemas.microsoft.com/office/drawing/2014/main" id="{5FAF8907-B3EF-465F-8FE1-A3F505A1306F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95536" y="908050"/>
          <a:ext cx="5400600" cy="5761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タイトル 1">
            <a:extLst>
              <a:ext uri="{FF2B5EF4-FFF2-40B4-BE49-F238E27FC236}">
                <a16:creationId xmlns:a16="http://schemas.microsoft.com/office/drawing/2014/main" id="{F1387C11-424D-410E-85E8-3457F9A6C4F3}"/>
              </a:ext>
            </a:extLst>
          </p:cNvPr>
          <p:cNvSpPr txBox="1">
            <a:spLocks/>
          </p:cNvSpPr>
          <p:nvPr/>
        </p:nvSpPr>
        <p:spPr bwMode="auto">
          <a:xfrm>
            <a:off x="395536" y="720750"/>
            <a:ext cx="379975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800" dirty="0"/>
              <a:t>現在の地上局の問題点</a:t>
            </a: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2C1F92A6-5799-499D-9D32-11A68DEBC73C}"/>
              </a:ext>
            </a:extLst>
          </p:cNvPr>
          <p:cNvSpPr txBox="1">
            <a:spLocks/>
          </p:cNvSpPr>
          <p:nvPr/>
        </p:nvSpPr>
        <p:spPr bwMode="auto">
          <a:xfrm>
            <a:off x="4644008" y="692696"/>
            <a:ext cx="449999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800" dirty="0"/>
              <a:t>地上局のアップグレードパス</a:t>
            </a:r>
          </a:p>
        </p:txBody>
      </p:sp>
    </p:spTree>
    <p:extLst>
      <p:ext uri="{BB962C8B-B14F-4D97-AF65-F5344CB8AC3E}">
        <p14:creationId xmlns:p14="http://schemas.microsoft.com/office/powerpoint/2010/main" val="2448466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03D9CB-9757-4459-A5D2-C67244DA0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新世代衛星地上局のベース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BBBC118-50DF-46FE-9C38-0CCDDE2A3A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633" y="1125538"/>
            <a:ext cx="7103533" cy="5327650"/>
          </a:xfrm>
        </p:spPr>
      </p:pic>
      <p:sp>
        <p:nvSpPr>
          <p:cNvPr id="3" name="吹き出し: 角を丸めた四角形 2">
            <a:extLst>
              <a:ext uri="{FF2B5EF4-FFF2-40B4-BE49-F238E27FC236}">
                <a16:creationId xmlns:a16="http://schemas.microsoft.com/office/drawing/2014/main" id="{F3CA921D-BE5F-45ED-90BD-D3AF8FB78298}"/>
              </a:ext>
            </a:extLst>
          </p:cNvPr>
          <p:cNvSpPr/>
          <p:nvPr/>
        </p:nvSpPr>
        <p:spPr>
          <a:xfrm>
            <a:off x="1835696" y="1268760"/>
            <a:ext cx="1872208" cy="792088"/>
          </a:xfrm>
          <a:prstGeom prst="wedgeRoundRectCallout">
            <a:avLst>
              <a:gd name="adj1" fmla="val 50916"/>
              <a:gd name="adj2" fmla="val 123406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SDR</a:t>
            </a:r>
          </a:p>
          <a:p>
            <a:pPr algn="ctr"/>
            <a:r>
              <a:rPr kumimoji="1" lang="ja-JP" altLang="en-US" dirty="0"/>
              <a:t>ソフトウェア</a:t>
            </a:r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D5FCBF45-3A78-485E-8018-A0B01D70D9A6}"/>
              </a:ext>
            </a:extLst>
          </p:cNvPr>
          <p:cNvSpPr/>
          <p:nvPr/>
        </p:nvSpPr>
        <p:spPr>
          <a:xfrm>
            <a:off x="236529" y="2266740"/>
            <a:ext cx="1872208" cy="792088"/>
          </a:xfrm>
          <a:prstGeom prst="wedgeRoundRectCallout">
            <a:avLst>
              <a:gd name="adj1" fmla="val 50916"/>
              <a:gd name="adj2" fmla="val 123406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衛星追尾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ソフトウェア</a:t>
            </a:r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8891416A-4F3B-4ED9-85EA-C4CB10585FF9}"/>
              </a:ext>
            </a:extLst>
          </p:cNvPr>
          <p:cNvSpPr/>
          <p:nvPr/>
        </p:nvSpPr>
        <p:spPr>
          <a:xfrm>
            <a:off x="5364088" y="1022531"/>
            <a:ext cx="2088232" cy="642273"/>
          </a:xfrm>
          <a:prstGeom prst="wedgeRoundRectCallout">
            <a:avLst>
              <a:gd name="adj1" fmla="val 30558"/>
              <a:gd name="adj2" fmla="val 158374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ロッドアンテナ</a:t>
            </a: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2CC346C1-6D6A-48C3-A5FE-3D3EA7C7CEC7}"/>
              </a:ext>
            </a:extLst>
          </p:cNvPr>
          <p:cNvSpPr/>
          <p:nvPr/>
        </p:nvSpPr>
        <p:spPr>
          <a:xfrm>
            <a:off x="6948264" y="3212976"/>
            <a:ext cx="2088232" cy="1146329"/>
          </a:xfrm>
          <a:prstGeom prst="wedgeRoundRectCallout">
            <a:avLst>
              <a:gd name="adj1" fmla="val -63164"/>
              <a:gd name="adj2" fmla="val 103469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RTL-SDR</a:t>
            </a:r>
          </a:p>
          <a:p>
            <a:pPr algn="ctr"/>
            <a:r>
              <a:rPr kumimoji="1" lang="ja-JP" altLang="en-US" dirty="0"/>
              <a:t>（ソフトウェア無線機）</a:t>
            </a:r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77E1FA66-C6FB-44C3-B489-0C25B202ACC9}"/>
              </a:ext>
            </a:extLst>
          </p:cNvPr>
          <p:cNvSpPr/>
          <p:nvPr/>
        </p:nvSpPr>
        <p:spPr>
          <a:xfrm>
            <a:off x="2771800" y="5157192"/>
            <a:ext cx="2088232" cy="681762"/>
          </a:xfrm>
          <a:prstGeom prst="wedgeRoundRectCallout">
            <a:avLst>
              <a:gd name="adj1" fmla="val 65512"/>
              <a:gd name="adj2" fmla="val -89771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プリアンプ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6786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DCA89B-9743-4749-8F8D-831EEFAAA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ラズパイによるリモート受信拡張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5B4A429-3F9C-41D4-8E91-2A3C6D40B4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0" b="252"/>
          <a:stretch/>
        </p:blipFill>
        <p:spPr>
          <a:xfrm>
            <a:off x="0" y="908050"/>
            <a:ext cx="9144000" cy="6193358"/>
          </a:xfrm>
          <a:prstGeom prst="rect">
            <a:avLst/>
          </a:prstGeom>
        </p:spPr>
      </p:pic>
      <p:sp>
        <p:nvSpPr>
          <p:cNvPr id="4" name="吹き出し: 角を丸めた四角形 3">
            <a:extLst>
              <a:ext uri="{FF2B5EF4-FFF2-40B4-BE49-F238E27FC236}">
                <a16:creationId xmlns:a16="http://schemas.microsoft.com/office/drawing/2014/main" id="{85721303-531A-4146-BEC7-C0CD5FF19B39}"/>
              </a:ext>
            </a:extLst>
          </p:cNvPr>
          <p:cNvSpPr/>
          <p:nvPr/>
        </p:nvSpPr>
        <p:spPr>
          <a:xfrm>
            <a:off x="3347864" y="2276872"/>
            <a:ext cx="2088232" cy="642273"/>
          </a:xfrm>
          <a:prstGeom prst="wedgeRoundRectCallout">
            <a:avLst>
              <a:gd name="adj1" fmla="val 64360"/>
              <a:gd name="adj2" fmla="val 152130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Raspberry Pi</a:t>
            </a:r>
            <a:endParaRPr kumimoji="1" lang="ja-JP" altLang="en-US" dirty="0"/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7216DEC3-CCFB-425E-961A-051340132241}"/>
              </a:ext>
            </a:extLst>
          </p:cNvPr>
          <p:cNvSpPr/>
          <p:nvPr/>
        </p:nvSpPr>
        <p:spPr>
          <a:xfrm>
            <a:off x="6514611" y="1772816"/>
            <a:ext cx="2088232" cy="1146329"/>
          </a:xfrm>
          <a:prstGeom prst="wedgeRoundRectCallout">
            <a:avLst>
              <a:gd name="adj1" fmla="val -63164"/>
              <a:gd name="adj2" fmla="val 103469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RTL-SDR</a:t>
            </a:r>
          </a:p>
          <a:p>
            <a:pPr algn="ctr"/>
            <a:r>
              <a:rPr kumimoji="1" lang="ja-JP" altLang="en-US" dirty="0"/>
              <a:t>（ソフトウェア無線機）</a:t>
            </a:r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D4565B2B-B363-498C-8217-23A28FE7883A}"/>
              </a:ext>
            </a:extLst>
          </p:cNvPr>
          <p:cNvSpPr/>
          <p:nvPr/>
        </p:nvSpPr>
        <p:spPr>
          <a:xfrm>
            <a:off x="6228184" y="4581128"/>
            <a:ext cx="2088232" cy="750285"/>
          </a:xfrm>
          <a:prstGeom prst="wedgeRoundRectCallout">
            <a:avLst>
              <a:gd name="adj1" fmla="val 64360"/>
              <a:gd name="adj2" fmla="val 152130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窓サッシ用ケーブル</a:t>
            </a:r>
            <a:endParaRPr kumimoji="1" lang="ja-JP" altLang="en-US" dirty="0"/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90869B9C-6B47-4192-AE56-459E4C2A0E5C}"/>
              </a:ext>
            </a:extLst>
          </p:cNvPr>
          <p:cNvSpPr/>
          <p:nvPr/>
        </p:nvSpPr>
        <p:spPr>
          <a:xfrm>
            <a:off x="107504" y="1916832"/>
            <a:ext cx="1872208" cy="1211024"/>
          </a:xfrm>
          <a:prstGeom prst="wedgeRoundRectCallout">
            <a:avLst>
              <a:gd name="adj1" fmla="val 50916"/>
              <a:gd name="adj2" fmla="val 123406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Wi-Fi</a:t>
            </a:r>
            <a:r>
              <a:rPr kumimoji="1" lang="ja-JP" altLang="en-US" dirty="0"/>
              <a:t>接続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SDR</a:t>
            </a:r>
          </a:p>
          <a:p>
            <a:pPr algn="ctr"/>
            <a:r>
              <a:rPr kumimoji="1" lang="ja-JP" altLang="en-US" dirty="0"/>
              <a:t>ソフトウェア</a:t>
            </a:r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07BF3868-B0AD-4585-8A7E-BF6827477763}"/>
              </a:ext>
            </a:extLst>
          </p:cNvPr>
          <p:cNvSpPr/>
          <p:nvPr/>
        </p:nvSpPr>
        <p:spPr>
          <a:xfrm>
            <a:off x="3500264" y="1052736"/>
            <a:ext cx="2088232" cy="642273"/>
          </a:xfrm>
          <a:prstGeom prst="wedgeRoundRectCallout">
            <a:avLst>
              <a:gd name="adj1" fmla="val 64360"/>
              <a:gd name="adj2" fmla="val 152130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防雨ケース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01668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79BC91C1-C3D5-4D6A-AEAC-D4561B27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0"/>
            <a:ext cx="8055867" cy="908050"/>
          </a:xfrm>
        </p:spPr>
        <p:txBody>
          <a:bodyPr/>
          <a:lstStyle/>
          <a:p>
            <a:r>
              <a:rPr kumimoji="1" lang="ja-JP" altLang="en-US" dirty="0"/>
              <a:t>太陽電池</a:t>
            </a:r>
            <a:r>
              <a:rPr kumimoji="1" lang="en-US" altLang="ja-JP" dirty="0"/>
              <a:t>&amp;3G</a:t>
            </a:r>
            <a:r>
              <a:rPr lang="ja-JP" altLang="en-US" dirty="0"/>
              <a:t>回線による自動自立局化</a:t>
            </a:r>
            <a:endParaRPr kumimoji="1" lang="ja-JP" altLang="en-US" dirty="0"/>
          </a:p>
        </p:txBody>
      </p:sp>
      <p:pic>
        <p:nvPicPr>
          <p:cNvPr id="8" name="コンテンツ プレースホルダー 7">
            <a:extLst>
              <a:ext uri="{FF2B5EF4-FFF2-40B4-BE49-F238E27FC236}">
                <a16:creationId xmlns:a16="http://schemas.microsoft.com/office/drawing/2014/main" id="{AABA39BF-173D-4E27-A37F-9B8095DEE4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62"/>
          <a:stretch/>
        </p:blipFill>
        <p:spPr>
          <a:xfrm>
            <a:off x="386678" y="1124744"/>
            <a:ext cx="8672269" cy="5472609"/>
          </a:xfrm>
        </p:spPr>
      </p:pic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05452A25-79C7-4EAC-9BE0-B9932D1864CB}"/>
              </a:ext>
            </a:extLst>
          </p:cNvPr>
          <p:cNvSpPr/>
          <p:nvPr/>
        </p:nvSpPr>
        <p:spPr>
          <a:xfrm>
            <a:off x="843146" y="1412776"/>
            <a:ext cx="2066427" cy="648072"/>
          </a:xfrm>
          <a:prstGeom prst="wedgeRoundRectCallout">
            <a:avLst>
              <a:gd name="adj1" fmla="val 48311"/>
              <a:gd name="adj2" fmla="val 110858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18W</a:t>
            </a:r>
            <a:r>
              <a:rPr lang="ja-JP" altLang="en-US" dirty="0">
                <a:solidFill>
                  <a:schemeClr val="tx1"/>
                </a:solidFill>
              </a:rPr>
              <a:t>太陽電池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AB883EA6-88DA-440D-9A97-026B781ECEB1}"/>
              </a:ext>
            </a:extLst>
          </p:cNvPr>
          <p:cNvSpPr/>
          <p:nvPr/>
        </p:nvSpPr>
        <p:spPr>
          <a:xfrm>
            <a:off x="6012160" y="1055912"/>
            <a:ext cx="2066427" cy="648072"/>
          </a:xfrm>
          <a:prstGeom prst="wedgeRoundRectCallout">
            <a:avLst>
              <a:gd name="adj1" fmla="val 48311"/>
              <a:gd name="adj2" fmla="val 110858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ロッドアンテナ</a:t>
            </a:r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C1C1CC62-B3B1-41E7-A5F8-CEA975CE16DC}"/>
              </a:ext>
            </a:extLst>
          </p:cNvPr>
          <p:cNvSpPr/>
          <p:nvPr/>
        </p:nvSpPr>
        <p:spPr>
          <a:xfrm>
            <a:off x="6156176" y="2780928"/>
            <a:ext cx="1706387" cy="792088"/>
          </a:xfrm>
          <a:prstGeom prst="wedgeRoundRectCallout">
            <a:avLst>
              <a:gd name="adj1" fmla="val -12349"/>
              <a:gd name="adj2" fmla="val 165316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DCDC</a:t>
            </a:r>
            <a:r>
              <a:rPr kumimoji="1" lang="ja-JP" altLang="en-US" dirty="0">
                <a:solidFill>
                  <a:schemeClr val="tx1"/>
                </a:solidFill>
              </a:rPr>
              <a:t>　　コンバータ</a:t>
            </a:r>
          </a:p>
        </p:txBody>
      </p:sp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675FD0B5-A39B-46BD-A70C-034CA22E1927}"/>
              </a:ext>
            </a:extLst>
          </p:cNvPr>
          <p:cNvSpPr/>
          <p:nvPr/>
        </p:nvSpPr>
        <p:spPr>
          <a:xfrm>
            <a:off x="7164288" y="5478051"/>
            <a:ext cx="2066427" cy="1119301"/>
          </a:xfrm>
          <a:prstGeom prst="wedgeRoundRectCallout">
            <a:avLst>
              <a:gd name="adj1" fmla="val -95308"/>
              <a:gd name="adj2" fmla="val -57466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太陽電池充放電コントローラ</a:t>
            </a:r>
          </a:p>
        </p:txBody>
      </p:sp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CE42A36C-DF6F-4FD0-A355-DD64AEE20437}"/>
              </a:ext>
            </a:extLst>
          </p:cNvPr>
          <p:cNvSpPr/>
          <p:nvPr/>
        </p:nvSpPr>
        <p:spPr>
          <a:xfrm>
            <a:off x="4745171" y="3384521"/>
            <a:ext cx="1584176" cy="648072"/>
          </a:xfrm>
          <a:prstGeom prst="wedgeRoundRectCallout">
            <a:avLst>
              <a:gd name="adj1" fmla="val 34338"/>
              <a:gd name="adj2" fmla="val 123837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鉛蓄電池</a:t>
            </a:r>
          </a:p>
        </p:txBody>
      </p: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A8E3C528-99B0-437B-BF70-032C57A8F934}"/>
              </a:ext>
            </a:extLst>
          </p:cNvPr>
          <p:cNvSpPr/>
          <p:nvPr/>
        </p:nvSpPr>
        <p:spPr>
          <a:xfrm>
            <a:off x="2443069" y="3271256"/>
            <a:ext cx="1584176" cy="648072"/>
          </a:xfrm>
          <a:prstGeom prst="wedgeRoundRectCallout">
            <a:avLst>
              <a:gd name="adj1" fmla="val 47805"/>
              <a:gd name="adj2" fmla="val 130661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RTL-SDR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44074C13-ED71-4780-B70C-DCA47FD8D6E7}"/>
              </a:ext>
            </a:extLst>
          </p:cNvPr>
          <p:cNvSpPr/>
          <p:nvPr/>
        </p:nvSpPr>
        <p:spPr>
          <a:xfrm>
            <a:off x="3878342" y="3714582"/>
            <a:ext cx="1015733" cy="436086"/>
          </a:xfrm>
          <a:prstGeom prst="wedgeRoundRectCallout">
            <a:avLst>
              <a:gd name="adj1" fmla="val 219"/>
              <a:gd name="adj2" fmla="val 112095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LNA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7EC4738B-F321-4537-B6D7-06AB57006AD6}"/>
              </a:ext>
            </a:extLst>
          </p:cNvPr>
          <p:cNvSpPr/>
          <p:nvPr/>
        </p:nvSpPr>
        <p:spPr>
          <a:xfrm>
            <a:off x="292182" y="3140968"/>
            <a:ext cx="1903553" cy="881607"/>
          </a:xfrm>
          <a:prstGeom prst="wedgeRoundRectCallout">
            <a:avLst>
              <a:gd name="adj1" fmla="val 47805"/>
              <a:gd name="adj2" fmla="val 130661"/>
              <a:gd name="adj3" fmla="val 16667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防雨ケース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(</a:t>
            </a:r>
            <a:r>
              <a:rPr lang="ja-JP" altLang="en-US" sz="1600" dirty="0">
                <a:solidFill>
                  <a:schemeClr val="tx1"/>
                </a:solidFill>
              </a:rPr>
              <a:t>鉛蓄電池を収納するなら大型利用</a:t>
            </a:r>
            <a:r>
              <a:rPr lang="en-US" altLang="ja-JP" sz="1600" dirty="0">
                <a:solidFill>
                  <a:schemeClr val="tx1"/>
                </a:solidFill>
              </a:rPr>
              <a:t>)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8" name="吹き出し: 角を丸めた四角形 17">
            <a:extLst>
              <a:ext uri="{FF2B5EF4-FFF2-40B4-BE49-F238E27FC236}">
                <a16:creationId xmlns:a16="http://schemas.microsoft.com/office/drawing/2014/main" id="{AE32DCF5-995B-402E-BE3D-0ACA7477FDF0}"/>
              </a:ext>
            </a:extLst>
          </p:cNvPr>
          <p:cNvSpPr/>
          <p:nvPr/>
        </p:nvSpPr>
        <p:spPr>
          <a:xfrm>
            <a:off x="436476" y="5605653"/>
            <a:ext cx="2226005" cy="432048"/>
          </a:xfrm>
          <a:prstGeom prst="wedgeRoundRectCallout">
            <a:avLst>
              <a:gd name="adj1" fmla="val 71609"/>
              <a:gd name="adj2" fmla="val 15360"/>
              <a:gd name="adj3" fmla="val 16667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Raspberry</a:t>
            </a:r>
            <a:r>
              <a:rPr lang="ja-JP" altLang="en-US" dirty="0">
                <a:solidFill>
                  <a:schemeClr val="tx1"/>
                </a:solidFill>
              </a:rPr>
              <a:t> </a:t>
            </a:r>
            <a:r>
              <a:rPr lang="en-US" altLang="ja-JP" dirty="0">
                <a:solidFill>
                  <a:schemeClr val="tx1"/>
                </a:solidFill>
              </a:rPr>
              <a:t>Pi</a:t>
            </a:r>
            <a:r>
              <a:rPr lang="ja-JP" altLang="en-US" dirty="0">
                <a:solidFill>
                  <a:schemeClr val="tx1"/>
                </a:solidFill>
              </a:rPr>
              <a:t> </a:t>
            </a:r>
            <a:r>
              <a:rPr lang="en-US" altLang="ja-JP" dirty="0">
                <a:solidFill>
                  <a:schemeClr val="tx1"/>
                </a:solidFill>
              </a:rPr>
              <a:t>3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19" name="吹き出し: 角を丸めた四角形 18">
            <a:extLst>
              <a:ext uri="{FF2B5EF4-FFF2-40B4-BE49-F238E27FC236}">
                <a16:creationId xmlns:a16="http://schemas.microsoft.com/office/drawing/2014/main" id="{A8504659-ADFE-4ABD-9936-C2CE4F422E3E}"/>
              </a:ext>
            </a:extLst>
          </p:cNvPr>
          <p:cNvSpPr/>
          <p:nvPr/>
        </p:nvSpPr>
        <p:spPr>
          <a:xfrm>
            <a:off x="2611652" y="6314682"/>
            <a:ext cx="2361637" cy="432048"/>
          </a:xfrm>
          <a:prstGeom prst="wedgeRoundRectCallout">
            <a:avLst>
              <a:gd name="adj1" fmla="val 29795"/>
              <a:gd name="adj2" fmla="val -153583"/>
              <a:gd name="adj3" fmla="val 16667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3G/LTE</a:t>
            </a:r>
            <a:r>
              <a:rPr kumimoji="1" lang="ja-JP" altLang="en-US" dirty="0">
                <a:solidFill>
                  <a:schemeClr val="tx1"/>
                </a:solidFill>
              </a:rPr>
              <a:t>ドングル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787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4F963E-C5DB-46E2-AA3C-0AB4CBF55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スマホ向け衛星追尾機能</a:t>
            </a:r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D8F154B-0D60-4CC2-B147-C7D0BADE95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619"/>
          <a:stretch/>
        </p:blipFill>
        <p:spPr>
          <a:xfrm>
            <a:off x="395536" y="2564904"/>
            <a:ext cx="5458445" cy="401978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9F87D324-F3BC-4F31-B7F3-D3CA9914EAF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980728"/>
            <a:ext cx="3529897" cy="516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681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6DB63AD1-1226-4E4F-9C88-FC536433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分散受信ネットワーク化</a:t>
            </a:r>
            <a:endParaRPr kumimoji="1" lang="ja-JP" altLang="en-US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C53560CD-5235-405E-8BD2-0AFE8A7BE33B}"/>
              </a:ext>
            </a:extLst>
          </p:cNvPr>
          <p:cNvGrpSpPr/>
          <p:nvPr/>
        </p:nvGrpSpPr>
        <p:grpSpPr>
          <a:xfrm>
            <a:off x="1084535" y="764704"/>
            <a:ext cx="7231881" cy="6408712"/>
            <a:chOff x="5099634" y="1825625"/>
            <a:chExt cx="4238625" cy="4202430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99B6186C-01E2-405B-B54E-EB7FB0E6FDE8}"/>
                </a:ext>
              </a:extLst>
            </p:cNvPr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86"/>
            <a:stretch/>
          </p:blipFill>
          <p:spPr bwMode="auto">
            <a:xfrm>
              <a:off x="5099634" y="1825625"/>
              <a:ext cx="4238625" cy="420243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C352761B-73D2-4605-8C95-4A730F13A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1757" y="4712072"/>
              <a:ext cx="544379" cy="561752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116F411A-1426-4B3A-8BDE-225807050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76256" y="5157192"/>
              <a:ext cx="544379" cy="561752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6A488011-5352-4FA3-A32F-D3AC3FFB1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84168" y="1988840"/>
              <a:ext cx="544379" cy="561752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EE5A5CBA-8F43-4068-8A55-59C17E164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10382" y="2132856"/>
              <a:ext cx="544379" cy="561752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2F57378E-8468-45BE-9B2F-8ADC6D1ED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51305" y="4712072"/>
              <a:ext cx="544379" cy="5617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1923262"/>
      </p:ext>
    </p:extLst>
  </p:cSld>
  <p:clrMapOvr>
    <a:masterClrMapping/>
  </p:clrMapOvr>
</p:sld>
</file>

<file path=ppt/theme/theme1.xml><?xml version="1.0" encoding="utf-8"?>
<a:theme xmlns:a="http://schemas.openxmlformats.org/drawingml/2006/main" name="siprop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iprop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ipr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SIProp</Template>
  <TotalTime>16310</TotalTime>
  <Words>338</Words>
  <Application>Microsoft Office PowerPoint</Application>
  <PresentationFormat>画面に合わせる (4:3)</PresentationFormat>
  <Paragraphs>89</Paragraphs>
  <Slides>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ＭＳ Ｐゴシック</vt:lpstr>
      <vt:lpstr>Arial</vt:lpstr>
      <vt:lpstr>Times</vt:lpstr>
      <vt:lpstr>siprop</vt:lpstr>
      <vt:lpstr>5000円で誰でも作れる新世代衛星地上局 ～50USD Ground Station～</vt:lpstr>
      <vt:lpstr>衛星通信のすそ野を広めるには？</vt:lpstr>
      <vt:lpstr>新世代衛星地上局とは？</vt:lpstr>
      <vt:lpstr>新世代衛星地上局のベース</vt:lpstr>
      <vt:lpstr>ラズパイによるリモート受信拡張</vt:lpstr>
      <vt:lpstr>太陽電池&amp;3G回線による自動自立局化</vt:lpstr>
      <vt:lpstr>スマホ向け衛星追尾機能</vt:lpstr>
      <vt:lpstr>分散受信ネットワーク化</vt:lpstr>
    </vt:vector>
  </TitlesOfParts>
  <Company>self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Noritsuna Imamura</dc:creator>
  <cp:lastModifiedBy>Noritsuna Imamura</cp:lastModifiedBy>
  <cp:revision>882</cp:revision>
  <dcterms:created xsi:type="dcterms:W3CDTF">2017-01-21T05:20:13Z</dcterms:created>
  <dcterms:modified xsi:type="dcterms:W3CDTF">2018-03-12T05:33:33Z</dcterms:modified>
</cp:coreProperties>
</file>